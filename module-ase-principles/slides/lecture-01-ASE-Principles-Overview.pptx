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slideLayouts/slideLayout16.xml" ContentType="application/vnd.openxmlformats-officedocument.presentationml.slideLayout+xml"/>
  <Override PartName="/ppt/theme/theme3.xml" ContentType="application/vnd.openxmlformats-officedocument.theme+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4.xml" ContentType="application/vnd.openxmlformats-officedocument.theme+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5.xml" ContentType="application/vnd.openxmlformats-officedocument.theme+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theme/theme6.xml" ContentType="application/vnd.openxmlformats-officedocument.theme+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theme/theme7.xml" ContentType="application/vnd.openxmlformats-officedocument.theme+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theme/theme8.xml" ContentType="application/vnd.openxmlformats-officedocument.theme+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theme/theme9.xml" ContentType="application/vnd.openxmlformats-officedocument.theme+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theme/theme10.xml" ContentType="application/vnd.openxmlformats-officedocument.theme+xml"/>
  <Override PartName="/ppt/theme/theme11.xml" ContentType="application/vnd.openxmlformats-officedocument.theme+xml"/>
  <Override PartName="/ppt/theme/theme12.xml" ContentType="application/vnd.openxmlformats-officedocument.theme+xml"/>
  <Override PartName="/ppt/notesSlides/notesSlide1.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8" r:id="rId6"/>
    <p:sldMasterId id="2147483648" r:id="rId7"/>
    <p:sldMasterId id="2147483677" r:id="rId8"/>
    <p:sldMasterId id="2147483696" r:id="rId9"/>
    <p:sldMasterId id="2147483709" r:id="rId10"/>
    <p:sldMasterId id="2147483720" r:id="rId11"/>
    <p:sldMasterId id="2147483754" r:id="rId12"/>
    <p:sldMasterId id="2147483766" r:id="rId13"/>
    <p:sldMasterId id="2147483797" r:id="rId14"/>
    <p:sldMasterId id="2147483832" r:id="rId15"/>
  </p:sldMasterIdLst>
  <p:notesMasterIdLst>
    <p:notesMasterId r:id="rId22"/>
  </p:notesMasterIdLst>
  <p:handoutMasterIdLst>
    <p:handoutMasterId r:id="rId23"/>
  </p:handoutMasterIdLst>
  <p:sldIdLst>
    <p:sldId id="256" r:id="rId16"/>
    <p:sldId id="2147375382" r:id="rId17"/>
    <p:sldId id="2147375409" r:id="rId18"/>
    <p:sldId id="2147375408" r:id="rId19"/>
    <p:sldId id="2147375412" r:id="rId20"/>
    <p:sldId id="2147375410"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4080" userDrawn="1">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5A382648-2297-8FFC-B73F-AB124D6DE6DE}" name="Kaplan, Dan J                            Collins" initials="KDJC" userId="Kaplan, Dan J                            Collins" providerId="None"/>
  <p188:author id="{2D53BE49-35D9-EF15-1A32-A328DF3692BD}" name="Schroeder, Nancy A                            Collins" initials="SC" userId="S::10656689@adxuser.com::a39546d3-50b7-4369-86b3-1895d645d969" providerId="AD"/>
  <p188:author id="{6FDF37B6-3747-D076-79BF-E4A9A05A5DDD}" name="Sevestre, Stephane                           Export License Required - US Collins" initials="SSELRUC" userId="Sevestre, Stephane                           Export License Required - US Collins" providerId="None"/>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Amy Avitabile" initials="AA" lastIdx="1" clrIdx="0">
    <p:extLst>
      <p:ext uri="{19B8F6BF-5375-455C-9EA6-DF929625EA0E}">
        <p15:presenceInfo xmlns:p15="http://schemas.microsoft.com/office/powerpoint/2012/main" userId="S-1-5-21-1214440339-861567501-682003330-136594818"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FC1C2"/>
    <a:srgbClr val="00B050"/>
    <a:srgbClr val="FFCC00"/>
    <a:srgbClr val="FFCCCC"/>
    <a:srgbClr val="00933C"/>
    <a:srgbClr val="D3D1E7"/>
    <a:srgbClr val="D9D9D6"/>
    <a:srgbClr val="E7E7E7"/>
    <a:srgbClr val="63666A"/>
    <a:srgbClr val="B1B3B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3B4B98B0-60AC-42C2-AFA5-B58CD77FA1E5}">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46F890A9-2807-4EBB-B81D-B2AA78EC7F39}" styleName="Dark Style 2 - Accent 5/Accent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91EBBBCC-DAD2-459C-BE2E-F6DE35CF9A28}" styleName="Dark Style 2 - Accent 3/Accent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072"/>
    <p:restoredTop sz="93973"/>
  </p:normalViewPr>
  <p:slideViewPr>
    <p:cSldViewPr snapToGrid="0">
      <p:cViewPr varScale="1">
        <p:scale>
          <a:sx n="119" d="100"/>
          <a:sy n="119" d="100"/>
        </p:scale>
        <p:origin x="336" y="192"/>
      </p:cViewPr>
      <p:guideLst>
        <p:guide orient="horz" pos="4080"/>
        <p:guide pos="3840"/>
      </p:guideLst>
    </p:cSldViewPr>
  </p:slideViewPr>
  <p:notesTextViewPr>
    <p:cViewPr>
      <p:scale>
        <a:sx n="1" d="1"/>
        <a:sy n="1" d="1"/>
      </p:scale>
      <p:origin x="0" y="0"/>
    </p:cViewPr>
  </p:notesText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3.xml"/><Relationship Id="rId13" Type="http://schemas.openxmlformats.org/officeDocument/2006/relationships/slideMaster" Target="slideMasters/slideMaster8.xml"/><Relationship Id="rId18" Type="http://schemas.openxmlformats.org/officeDocument/2006/relationships/slide" Target="slides/slide3.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6.xml"/><Relationship Id="rId7" Type="http://schemas.openxmlformats.org/officeDocument/2006/relationships/slideMaster" Target="slideMasters/slideMaster2.xml"/><Relationship Id="rId12" Type="http://schemas.openxmlformats.org/officeDocument/2006/relationships/slideMaster" Target="slideMasters/slideMaster7.xml"/><Relationship Id="rId17" Type="http://schemas.openxmlformats.org/officeDocument/2006/relationships/slide" Target="slides/slide2.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xml"/><Relationship Id="rId20" Type="http://schemas.openxmlformats.org/officeDocument/2006/relationships/slide" Target="slides/slide5.xml"/><Relationship Id="rId29"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Master" Target="slideMasters/slideMaster1.xml"/><Relationship Id="rId11" Type="http://schemas.openxmlformats.org/officeDocument/2006/relationships/slideMaster" Target="slideMasters/slideMaster6.xml"/><Relationship Id="rId24" Type="http://schemas.openxmlformats.org/officeDocument/2006/relationships/commentAuthors" Target="commentAuthors.xml"/><Relationship Id="rId5" Type="http://schemas.openxmlformats.org/officeDocument/2006/relationships/customXml" Target="../customXml/item5.xml"/><Relationship Id="rId15" Type="http://schemas.openxmlformats.org/officeDocument/2006/relationships/slideMaster" Target="slideMasters/slideMaster10.xml"/><Relationship Id="rId23" Type="http://schemas.openxmlformats.org/officeDocument/2006/relationships/handoutMaster" Target="handoutMasters/handoutMaster1.xml"/><Relationship Id="rId28" Type="http://schemas.openxmlformats.org/officeDocument/2006/relationships/tableStyles" Target="tableStyles.xml"/><Relationship Id="rId10" Type="http://schemas.openxmlformats.org/officeDocument/2006/relationships/slideMaster" Target="slideMasters/slideMaster5.xml"/><Relationship Id="rId19" Type="http://schemas.openxmlformats.org/officeDocument/2006/relationships/slide" Target="slides/slide4.xml"/><Relationship Id="rId4" Type="http://schemas.openxmlformats.org/officeDocument/2006/relationships/customXml" Target="../customXml/item4.xml"/><Relationship Id="rId9" Type="http://schemas.openxmlformats.org/officeDocument/2006/relationships/slideMaster" Target="slideMasters/slideMaster4.xml"/><Relationship Id="rId14" Type="http://schemas.openxmlformats.org/officeDocument/2006/relationships/slideMaster" Target="slideMasters/slideMaster9.xml"/><Relationship Id="rId22" Type="http://schemas.openxmlformats.org/officeDocument/2006/relationships/notesMaster" Target="notesMasters/notesMaster1.xml"/><Relationship Id="rId27"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1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2" name="Footer Placeholder 11"/>
          <p:cNvSpPr>
            <a:spLocks noGrp="1"/>
          </p:cNvSpPr>
          <p:nvPr>
            <p:ph type="ftr" sz="quarter" idx="2"/>
          </p:nvPr>
        </p:nvSpPr>
        <p:spPr>
          <a:xfrm>
            <a:off x="0" y="8855038"/>
            <a:ext cx="6858000" cy="276999"/>
          </a:xfrm>
          <a:prstGeom prst="rect">
            <a:avLst/>
          </a:prstGeom>
        </p:spPr>
        <p:txBody>
          <a:bodyPr vert="horz" lIns="91440" tIns="45720" rIns="91440" bIns="45720" rtlCol="0" anchor="b">
            <a:spAutoFit/>
          </a:bodyPr>
          <a:lstStyle>
            <a:lvl1pPr algn="l">
              <a:defRPr sz="1200"/>
            </a:lvl1pPr>
          </a:lstStyle>
          <a:p>
            <a:pPr algn="ctr"/>
            <a:endParaRPr lang="en-US"/>
          </a:p>
        </p:txBody>
      </p:sp>
      <p:sp>
        <p:nvSpPr>
          <p:cNvPr id="13" name="Slide Number Placeholder 12"/>
          <p:cNvSpPr>
            <a:spLocks noGrp="1"/>
          </p:cNvSpPr>
          <p:nvPr>
            <p:ph type="sldNum" sz="quarter" idx="3"/>
          </p:nvPr>
        </p:nvSpPr>
        <p:spPr>
          <a:xfrm>
            <a:off x="3886200" y="0"/>
            <a:ext cx="2971800" cy="458787"/>
          </a:xfrm>
          <a:prstGeom prst="rect">
            <a:avLst/>
          </a:prstGeom>
        </p:spPr>
        <p:txBody>
          <a:bodyPr vert="horz" lIns="91440" tIns="45720" rIns="91440" bIns="45720" rtlCol="0" anchor="b"/>
          <a:lstStyle>
            <a:lvl1pPr algn="r">
              <a:defRPr sz="1200"/>
            </a:lvl1pPr>
          </a:lstStyle>
          <a:p>
            <a:fld id="{138C58B0-FFE9-437E-B2CB-216DAFA841B5}" type="slidenum">
              <a:rPr lang="en-US" smtClean="0"/>
              <a:t>‹#›</a:t>
            </a:fld>
            <a:endParaRPr lang="en-US"/>
          </a:p>
        </p:txBody>
      </p:sp>
    </p:spTree>
    <p:extLst>
      <p:ext uri="{BB962C8B-B14F-4D97-AF65-F5344CB8AC3E}">
        <p14:creationId xmlns:p14="http://schemas.microsoft.com/office/powerpoint/2010/main" val="2414966732"/>
      </p:ext>
    </p:extLst>
  </p:cSld>
  <p:clrMap bg1="lt1" tx1="dk1" bg2="lt2" tx2="dk2" accent1="accent1" accent2="accent2" accent3="accent3" accent4="accent4" accent5="accent5" accent6="accent6" hlink="hlink" folHlink="folHlink"/>
  <p:hf hdr="0" dt="0"/>
  <p:extLst>
    <p:ext uri="{56416CCD-93CA-4268-BC5B-53C4BB910035}">
      <p15:sldGuideLst xmlns:p15="http://schemas.microsoft.com/office/powerpoint/2012/main">
        <p15:guide id="2" pos="288" userDrawn="1">
          <p15:clr>
            <a:srgbClr val="F26B43"/>
          </p15:clr>
        </p15:guide>
        <p15:guide id="3" pos="4032"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1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692624" y="692622"/>
            <a:ext cx="5517676" cy="3103693"/>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012556"/>
            <a:ext cx="5524500" cy="4094214"/>
          </a:xfrm>
          <a:prstGeom prst="rect">
            <a:avLst/>
          </a:prstGeom>
        </p:spPr>
        <p:txBody>
          <a:bodyPr vert="horz" lIns="0" tIns="0" rIns="0" bIns="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Footer Placeholder 13"/>
          <p:cNvSpPr>
            <a:spLocks noGrp="1"/>
          </p:cNvSpPr>
          <p:nvPr>
            <p:ph type="ftr" sz="quarter" idx="4"/>
          </p:nvPr>
        </p:nvSpPr>
        <p:spPr>
          <a:xfrm>
            <a:off x="0" y="8774668"/>
            <a:ext cx="6858000" cy="369332"/>
          </a:xfrm>
          <a:prstGeom prst="rect">
            <a:avLst/>
          </a:prstGeom>
        </p:spPr>
        <p:txBody>
          <a:bodyPr vert="horz" lIns="91440" tIns="45720" rIns="91440" bIns="45720" rtlCol="0" anchor="b">
            <a:spAutoFit/>
          </a:bodyPr>
          <a:lstStyle>
            <a:lvl1pPr algn="ctr">
              <a:defRPr lang="en-US"/>
            </a:lvl1pPr>
          </a:lstStyle>
          <a:p>
            <a:endParaRPr lang="en-US"/>
          </a:p>
        </p:txBody>
      </p:sp>
      <p:sp>
        <p:nvSpPr>
          <p:cNvPr id="15" name="Slide Number Placeholder 14"/>
          <p:cNvSpPr>
            <a:spLocks noGrp="1"/>
          </p:cNvSpPr>
          <p:nvPr>
            <p:ph type="sldNum" sz="quarter" idx="5"/>
          </p:nvPr>
        </p:nvSpPr>
        <p:spPr>
          <a:xfrm>
            <a:off x="3886200" y="9183"/>
            <a:ext cx="2971800" cy="458787"/>
          </a:xfrm>
          <a:prstGeom prst="rect">
            <a:avLst/>
          </a:prstGeom>
        </p:spPr>
        <p:txBody>
          <a:bodyPr vert="horz" lIns="91440" tIns="45720" rIns="91440" bIns="45720" rtlCol="0" anchor="b"/>
          <a:lstStyle>
            <a:lvl1pPr algn="r">
              <a:defRPr sz="1200"/>
            </a:lvl1pPr>
          </a:lstStyle>
          <a:p>
            <a:fld id="{56AF3A09-0EB5-429E-B7D0-FB28A7726D23}" type="slidenum">
              <a:rPr lang="en-US" smtClean="0"/>
              <a:t>‹#›</a:t>
            </a:fld>
            <a:endParaRPr lang="en-US"/>
          </a:p>
        </p:txBody>
      </p:sp>
    </p:spTree>
    <p:extLst>
      <p:ext uri="{BB962C8B-B14F-4D97-AF65-F5344CB8AC3E}">
        <p14:creationId xmlns:p14="http://schemas.microsoft.com/office/powerpoint/2010/main" val="2302219137"/>
      </p:ext>
    </p:extLst>
  </p:cSld>
  <p:clrMap bg1="lt1" tx1="dk1" bg2="lt2" tx2="dk2" accent1="accent1" accent2="accent2" accent3="accent3" accent4="accent4" accent5="accent5" accent6="accent6" hlink="hlink" folHlink="folHlink"/>
  <p:hf dt="0"/>
  <p:notesStyle>
    <a:lvl1pPr marL="115888" indent="-115888" algn="l" defTabSz="914400" rtl="0" eaLnBrk="1" latinLnBrk="0" hangingPunct="1">
      <a:spcBef>
        <a:spcPts val="200"/>
      </a:spcBef>
      <a:buFont typeface="Arial" panose="020B0604020202020204" pitchFamily="34" charset="0"/>
      <a:buChar char="•"/>
      <a:defRPr sz="1000" kern="1200">
        <a:solidFill>
          <a:schemeClr val="tx1"/>
        </a:solidFill>
        <a:latin typeface="+mn-lt"/>
        <a:ea typeface="+mn-ea"/>
        <a:cs typeface="+mn-cs"/>
      </a:defRPr>
    </a:lvl1pPr>
    <a:lvl2pPr marL="287338" indent="-117475" algn="l" defTabSz="914400" rtl="0" eaLnBrk="1" latinLnBrk="0" hangingPunct="1">
      <a:spcBef>
        <a:spcPts val="200"/>
      </a:spcBef>
      <a:buFont typeface="Arial" panose="020B0604020202020204" pitchFamily="34" charset="0"/>
      <a:buChar char="–"/>
      <a:defRPr sz="1000" kern="1200">
        <a:solidFill>
          <a:schemeClr val="tx1"/>
        </a:solidFill>
        <a:latin typeface="+mn-lt"/>
        <a:ea typeface="+mn-ea"/>
        <a:cs typeface="+mn-cs"/>
      </a:defRPr>
    </a:lvl2pPr>
    <a:lvl3pPr marL="457200" indent="-115888" algn="l" defTabSz="914400" rtl="0" eaLnBrk="1" latinLnBrk="0" hangingPunct="1">
      <a:spcBef>
        <a:spcPts val="200"/>
      </a:spcBef>
      <a:buFont typeface="Arial" panose="020B0604020202020204" pitchFamily="34" charset="0"/>
      <a:buChar char="•"/>
      <a:defRPr sz="1000" kern="1200">
        <a:solidFill>
          <a:schemeClr val="tx1"/>
        </a:solidFill>
        <a:latin typeface="+mn-lt"/>
        <a:ea typeface="+mn-ea"/>
        <a:cs typeface="+mn-cs"/>
      </a:defRPr>
    </a:lvl3pPr>
    <a:lvl4pPr marL="627063" indent="-115888" algn="l" defTabSz="914400" rtl="0" eaLnBrk="1" latinLnBrk="0" hangingPunct="1">
      <a:spcBef>
        <a:spcPts val="200"/>
      </a:spcBef>
      <a:buFont typeface="Arial" panose="020B0604020202020204" pitchFamily="34" charset="0"/>
      <a:buChar char="–"/>
      <a:defRPr sz="1000" kern="1200">
        <a:solidFill>
          <a:schemeClr val="tx1"/>
        </a:solidFill>
        <a:latin typeface="+mn-lt"/>
        <a:ea typeface="+mn-ea"/>
        <a:cs typeface="+mn-cs"/>
      </a:defRPr>
    </a:lvl4pPr>
    <a:lvl5pPr marL="860425" indent="-171450" algn="l" defTabSz="914400" rtl="0" eaLnBrk="1" latinLnBrk="0" hangingPunct="1">
      <a:spcBef>
        <a:spcPts val="200"/>
      </a:spcBef>
      <a:buFont typeface="Arial" panose="020B0604020202020204" pitchFamily="34" charset="0"/>
      <a:buChar char="•"/>
      <a:defRPr sz="10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extLst>
    <p:ext uri="{620B2872-D7B9-4A21-9093-7833F8D536E1}">
      <p15:sldGuideLst xmlns:p15="http://schemas.microsoft.com/office/powerpoint/2012/main">
        <p15:guide id="1" pos="432" userDrawn="1">
          <p15:clr>
            <a:srgbClr val="F26B43"/>
          </p15:clr>
        </p15:guide>
        <p15:guide id="2" pos="3912" userDrawn="1">
          <p15:clr>
            <a:srgbClr val="F26B43"/>
          </p15:clr>
        </p15:guide>
      </p15:sldGuideLst>
    </p:ext>
  </p:extLst>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4C30E6-29FE-8D9A-C5A0-8F0EF7B91EB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5DB0C18-6CCF-9B06-B8C2-7AF859D1CD47}"/>
              </a:ext>
            </a:extLst>
          </p:cNvPr>
          <p:cNvSpPr>
            <a:spLocks noGrp="1" noRot="1" noChangeAspect="1"/>
          </p:cNvSpPr>
          <p:nvPr>
            <p:ph type="sldImg"/>
          </p:nvPr>
        </p:nvSpPr>
        <p:spPr>
          <a:xfrm>
            <a:off x="692150" y="692150"/>
            <a:ext cx="5518150" cy="3103563"/>
          </a:xfrm>
        </p:spPr>
      </p:sp>
      <p:sp>
        <p:nvSpPr>
          <p:cNvPr id="3" name="Notes Placeholder 2">
            <a:extLst>
              <a:ext uri="{FF2B5EF4-FFF2-40B4-BE49-F238E27FC236}">
                <a16:creationId xmlns:a16="http://schemas.microsoft.com/office/drawing/2014/main" id="{6C784970-52A9-3C3D-45DC-35C4C99DE06F}"/>
              </a:ext>
            </a:extLst>
          </p:cNvPr>
          <p:cNvSpPr>
            <a:spLocks noGrp="1"/>
          </p:cNvSpPr>
          <p:nvPr>
            <p:ph type="body" idx="1"/>
          </p:nvPr>
        </p:nvSpPr>
        <p:spPr/>
        <p:txBody>
          <a:bodyPr/>
          <a:lstStyle/>
          <a:p>
            <a:r>
              <a:rPr lang="en-US" dirty="0"/>
              <a:t>We believe in abstractions: hierarchical, composable, designed for formal reasoning.  How to develop agentic software engineering so that the abstractions are the heart of what they produce, how they plan (i.e., how they decompose work </a:t>
            </a:r>
            <a:r>
              <a:rPr lang="en-US" dirty="0" err="1"/>
              <a:t>temporily</a:t>
            </a:r>
            <a:r>
              <a:rPr lang="en-US" dirty="0"/>
              <a:t> and structurally)</a:t>
            </a:r>
          </a:p>
          <a:p>
            <a:endParaRPr lang="en-US" dirty="0"/>
          </a:p>
          <a:p>
            <a:endParaRPr lang="en-US" dirty="0"/>
          </a:p>
          <a:p>
            <a:r>
              <a:rPr lang="en-US" dirty="0"/>
              <a:t>Assurance – externalize confidence in the system – how do we achieve views that are appropriate for humans (avoid mental overhead) and agents (avoiding time and token burn).  Cautionary story about Haskell build system.  Achieve visibility into the development process – governance, process improvement measurement.  Key point: independence – diversity in reasoning and problem solving.</a:t>
            </a:r>
          </a:p>
          <a:p>
            <a:endParaRPr lang="en-US" dirty="0"/>
          </a:p>
          <a:p>
            <a:r>
              <a:rPr lang="en-US" dirty="0"/>
              <a:t>High assurance, properties that are specified and assessed at multiple levels of abstraction</a:t>
            </a:r>
          </a:p>
          <a:p>
            <a:endParaRPr lang="en-US" dirty="0"/>
          </a:p>
          <a:p>
            <a:r>
              <a:rPr lang="en-US" dirty="0"/>
              <a:t>Usability for agents – I’ve got this powerful new employee and teammate.  They are much smarter and faster than me at meany things.  But they are not as good as me at other things.</a:t>
            </a:r>
          </a:p>
          <a:p>
            <a:endParaRPr lang="en-US" dirty="0"/>
          </a:p>
          <a:p>
            <a:pPr marL="115888" marR="0" lvl="0" indent="-115888" algn="l" defTabSz="914400" rtl="0" eaLnBrk="1" fontAlgn="auto" latinLnBrk="0" hangingPunct="1">
              <a:lnSpc>
                <a:spcPct val="100000"/>
              </a:lnSpc>
              <a:spcBef>
                <a:spcPts val="200"/>
              </a:spcBef>
              <a:spcAft>
                <a:spcPts val="0"/>
              </a:spcAft>
              <a:buClrTx/>
              <a:buSzTx/>
              <a:buFont typeface="Arial" panose="020B0604020202020204" pitchFamily="34" charset="0"/>
              <a:buChar char="•"/>
              <a:tabLst/>
              <a:defRPr/>
            </a:pPr>
            <a:r>
              <a:rPr lang="en-US" dirty="0"/>
              <a:t>Shift from engineering the code to engineering the development and assurance context</a:t>
            </a:r>
          </a:p>
          <a:p>
            <a:pPr marL="115888" marR="0" lvl="0" indent="-115888" algn="l" defTabSz="914400" rtl="0" eaLnBrk="1" fontAlgn="auto" latinLnBrk="0" hangingPunct="1">
              <a:lnSpc>
                <a:spcPct val="100000"/>
              </a:lnSpc>
              <a:spcBef>
                <a:spcPts val="200"/>
              </a:spcBef>
              <a:spcAft>
                <a:spcPts val="0"/>
              </a:spcAft>
              <a:buClrTx/>
              <a:buSzTx/>
              <a:buFont typeface="Arial" panose="020B0604020202020204" pitchFamily="34" charset="0"/>
              <a:buChar char="•"/>
              <a:tabLst/>
              <a:defRPr/>
            </a:pPr>
            <a:r>
              <a:rPr lang="en-US" dirty="0"/>
              <a:t>Managed technology base – layered composable abstractions that not only provide direction but provide explainability</a:t>
            </a:r>
          </a:p>
          <a:p>
            <a:pPr marL="115888" marR="0" lvl="0" indent="-115888" algn="l" defTabSz="914400" rtl="0" eaLnBrk="1" fontAlgn="auto" latinLnBrk="0" hangingPunct="1">
              <a:lnSpc>
                <a:spcPct val="100000"/>
              </a:lnSpc>
              <a:spcBef>
                <a:spcPts val="200"/>
              </a:spcBef>
              <a:spcAft>
                <a:spcPts val="0"/>
              </a:spcAft>
              <a:buClrTx/>
              <a:buSzTx/>
              <a:buFont typeface="Arial" panose="020B0604020202020204" pitchFamily="34" charset="0"/>
              <a:buChar char="•"/>
              <a:tabLst/>
              <a:defRPr/>
            </a:pPr>
            <a:endParaRPr lang="en-US" dirty="0"/>
          </a:p>
          <a:p>
            <a:endParaRPr lang="en-US" dirty="0"/>
          </a:p>
        </p:txBody>
      </p:sp>
      <p:sp>
        <p:nvSpPr>
          <p:cNvPr id="4" name="Footer Placeholder 3">
            <a:extLst>
              <a:ext uri="{FF2B5EF4-FFF2-40B4-BE49-F238E27FC236}">
                <a16:creationId xmlns:a16="http://schemas.microsoft.com/office/drawing/2014/main" id="{65ACAA5E-556E-E4A0-BCBA-9B2C375EA597}"/>
              </a:ext>
            </a:extLst>
          </p:cNvPr>
          <p:cNvSpPr>
            <a:spLocks noGrp="1"/>
          </p:cNvSpPr>
          <p:nvPr>
            <p:ph type="ftr" sz="quarter" idx="4"/>
          </p:nvPr>
        </p:nvSpPr>
        <p:spPr/>
        <p:txBody>
          <a:bodyPr/>
          <a:lstStyle/>
          <a:p>
            <a:endParaRPr lang="en-US"/>
          </a:p>
        </p:txBody>
      </p:sp>
      <p:sp>
        <p:nvSpPr>
          <p:cNvPr id="5" name="Slide Number Placeholder 4">
            <a:extLst>
              <a:ext uri="{FF2B5EF4-FFF2-40B4-BE49-F238E27FC236}">
                <a16:creationId xmlns:a16="http://schemas.microsoft.com/office/drawing/2014/main" id="{6A872A34-1850-D49F-1CED-0BD587A42992}"/>
              </a:ext>
            </a:extLst>
          </p:cNvPr>
          <p:cNvSpPr>
            <a:spLocks noGrp="1"/>
          </p:cNvSpPr>
          <p:nvPr>
            <p:ph type="sldNum" sz="quarter" idx="5"/>
          </p:nvPr>
        </p:nvSpPr>
        <p:spPr/>
        <p:txBody>
          <a:bodyPr/>
          <a:lstStyle/>
          <a:p>
            <a:fld id="{56AF3A09-0EB5-429E-B7D0-FB28A7726D23}" type="slidenum">
              <a:rPr lang="en-US" smtClean="0"/>
              <a:t>2</a:t>
            </a:fld>
            <a:endParaRPr lang="en-US"/>
          </a:p>
        </p:txBody>
      </p:sp>
    </p:spTree>
    <p:extLst>
      <p:ext uri="{BB962C8B-B14F-4D97-AF65-F5344CB8AC3E}">
        <p14:creationId xmlns:p14="http://schemas.microsoft.com/office/powerpoint/2010/main" val="259950315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jpeg"/><Relationship Id="rId1" Type="http://schemas.openxmlformats.org/officeDocument/2006/relationships/slideMaster" Target="../slideMasters/slideMaster4.xml"/><Relationship Id="rId4" Type="http://schemas.openxmlformats.org/officeDocument/2006/relationships/image" Target="../media/image6.jpe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5.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6.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llins Cover: Logo">
    <p:spTree>
      <p:nvGrpSpPr>
        <p:cNvPr id="1" name=""/>
        <p:cNvGrpSpPr/>
        <p:nvPr/>
      </p:nvGrpSpPr>
      <p:grpSpPr>
        <a:xfrm>
          <a:off x="0" y="0"/>
          <a:ext cx="0" cy="0"/>
          <a:chOff x="0" y="0"/>
          <a:chExt cx="0" cy="0"/>
        </a:xfrm>
      </p:grpSpPr>
      <p:pic>
        <p:nvPicPr>
          <p:cNvPr id="11" name="Graphic 10">
            <a:extLst>
              <a:ext uri="{FF2B5EF4-FFF2-40B4-BE49-F238E27FC236}">
                <a16:creationId xmlns:a16="http://schemas.microsoft.com/office/drawing/2014/main" id="{349D2D5C-5099-6840-9993-0DB5894D75BA}"/>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2213810" y="2579326"/>
            <a:ext cx="7761201" cy="1313434"/>
          </a:xfrm>
          <a:prstGeom prst="rect">
            <a:avLst/>
          </a:prstGeom>
        </p:spPr>
      </p:pic>
      <p:cxnSp>
        <p:nvCxnSpPr>
          <p:cNvPr id="7" name="Straight Connector 6">
            <a:extLst>
              <a:ext uri="{FF2B5EF4-FFF2-40B4-BE49-F238E27FC236}">
                <a16:creationId xmlns:a16="http://schemas.microsoft.com/office/drawing/2014/main" id="{C4EA3825-3564-6247-895B-B0B7ED3761B6}"/>
              </a:ext>
            </a:extLst>
          </p:cNvPr>
          <p:cNvCxnSpPr>
            <a:cxnSpLocks/>
          </p:cNvCxnSpPr>
          <p:nvPr userDrawn="1"/>
        </p:nvCxnSpPr>
        <p:spPr>
          <a:xfrm>
            <a:off x="752528" y="247662"/>
            <a:ext cx="11436297" cy="0"/>
          </a:xfrm>
          <a:prstGeom prst="line">
            <a:avLst/>
          </a:prstGeom>
          <a:ln w="19050" cap="sq">
            <a:solidFill>
              <a:srgbClr val="CE1126"/>
            </a:solidFill>
            <a:headEnd type="oval" w="sm" len="sm"/>
          </a:ln>
          <a:effectLst/>
        </p:spPr>
        <p:style>
          <a:lnRef idx="2">
            <a:schemeClr val="accent1"/>
          </a:lnRef>
          <a:fillRef idx="0">
            <a:schemeClr val="accent1"/>
          </a:fillRef>
          <a:effectRef idx="1">
            <a:schemeClr val="accent1"/>
          </a:effectRef>
          <a:fontRef idx="minor">
            <a:schemeClr val="tx1"/>
          </a:fontRef>
        </p:style>
      </p:cxnSp>
      <p:sp>
        <p:nvSpPr>
          <p:cNvPr id="2" name="Footer Placeholder 1">
            <a:extLst>
              <a:ext uri="{FF2B5EF4-FFF2-40B4-BE49-F238E27FC236}">
                <a16:creationId xmlns:a16="http://schemas.microsoft.com/office/drawing/2014/main" id="{0E274189-EC72-6748-B5E6-F9DEE34AF2D1}"/>
              </a:ext>
            </a:extLst>
          </p:cNvPr>
          <p:cNvSpPr>
            <a:spLocks noGrp="1"/>
          </p:cNvSpPr>
          <p:nvPr>
            <p:ph type="ftr" sz="quarter" idx="10"/>
          </p:nvPr>
        </p:nvSpPr>
        <p:spPr/>
        <p:txBody>
          <a:bodyPr/>
          <a:lstStyle/>
          <a:p>
            <a:r>
              <a:rPr lang="en-US">
                <a:cs typeface="DIN-Light"/>
              </a:rPr>
              <a:t>CS Agentic Development</a:t>
            </a:r>
            <a:endParaRPr lang="en-US"/>
          </a:p>
        </p:txBody>
      </p:sp>
    </p:spTree>
    <p:extLst>
      <p:ext uri="{BB962C8B-B14F-4D97-AF65-F5344CB8AC3E}">
        <p14:creationId xmlns:p14="http://schemas.microsoft.com/office/powerpoint/2010/main" val="3448631393"/>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llins Cover: Text">
    <p:spTree>
      <p:nvGrpSpPr>
        <p:cNvPr id="1" name=""/>
        <p:cNvGrpSpPr/>
        <p:nvPr/>
      </p:nvGrpSpPr>
      <p:grpSpPr>
        <a:xfrm>
          <a:off x="0" y="0"/>
          <a:ext cx="0" cy="0"/>
          <a:chOff x="0" y="0"/>
          <a:chExt cx="0" cy="0"/>
        </a:xfrm>
      </p:grpSpPr>
      <p:pic>
        <p:nvPicPr>
          <p:cNvPr id="10" name="Graphic 9">
            <a:extLst>
              <a:ext uri="{FF2B5EF4-FFF2-40B4-BE49-F238E27FC236}">
                <a16:creationId xmlns:a16="http://schemas.microsoft.com/office/drawing/2014/main" id="{AB634BC7-2D07-6C4F-AC68-902D1C49E166}"/>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995938" y="2575915"/>
            <a:ext cx="5392162" cy="902816"/>
          </a:xfrm>
          <a:prstGeom prst="rect">
            <a:avLst/>
          </a:prstGeom>
        </p:spPr>
      </p:pic>
      <p:sp>
        <p:nvSpPr>
          <p:cNvPr id="8" name="Date"/>
          <p:cNvSpPr>
            <a:spLocks noGrp="1"/>
          </p:cNvSpPr>
          <p:nvPr>
            <p:ph type="body" sz="quarter" idx="14" hasCustomPrompt="1"/>
          </p:nvPr>
        </p:nvSpPr>
        <p:spPr>
          <a:xfrm>
            <a:off x="7290486" y="5262726"/>
            <a:ext cx="2653615" cy="260744"/>
          </a:xfrm>
          <a:noFill/>
        </p:spPr>
        <p:txBody>
          <a:bodyPr/>
          <a:lstStyle>
            <a:lvl1pPr>
              <a:defRPr sz="1400" b="1">
                <a:solidFill>
                  <a:schemeClr val="tx1"/>
                </a:solidFill>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en-US"/>
              <a:t>Date</a:t>
            </a:r>
          </a:p>
        </p:txBody>
      </p:sp>
      <p:sp>
        <p:nvSpPr>
          <p:cNvPr id="7" name="Presenters"/>
          <p:cNvSpPr>
            <a:spLocks noGrp="1"/>
          </p:cNvSpPr>
          <p:nvPr>
            <p:ph type="body" sz="quarter" idx="13" hasCustomPrompt="1"/>
          </p:nvPr>
        </p:nvSpPr>
        <p:spPr>
          <a:xfrm>
            <a:off x="7290486" y="4235572"/>
            <a:ext cx="4215715" cy="635908"/>
          </a:xfrm>
          <a:noFill/>
        </p:spPr>
        <p:txBody>
          <a:bodyPr vert="horz" lIns="0" tIns="0" rIns="0" bIns="0" rtlCol="0">
            <a:noAutofit/>
          </a:bodyPr>
          <a:lstStyle>
            <a:lvl1pPr marL="0" marR="0" indent="0" algn="l" defTabSz="0" rtl="0" eaLnBrk="1" fontAlgn="auto" latinLnBrk="0" hangingPunct="1">
              <a:lnSpc>
                <a:spcPct val="90000"/>
              </a:lnSpc>
              <a:spcBef>
                <a:spcPts val="0"/>
              </a:spcBef>
              <a:spcAft>
                <a:spcPts val="0"/>
              </a:spcAft>
              <a:buClrTx/>
              <a:buSzPct val="115000"/>
              <a:buFont typeface="Arial" panose="020B0604020202020204" pitchFamily="34" charset="0"/>
              <a:buNone/>
              <a:tabLst/>
              <a:defRPr lang="en-US" sz="1800" b="0" baseline="0">
                <a:solidFill>
                  <a:schemeClr val="tx1"/>
                </a:solidFill>
              </a:defRPr>
            </a:lvl1pPr>
          </a:lstStyle>
          <a:p>
            <a:pPr marL="0" marR="0" lvl="0" indent="0" algn="l" defTabSz="0" rtl="0" eaLnBrk="1" fontAlgn="auto" latinLnBrk="0" hangingPunct="1">
              <a:lnSpc>
                <a:spcPct val="90000"/>
              </a:lnSpc>
              <a:spcBef>
                <a:spcPts val="0"/>
              </a:spcBef>
              <a:spcAft>
                <a:spcPts val="0"/>
              </a:spcAft>
              <a:buClrTx/>
              <a:buSzPct val="115000"/>
              <a:buFont typeface="Arial" panose="020B0604020202020204" pitchFamily="34" charset="0"/>
              <a:buNone/>
              <a:tabLst/>
              <a:defRPr/>
            </a:pPr>
            <a:r>
              <a:rPr lang="en-US"/>
              <a:t>Name, Title, Function. 18 pt. black.</a:t>
            </a:r>
          </a:p>
        </p:txBody>
      </p:sp>
      <p:sp>
        <p:nvSpPr>
          <p:cNvPr id="2" name="Title"/>
          <p:cNvSpPr>
            <a:spLocks noGrp="1"/>
          </p:cNvSpPr>
          <p:nvPr>
            <p:ph type="title" hasCustomPrompt="1"/>
          </p:nvPr>
        </p:nvSpPr>
        <p:spPr>
          <a:xfrm>
            <a:off x="7290486" y="2414671"/>
            <a:ext cx="4215715" cy="1472187"/>
          </a:xfrm>
          <a:noFill/>
        </p:spPr>
        <p:txBody>
          <a:bodyPr anchor="t" anchorCtr="0"/>
          <a:lstStyle>
            <a:lvl1pPr defTabSz="914400">
              <a:spcBef>
                <a:spcPct val="0"/>
              </a:spcBef>
              <a:defRPr sz="3200" spc="300" baseline="0">
                <a:solidFill>
                  <a:schemeClr val="tx1"/>
                </a:solidFill>
              </a:defRPr>
            </a:lvl1pPr>
          </a:lstStyle>
          <a:p>
            <a:pPr lvl="0" defTabSz="914400">
              <a:spcBef>
                <a:spcPct val="0"/>
              </a:spcBef>
            </a:pPr>
            <a:r>
              <a:rPr lang="en-US"/>
              <a:t>TITLE 32 PT. BLACK. REGULAR. UPPERCASE.</a:t>
            </a:r>
          </a:p>
        </p:txBody>
      </p:sp>
      <p:cxnSp>
        <p:nvCxnSpPr>
          <p:cNvPr id="11" name="Straight Connector 10">
            <a:extLst>
              <a:ext uri="{FF2B5EF4-FFF2-40B4-BE49-F238E27FC236}">
                <a16:creationId xmlns:a16="http://schemas.microsoft.com/office/drawing/2014/main" id="{C153567C-9997-D34B-8327-05DCB0239D55}"/>
              </a:ext>
            </a:extLst>
          </p:cNvPr>
          <p:cNvCxnSpPr>
            <a:cxnSpLocks/>
          </p:cNvCxnSpPr>
          <p:nvPr userDrawn="1"/>
        </p:nvCxnSpPr>
        <p:spPr>
          <a:xfrm>
            <a:off x="752528" y="247662"/>
            <a:ext cx="11436297" cy="0"/>
          </a:xfrm>
          <a:prstGeom prst="line">
            <a:avLst/>
          </a:prstGeom>
          <a:ln w="19050" cap="sq">
            <a:solidFill>
              <a:srgbClr val="CE1126"/>
            </a:solidFill>
            <a:headEnd type="oval" w="sm" len="sm"/>
          </a:ln>
          <a:effectLst/>
        </p:spPr>
        <p:style>
          <a:lnRef idx="2">
            <a:schemeClr val="accent1"/>
          </a:lnRef>
          <a:fillRef idx="0">
            <a:schemeClr val="accent1"/>
          </a:fillRef>
          <a:effectRef idx="1">
            <a:schemeClr val="accent1"/>
          </a:effectRef>
          <a:fontRef idx="minor">
            <a:schemeClr val="tx1"/>
          </a:fontRef>
        </p:style>
      </p:cxnSp>
      <p:sp>
        <p:nvSpPr>
          <p:cNvPr id="3" name="Footer Placeholder 2">
            <a:extLst>
              <a:ext uri="{FF2B5EF4-FFF2-40B4-BE49-F238E27FC236}">
                <a16:creationId xmlns:a16="http://schemas.microsoft.com/office/drawing/2014/main" id="{9F7A2505-B409-704A-AC88-1EFFAEA71569}"/>
              </a:ext>
            </a:extLst>
          </p:cNvPr>
          <p:cNvSpPr>
            <a:spLocks noGrp="1"/>
          </p:cNvSpPr>
          <p:nvPr>
            <p:ph type="ftr" sz="quarter" idx="15"/>
          </p:nvPr>
        </p:nvSpPr>
        <p:spPr/>
        <p:txBody>
          <a:bodyPr/>
          <a:lstStyle/>
          <a:p>
            <a:r>
              <a:rPr lang="en-US">
                <a:cs typeface="DIN-Light"/>
              </a:rPr>
              <a:t>CS Agentic Development</a:t>
            </a:r>
            <a:endParaRPr lang="en-US"/>
          </a:p>
        </p:txBody>
      </p:sp>
    </p:spTree>
    <p:extLst>
      <p:ext uri="{BB962C8B-B14F-4D97-AF65-F5344CB8AC3E}">
        <p14:creationId xmlns:p14="http://schemas.microsoft.com/office/powerpoint/2010/main" val="2498145518"/>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llins Cover: Text/Photo">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E59C32A5-B4BB-BB4B-AE67-DCED005C66BC}"/>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472096" y="5526826"/>
            <a:ext cx="3071203" cy="514215"/>
          </a:xfrm>
          <a:prstGeom prst="rect">
            <a:avLst/>
          </a:prstGeom>
        </p:spPr>
      </p:pic>
      <p:sp>
        <p:nvSpPr>
          <p:cNvPr id="12" name="Picture Placeholder 5"/>
          <p:cNvSpPr>
            <a:spLocks noGrp="1"/>
          </p:cNvSpPr>
          <p:nvPr>
            <p:ph type="pic" sz="quarter" idx="16" hasCustomPrompt="1"/>
          </p:nvPr>
        </p:nvSpPr>
        <p:spPr>
          <a:xfrm>
            <a:off x="-7938" y="-23813"/>
            <a:ext cx="12199938" cy="5014913"/>
          </a:xfrm>
          <a:solidFill>
            <a:schemeClr val="accent4"/>
          </a:solidFill>
        </p:spPr>
        <p:txBody>
          <a:bodyPr tIns="365760"/>
          <a:lstStyle>
            <a:lvl1pPr algn="l">
              <a:defRPr b="0">
                <a:solidFill>
                  <a:schemeClr val="bg1"/>
                </a:solidFill>
              </a:defRPr>
            </a:lvl1pPr>
            <a:lvl2pPr marL="400050" marR="0" indent="0" algn="l" defTabSz="914400" rtl="0" eaLnBrk="1" fontAlgn="auto" latinLnBrk="0" hangingPunct="1">
              <a:lnSpc>
                <a:spcPct val="90000"/>
              </a:lnSpc>
              <a:spcBef>
                <a:spcPts val="200"/>
              </a:spcBef>
              <a:spcAft>
                <a:spcPts val="0"/>
              </a:spcAft>
              <a:buClr>
                <a:schemeClr val="tx2"/>
              </a:buClr>
              <a:buSzPct val="100000"/>
              <a:buFont typeface="Arial" panose="020B0604020202020204" pitchFamily="34" charset="0"/>
              <a:buNone/>
              <a:tabLst/>
              <a:defRPr b="0">
                <a:solidFill>
                  <a:schemeClr val="bg1"/>
                </a:solidFill>
              </a:defRPr>
            </a:lvl2pPr>
          </a:lstStyle>
          <a:p>
            <a:pPr marL="230188" indent="-230188">
              <a:buClr>
                <a:schemeClr val="tx2"/>
              </a:buClr>
            </a:pPr>
            <a:r>
              <a:rPr lang="en-US"/>
              <a:t>To add a new cover image to your presentation, use the following steps: 1 -  The new cover image will need to be sized to 1920x1080 and include a white bottom. The white bottom height is 291 pixels. 2 - Choose “New Slide” from the “Home” tab. 3 - Select “Collins Cover: Text &amp; Photo”. 4 - Right click the cover slide thumbnail view and select “Format background”. 5 - Select ”Picture source” and then “Insert” to choose your cover image. 6 - Delete the image box overlay</a:t>
            </a:r>
          </a:p>
          <a:p>
            <a:pPr marL="630238" lvl="1" indent="-230188">
              <a:buClr>
                <a:schemeClr val="tx2"/>
              </a:buClr>
            </a:pPr>
            <a:endParaRPr lang="en-US"/>
          </a:p>
        </p:txBody>
      </p:sp>
      <p:sp>
        <p:nvSpPr>
          <p:cNvPr id="2" name="Title"/>
          <p:cNvSpPr>
            <a:spLocks noGrp="1"/>
          </p:cNvSpPr>
          <p:nvPr>
            <p:ph type="title" hasCustomPrompt="1"/>
          </p:nvPr>
        </p:nvSpPr>
        <p:spPr>
          <a:xfrm>
            <a:off x="4257535" y="5297244"/>
            <a:ext cx="7105927" cy="566816"/>
          </a:xfrm>
          <a:noFill/>
        </p:spPr>
        <p:txBody>
          <a:bodyPr anchor="b" anchorCtr="0"/>
          <a:lstStyle>
            <a:lvl1pPr defTabSz="914400">
              <a:spcBef>
                <a:spcPct val="0"/>
              </a:spcBef>
              <a:defRPr sz="2200">
                <a:solidFill>
                  <a:schemeClr val="tx1"/>
                </a:solidFill>
              </a:defRPr>
            </a:lvl1pPr>
          </a:lstStyle>
          <a:p>
            <a:pPr lvl="0" defTabSz="914400">
              <a:spcBef>
                <a:spcPct val="0"/>
              </a:spcBef>
            </a:pPr>
            <a:r>
              <a:rPr lang="en-US"/>
              <a:t>TITLE 22 PT. BLACK. REGULAR. UPPERCASE.</a:t>
            </a:r>
          </a:p>
        </p:txBody>
      </p:sp>
      <p:sp>
        <p:nvSpPr>
          <p:cNvPr id="5" name="Text Placeholder 4"/>
          <p:cNvSpPr>
            <a:spLocks noGrp="1"/>
          </p:cNvSpPr>
          <p:nvPr>
            <p:ph type="body" sz="quarter" idx="15" hasCustomPrompt="1"/>
          </p:nvPr>
        </p:nvSpPr>
        <p:spPr>
          <a:xfrm>
            <a:off x="4257535" y="6041041"/>
            <a:ext cx="7105927" cy="216670"/>
          </a:xfrm>
          <a:noFill/>
        </p:spPr>
        <p:txBody>
          <a:bodyPr/>
          <a:lstStyle>
            <a:lvl1pPr marL="0" marR="0" indent="0" algn="l" defTabSz="0" rtl="0" eaLnBrk="1" fontAlgn="auto" latinLnBrk="0" hangingPunct="1">
              <a:lnSpc>
                <a:spcPct val="90000"/>
              </a:lnSpc>
              <a:spcBef>
                <a:spcPts val="0"/>
              </a:spcBef>
              <a:spcAft>
                <a:spcPts val="0"/>
              </a:spcAft>
              <a:buClrTx/>
              <a:buSzPct val="115000"/>
              <a:buFont typeface="Arial" panose="020B0604020202020204" pitchFamily="34" charset="0"/>
              <a:buNone/>
              <a:tabLst/>
              <a:defRPr sz="1600" b="0" baseline="0">
                <a:solidFill>
                  <a:schemeClr val="tx1"/>
                </a:solidFill>
              </a:defRPr>
            </a:lvl1pPr>
          </a:lstStyle>
          <a:p>
            <a:pPr marL="0" marR="0" lvl="0" indent="0" algn="l" defTabSz="0" rtl="0" eaLnBrk="1" fontAlgn="auto" latinLnBrk="0" hangingPunct="1">
              <a:lnSpc>
                <a:spcPct val="90000"/>
              </a:lnSpc>
              <a:spcBef>
                <a:spcPts val="0"/>
              </a:spcBef>
              <a:spcAft>
                <a:spcPts val="0"/>
              </a:spcAft>
              <a:buClrTx/>
              <a:buSzPct val="115000"/>
              <a:buFont typeface="Arial" panose="020B0604020202020204" pitchFamily="34" charset="0"/>
              <a:buNone/>
              <a:tabLst/>
              <a:defRPr/>
            </a:pPr>
            <a:r>
              <a:rPr lang="en-US"/>
              <a:t>Subhead 16 pt. Black. Regular. Sentence case.</a:t>
            </a:r>
          </a:p>
        </p:txBody>
      </p:sp>
      <p:cxnSp>
        <p:nvCxnSpPr>
          <p:cNvPr id="11" name="Straight Connector 10">
            <a:extLst>
              <a:ext uri="{FF2B5EF4-FFF2-40B4-BE49-F238E27FC236}">
                <a16:creationId xmlns:a16="http://schemas.microsoft.com/office/drawing/2014/main" id="{E648BD36-0B39-4245-A543-F4FCE86E5E97}"/>
              </a:ext>
            </a:extLst>
          </p:cNvPr>
          <p:cNvCxnSpPr>
            <a:cxnSpLocks/>
          </p:cNvCxnSpPr>
          <p:nvPr userDrawn="1"/>
        </p:nvCxnSpPr>
        <p:spPr>
          <a:xfrm>
            <a:off x="752528" y="247662"/>
            <a:ext cx="11436297" cy="0"/>
          </a:xfrm>
          <a:prstGeom prst="line">
            <a:avLst/>
          </a:prstGeom>
          <a:ln w="19050" cap="sq">
            <a:solidFill>
              <a:srgbClr val="CE1126"/>
            </a:solidFill>
            <a:headEnd type="oval" w="sm" len="sm"/>
          </a:ln>
          <a:effectLst/>
        </p:spPr>
        <p:style>
          <a:lnRef idx="2">
            <a:schemeClr val="accent1"/>
          </a:lnRef>
          <a:fillRef idx="0">
            <a:schemeClr val="accent1"/>
          </a:fillRef>
          <a:effectRef idx="1">
            <a:schemeClr val="accent1"/>
          </a:effectRef>
          <a:fontRef idx="minor">
            <a:schemeClr val="tx1"/>
          </a:fontRef>
        </p:style>
      </p:cxnSp>
      <p:sp>
        <p:nvSpPr>
          <p:cNvPr id="13" name="Date">
            <a:extLst>
              <a:ext uri="{FF2B5EF4-FFF2-40B4-BE49-F238E27FC236}">
                <a16:creationId xmlns:a16="http://schemas.microsoft.com/office/drawing/2014/main" id="{A451BCD5-6153-1747-A933-32E8283537C7}"/>
              </a:ext>
            </a:extLst>
          </p:cNvPr>
          <p:cNvSpPr>
            <a:spLocks noGrp="1"/>
          </p:cNvSpPr>
          <p:nvPr>
            <p:ph type="body" sz="quarter" idx="14" hasCustomPrompt="1"/>
          </p:nvPr>
        </p:nvSpPr>
        <p:spPr>
          <a:xfrm>
            <a:off x="9051010" y="6391832"/>
            <a:ext cx="2312452" cy="216670"/>
          </a:xfrm>
          <a:noFill/>
        </p:spPr>
        <p:txBody>
          <a:bodyPr/>
          <a:lstStyle>
            <a:lvl1pPr>
              <a:defRPr sz="1200" b="1" baseline="0">
                <a:solidFill>
                  <a:schemeClr val="tx1"/>
                </a:solidFill>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en-US"/>
              <a:t>Date</a:t>
            </a:r>
          </a:p>
        </p:txBody>
      </p:sp>
      <p:sp>
        <p:nvSpPr>
          <p:cNvPr id="3" name="Footer Placeholder 2">
            <a:extLst>
              <a:ext uri="{FF2B5EF4-FFF2-40B4-BE49-F238E27FC236}">
                <a16:creationId xmlns:a16="http://schemas.microsoft.com/office/drawing/2014/main" id="{99D50E0E-E97D-0A43-A395-AC30E466A054}"/>
              </a:ext>
            </a:extLst>
          </p:cNvPr>
          <p:cNvSpPr>
            <a:spLocks noGrp="1"/>
          </p:cNvSpPr>
          <p:nvPr>
            <p:ph type="ftr" sz="quarter" idx="17"/>
          </p:nvPr>
        </p:nvSpPr>
        <p:spPr/>
        <p:txBody>
          <a:bodyPr/>
          <a:lstStyle/>
          <a:p>
            <a:r>
              <a:rPr lang="en-US">
                <a:cs typeface="DIN-Light"/>
              </a:rPr>
              <a:t>CS Agentic Development</a:t>
            </a:r>
            <a:endParaRPr lang="en-US"/>
          </a:p>
        </p:txBody>
      </p:sp>
    </p:spTree>
    <p:extLst>
      <p:ext uri="{BB962C8B-B14F-4D97-AF65-F5344CB8AC3E}">
        <p14:creationId xmlns:p14="http://schemas.microsoft.com/office/powerpoint/2010/main" val="685936706"/>
      </p:ext>
    </p:extLst>
  </p:cSld>
  <p:clrMapOvr>
    <a:masterClrMapping/>
  </p:clrMapOvr>
  <p:extLst>
    <p:ext uri="{DCECCB84-F9BA-43D5-87BE-67443E8EF086}">
      <p15:sldGuideLst xmlns:p15="http://schemas.microsoft.com/office/powerpoint/2012/main">
        <p15:guide id="1" orient="horz" pos="3552" userDrawn="1">
          <p15:clr>
            <a:srgbClr val="FBAE40"/>
          </p15:clr>
        </p15:guide>
        <p15:guide id="2" orient="horz" pos="3144"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Collins Cover: Military JTAC">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8CF0772C-4F06-5740-8477-5DD44F33AC88}"/>
              </a:ext>
            </a:extLst>
          </p:cNvPr>
          <p:cNvPicPr>
            <a:picLocks noChangeAspect="1"/>
          </p:cNvPicPr>
          <p:nvPr userDrawn="1"/>
        </p:nvPicPr>
        <p:blipFill>
          <a:blip r:embed="rId2"/>
          <a:stretch>
            <a:fillRect/>
          </a:stretch>
        </p:blipFill>
        <p:spPr>
          <a:xfrm>
            <a:off x="3175" y="0"/>
            <a:ext cx="12192000" cy="5010150"/>
          </a:xfrm>
          <a:prstGeom prst="rect">
            <a:avLst/>
          </a:prstGeom>
        </p:spPr>
      </p:pic>
      <p:sp>
        <p:nvSpPr>
          <p:cNvPr id="2" name="Title"/>
          <p:cNvSpPr>
            <a:spLocks noGrp="1"/>
          </p:cNvSpPr>
          <p:nvPr>
            <p:ph type="title" hasCustomPrompt="1"/>
          </p:nvPr>
        </p:nvSpPr>
        <p:spPr>
          <a:xfrm>
            <a:off x="4257535" y="5297244"/>
            <a:ext cx="7105927" cy="566816"/>
          </a:xfrm>
          <a:noFill/>
        </p:spPr>
        <p:txBody>
          <a:bodyPr anchor="b" anchorCtr="0"/>
          <a:lstStyle>
            <a:lvl1pPr defTabSz="914400">
              <a:spcBef>
                <a:spcPct val="0"/>
              </a:spcBef>
              <a:defRPr sz="2200">
                <a:solidFill>
                  <a:schemeClr val="tx1"/>
                </a:solidFill>
              </a:defRPr>
            </a:lvl1pPr>
          </a:lstStyle>
          <a:p>
            <a:pPr lvl="0" defTabSz="914400">
              <a:spcBef>
                <a:spcPct val="0"/>
              </a:spcBef>
            </a:pPr>
            <a:r>
              <a:rPr lang="en-US"/>
              <a:t>TITLE 22 PT. BLACK. REGULAR. UPPERCASE.</a:t>
            </a:r>
          </a:p>
        </p:txBody>
      </p:sp>
      <p:sp>
        <p:nvSpPr>
          <p:cNvPr id="5" name="Text Placeholder 4"/>
          <p:cNvSpPr>
            <a:spLocks noGrp="1"/>
          </p:cNvSpPr>
          <p:nvPr>
            <p:ph type="body" sz="quarter" idx="15" hasCustomPrompt="1"/>
          </p:nvPr>
        </p:nvSpPr>
        <p:spPr>
          <a:xfrm>
            <a:off x="4257535" y="6041041"/>
            <a:ext cx="7105927" cy="216670"/>
          </a:xfrm>
          <a:noFill/>
        </p:spPr>
        <p:txBody>
          <a:bodyPr/>
          <a:lstStyle>
            <a:lvl1pPr marL="0" marR="0" indent="0" algn="l" defTabSz="0" rtl="0" eaLnBrk="1" fontAlgn="auto" latinLnBrk="0" hangingPunct="1">
              <a:lnSpc>
                <a:spcPct val="90000"/>
              </a:lnSpc>
              <a:spcBef>
                <a:spcPts val="0"/>
              </a:spcBef>
              <a:spcAft>
                <a:spcPts val="0"/>
              </a:spcAft>
              <a:buClrTx/>
              <a:buSzPct val="115000"/>
              <a:buFont typeface="Arial" panose="020B0604020202020204" pitchFamily="34" charset="0"/>
              <a:buNone/>
              <a:tabLst/>
              <a:defRPr sz="1600" b="0" baseline="0">
                <a:solidFill>
                  <a:schemeClr val="tx1"/>
                </a:solidFill>
              </a:defRPr>
            </a:lvl1pPr>
          </a:lstStyle>
          <a:p>
            <a:pPr marL="0" marR="0" lvl="0" indent="0" algn="l" defTabSz="0" rtl="0" eaLnBrk="1" fontAlgn="auto" latinLnBrk="0" hangingPunct="1">
              <a:lnSpc>
                <a:spcPct val="90000"/>
              </a:lnSpc>
              <a:spcBef>
                <a:spcPts val="0"/>
              </a:spcBef>
              <a:spcAft>
                <a:spcPts val="0"/>
              </a:spcAft>
              <a:buClrTx/>
              <a:buSzPct val="115000"/>
              <a:buFont typeface="Arial" panose="020B0604020202020204" pitchFamily="34" charset="0"/>
              <a:buNone/>
              <a:tabLst/>
              <a:defRPr/>
            </a:pPr>
            <a:r>
              <a:rPr lang="en-US"/>
              <a:t>Subhead 16 pt. Black. Regular. Sentence case.</a:t>
            </a:r>
          </a:p>
        </p:txBody>
      </p:sp>
      <p:cxnSp>
        <p:nvCxnSpPr>
          <p:cNvPr id="11" name="Straight Connector 10">
            <a:extLst>
              <a:ext uri="{FF2B5EF4-FFF2-40B4-BE49-F238E27FC236}">
                <a16:creationId xmlns:a16="http://schemas.microsoft.com/office/drawing/2014/main" id="{E648BD36-0B39-4245-A543-F4FCE86E5E97}"/>
              </a:ext>
            </a:extLst>
          </p:cNvPr>
          <p:cNvCxnSpPr>
            <a:cxnSpLocks/>
          </p:cNvCxnSpPr>
          <p:nvPr userDrawn="1"/>
        </p:nvCxnSpPr>
        <p:spPr>
          <a:xfrm>
            <a:off x="752528" y="247662"/>
            <a:ext cx="11436297" cy="0"/>
          </a:xfrm>
          <a:prstGeom prst="line">
            <a:avLst/>
          </a:prstGeom>
          <a:ln w="19050" cap="sq">
            <a:solidFill>
              <a:srgbClr val="CE1126"/>
            </a:solidFill>
            <a:headEnd type="oval" w="sm" len="sm"/>
          </a:ln>
          <a:effectLst/>
        </p:spPr>
        <p:style>
          <a:lnRef idx="2">
            <a:schemeClr val="accent1"/>
          </a:lnRef>
          <a:fillRef idx="0">
            <a:schemeClr val="accent1"/>
          </a:fillRef>
          <a:effectRef idx="1">
            <a:schemeClr val="accent1"/>
          </a:effectRef>
          <a:fontRef idx="minor">
            <a:schemeClr val="tx1"/>
          </a:fontRef>
        </p:style>
      </p:cxnSp>
      <p:sp>
        <p:nvSpPr>
          <p:cNvPr id="13" name="Date">
            <a:extLst>
              <a:ext uri="{FF2B5EF4-FFF2-40B4-BE49-F238E27FC236}">
                <a16:creationId xmlns:a16="http://schemas.microsoft.com/office/drawing/2014/main" id="{A451BCD5-6153-1747-A933-32E8283537C7}"/>
              </a:ext>
            </a:extLst>
          </p:cNvPr>
          <p:cNvSpPr>
            <a:spLocks noGrp="1"/>
          </p:cNvSpPr>
          <p:nvPr>
            <p:ph type="body" sz="quarter" idx="14" hasCustomPrompt="1"/>
          </p:nvPr>
        </p:nvSpPr>
        <p:spPr>
          <a:xfrm>
            <a:off x="9051010" y="6391832"/>
            <a:ext cx="2312452" cy="216670"/>
          </a:xfrm>
          <a:noFill/>
        </p:spPr>
        <p:txBody>
          <a:bodyPr/>
          <a:lstStyle>
            <a:lvl1pPr>
              <a:defRPr sz="1400" b="1">
                <a:solidFill>
                  <a:schemeClr val="tx1"/>
                </a:solidFill>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en-US"/>
              <a:t>Date</a:t>
            </a:r>
          </a:p>
        </p:txBody>
      </p:sp>
      <p:pic>
        <p:nvPicPr>
          <p:cNvPr id="8" name="Graphic 7">
            <a:extLst>
              <a:ext uri="{FF2B5EF4-FFF2-40B4-BE49-F238E27FC236}">
                <a16:creationId xmlns:a16="http://schemas.microsoft.com/office/drawing/2014/main" id="{4AAEFDDF-E94C-534C-B962-F36576646437}"/>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472096" y="5526826"/>
            <a:ext cx="3071203" cy="514215"/>
          </a:xfrm>
          <a:prstGeom prst="rect">
            <a:avLst/>
          </a:prstGeom>
        </p:spPr>
      </p:pic>
      <p:sp>
        <p:nvSpPr>
          <p:cNvPr id="3" name="Footer Placeholder 2">
            <a:extLst>
              <a:ext uri="{FF2B5EF4-FFF2-40B4-BE49-F238E27FC236}">
                <a16:creationId xmlns:a16="http://schemas.microsoft.com/office/drawing/2014/main" id="{71038D9C-104A-C24D-AB2E-5EAAFDCF97F0}"/>
              </a:ext>
            </a:extLst>
          </p:cNvPr>
          <p:cNvSpPr>
            <a:spLocks noGrp="1"/>
          </p:cNvSpPr>
          <p:nvPr>
            <p:ph type="ftr" sz="quarter" idx="16"/>
          </p:nvPr>
        </p:nvSpPr>
        <p:spPr/>
        <p:txBody>
          <a:bodyPr/>
          <a:lstStyle/>
          <a:p>
            <a:r>
              <a:rPr lang="en-US">
                <a:cs typeface="DIN-Light"/>
              </a:rPr>
              <a:t>CS Agentic Development</a:t>
            </a:r>
            <a:endParaRPr lang="en-US"/>
          </a:p>
        </p:txBody>
      </p:sp>
    </p:spTree>
    <p:extLst>
      <p:ext uri="{BB962C8B-B14F-4D97-AF65-F5344CB8AC3E}">
        <p14:creationId xmlns:p14="http://schemas.microsoft.com/office/powerpoint/2010/main" val="1237078794"/>
      </p:ext>
    </p:extLst>
  </p:cSld>
  <p:clrMapOvr>
    <a:masterClrMapping/>
  </p:clrMapOvr>
  <p:extLst>
    <p:ext uri="{DCECCB84-F9BA-43D5-87BE-67443E8EF086}">
      <p15:sldGuideLst xmlns:p15="http://schemas.microsoft.com/office/powerpoint/2012/main">
        <p15:guide id="1" orient="horz" pos="3552" userDrawn="1">
          <p15:clr>
            <a:srgbClr val="FBAE40"/>
          </p15:clr>
        </p15:guide>
        <p15:guide id="2" orient="horz" pos="3144"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3_Collins Cover: Bombardier Challenger">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A8376E2-3CB4-9045-8931-A3609F0A1599}"/>
              </a:ext>
            </a:extLst>
          </p:cNvPr>
          <p:cNvPicPr>
            <a:picLocks noChangeAspect="1"/>
          </p:cNvPicPr>
          <p:nvPr userDrawn="1"/>
        </p:nvPicPr>
        <p:blipFill>
          <a:blip r:embed="rId2"/>
          <a:stretch>
            <a:fillRect/>
          </a:stretch>
        </p:blipFill>
        <p:spPr>
          <a:xfrm>
            <a:off x="3175" y="0"/>
            <a:ext cx="12192000" cy="5010150"/>
          </a:xfrm>
          <a:prstGeom prst="rect">
            <a:avLst/>
          </a:prstGeom>
        </p:spPr>
      </p:pic>
      <p:sp>
        <p:nvSpPr>
          <p:cNvPr id="2" name="Title"/>
          <p:cNvSpPr>
            <a:spLocks noGrp="1"/>
          </p:cNvSpPr>
          <p:nvPr>
            <p:ph type="title" hasCustomPrompt="1"/>
          </p:nvPr>
        </p:nvSpPr>
        <p:spPr>
          <a:xfrm>
            <a:off x="4257535" y="5297244"/>
            <a:ext cx="7105927" cy="566816"/>
          </a:xfrm>
          <a:noFill/>
        </p:spPr>
        <p:txBody>
          <a:bodyPr anchor="b" anchorCtr="0"/>
          <a:lstStyle>
            <a:lvl1pPr defTabSz="914400">
              <a:spcBef>
                <a:spcPct val="0"/>
              </a:spcBef>
              <a:defRPr sz="2200">
                <a:solidFill>
                  <a:schemeClr val="tx1"/>
                </a:solidFill>
              </a:defRPr>
            </a:lvl1pPr>
          </a:lstStyle>
          <a:p>
            <a:pPr lvl="0" defTabSz="914400">
              <a:spcBef>
                <a:spcPct val="0"/>
              </a:spcBef>
            </a:pPr>
            <a:r>
              <a:rPr lang="en-US"/>
              <a:t>TITLE 22 PT. BLACK. REGULAR. UPPERCASE.</a:t>
            </a:r>
          </a:p>
        </p:txBody>
      </p:sp>
      <p:sp>
        <p:nvSpPr>
          <p:cNvPr id="5" name="Text Placeholder 4"/>
          <p:cNvSpPr>
            <a:spLocks noGrp="1"/>
          </p:cNvSpPr>
          <p:nvPr>
            <p:ph type="body" sz="quarter" idx="15" hasCustomPrompt="1"/>
          </p:nvPr>
        </p:nvSpPr>
        <p:spPr>
          <a:xfrm>
            <a:off x="4257535" y="6041041"/>
            <a:ext cx="7105927" cy="216670"/>
          </a:xfrm>
          <a:noFill/>
        </p:spPr>
        <p:txBody>
          <a:bodyPr/>
          <a:lstStyle>
            <a:lvl1pPr marL="0" marR="0" indent="0" algn="l" defTabSz="0" rtl="0" eaLnBrk="1" fontAlgn="auto" latinLnBrk="0" hangingPunct="1">
              <a:lnSpc>
                <a:spcPct val="90000"/>
              </a:lnSpc>
              <a:spcBef>
                <a:spcPts val="0"/>
              </a:spcBef>
              <a:spcAft>
                <a:spcPts val="0"/>
              </a:spcAft>
              <a:buClrTx/>
              <a:buSzPct val="115000"/>
              <a:buFont typeface="Arial" panose="020B0604020202020204" pitchFamily="34" charset="0"/>
              <a:buNone/>
              <a:tabLst/>
              <a:defRPr sz="1600" b="0" baseline="0">
                <a:solidFill>
                  <a:schemeClr val="tx1"/>
                </a:solidFill>
              </a:defRPr>
            </a:lvl1pPr>
          </a:lstStyle>
          <a:p>
            <a:pPr marL="0" marR="0" lvl="0" indent="0" algn="l" defTabSz="0" rtl="0" eaLnBrk="1" fontAlgn="auto" latinLnBrk="0" hangingPunct="1">
              <a:lnSpc>
                <a:spcPct val="90000"/>
              </a:lnSpc>
              <a:spcBef>
                <a:spcPts val="0"/>
              </a:spcBef>
              <a:spcAft>
                <a:spcPts val="0"/>
              </a:spcAft>
              <a:buClrTx/>
              <a:buSzPct val="115000"/>
              <a:buFont typeface="Arial" panose="020B0604020202020204" pitchFamily="34" charset="0"/>
              <a:buNone/>
              <a:tabLst/>
              <a:defRPr/>
            </a:pPr>
            <a:r>
              <a:rPr lang="en-US"/>
              <a:t>Subhead 16 pt. Black. Regular. Sentence case.</a:t>
            </a:r>
          </a:p>
        </p:txBody>
      </p:sp>
      <p:cxnSp>
        <p:nvCxnSpPr>
          <p:cNvPr id="11" name="Straight Connector 10">
            <a:extLst>
              <a:ext uri="{FF2B5EF4-FFF2-40B4-BE49-F238E27FC236}">
                <a16:creationId xmlns:a16="http://schemas.microsoft.com/office/drawing/2014/main" id="{E648BD36-0B39-4245-A543-F4FCE86E5E97}"/>
              </a:ext>
            </a:extLst>
          </p:cNvPr>
          <p:cNvCxnSpPr>
            <a:cxnSpLocks/>
          </p:cNvCxnSpPr>
          <p:nvPr userDrawn="1"/>
        </p:nvCxnSpPr>
        <p:spPr>
          <a:xfrm>
            <a:off x="752528" y="247662"/>
            <a:ext cx="11436297" cy="0"/>
          </a:xfrm>
          <a:prstGeom prst="line">
            <a:avLst/>
          </a:prstGeom>
          <a:ln w="19050" cap="sq">
            <a:solidFill>
              <a:srgbClr val="CE1126"/>
            </a:solidFill>
            <a:headEnd type="oval" w="sm" len="sm"/>
          </a:ln>
          <a:effectLst/>
        </p:spPr>
        <p:style>
          <a:lnRef idx="2">
            <a:schemeClr val="accent1"/>
          </a:lnRef>
          <a:fillRef idx="0">
            <a:schemeClr val="accent1"/>
          </a:fillRef>
          <a:effectRef idx="1">
            <a:schemeClr val="accent1"/>
          </a:effectRef>
          <a:fontRef idx="minor">
            <a:schemeClr val="tx1"/>
          </a:fontRef>
        </p:style>
      </p:cxnSp>
      <p:sp>
        <p:nvSpPr>
          <p:cNvPr id="13" name="Date">
            <a:extLst>
              <a:ext uri="{FF2B5EF4-FFF2-40B4-BE49-F238E27FC236}">
                <a16:creationId xmlns:a16="http://schemas.microsoft.com/office/drawing/2014/main" id="{A451BCD5-6153-1747-A933-32E8283537C7}"/>
              </a:ext>
            </a:extLst>
          </p:cNvPr>
          <p:cNvSpPr>
            <a:spLocks noGrp="1"/>
          </p:cNvSpPr>
          <p:nvPr>
            <p:ph type="body" sz="quarter" idx="14" hasCustomPrompt="1"/>
          </p:nvPr>
        </p:nvSpPr>
        <p:spPr>
          <a:xfrm>
            <a:off x="9051010" y="6391832"/>
            <a:ext cx="2312452" cy="216670"/>
          </a:xfrm>
          <a:noFill/>
        </p:spPr>
        <p:txBody>
          <a:bodyPr/>
          <a:lstStyle>
            <a:lvl1pPr>
              <a:defRPr sz="1400" b="1">
                <a:solidFill>
                  <a:schemeClr val="tx1"/>
                </a:solidFill>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en-US"/>
              <a:t>Date</a:t>
            </a:r>
          </a:p>
        </p:txBody>
      </p:sp>
      <p:pic>
        <p:nvPicPr>
          <p:cNvPr id="8" name="Graphic 7">
            <a:extLst>
              <a:ext uri="{FF2B5EF4-FFF2-40B4-BE49-F238E27FC236}">
                <a16:creationId xmlns:a16="http://schemas.microsoft.com/office/drawing/2014/main" id="{2CC691F9-2696-8A42-9AE2-E828441D090D}"/>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472096" y="5526826"/>
            <a:ext cx="3071203" cy="514215"/>
          </a:xfrm>
          <a:prstGeom prst="rect">
            <a:avLst/>
          </a:prstGeom>
        </p:spPr>
      </p:pic>
      <p:sp>
        <p:nvSpPr>
          <p:cNvPr id="3" name="Footer Placeholder 2">
            <a:extLst>
              <a:ext uri="{FF2B5EF4-FFF2-40B4-BE49-F238E27FC236}">
                <a16:creationId xmlns:a16="http://schemas.microsoft.com/office/drawing/2014/main" id="{D167C4F7-4602-644E-8974-9A2BD1FBE32C}"/>
              </a:ext>
            </a:extLst>
          </p:cNvPr>
          <p:cNvSpPr>
            <a:spLocks noGrp="1"/>
          </p:cNvSpPr>
          <p:nvPr>
            <p:ph type="ftr" sz="quarter" idx="16"/>
          </p:nvPr>
        </p:nvSpPr>
        <p:spPr/>
        <p:txBody>
          <a:bodyPr/>
          <a:lstStyle/>
          <a:p>
            <a:r>
              <a:rPr lang="en-US">
                <a:cs typeface="DIN-Light"/>
              </a:rPr>
              <a:t>CS Agentic Development</a:t>
            </a:r>
            <a:endParaRPr lang="en-US"/>
          </a:p>
        </p:txBody>
      </p:sp>
    </p:spTree>
    <p:extLst>
      <p:ext uri="{BB962C8B-B14F-4D97-AF65-F5344CB8AC3E}">
        <p14:creationId xmlns:p14="http://schemas.microsoft.com/office/powerpoint/2010/main" val="3142949097"/>
      </p:ext>
    </p:extLst>
  </p:cSld>
  <p:clrMapOvr>
    <a:masterClrMapping/>
  </p:clrMapOvr>
  <p:extLst>
    <p:ext uri="{DCECCB84-F9BA-43D5-87BE-67443E8EF086}">
      <p15:sldGuideLst xmlns:p15="http://schemas.microsoft.com/office/powerpoint/2012/main">
        <p15:guide id="1" orient="horz" pos="3552" userDrawn="1">
          <p15:clr>
            <a:srgbClr val="FBAE40"/>
          </p15:clr>
        </p15:guide>
        <p15:guide id="2" orient="horz" pos="3144"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Collins Cover: Boeing 787">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3544F40-B15B-9347-A626-CCC3B42174A2}"/>
              </a:ext>
            </a:extLst>
          </p:cNvPr>
          <p:cNvPicPr>
            <a:picLocks noChangeAspect="1"/>
          </p:cNvPicPr>
          <p:nvPr userDrawn="1"/>
        </p:nvPicPr>
        <p:blipFill>
          <a:blip r:embed="rId2"/>
          <a:stretch>
            <a:fillRect/>
          </a:stretch>
        </p:blipFill>
        <p:spPr>
          <a:xfrm>
            <a:off x="0" y="4763"/>
            <a:ext cx="12192000" cy="5010150"/>
          </a:xfrm>
          <a:prstGeom prst="rect">
            <a:avLst/>
          </a:prstGeom>
        </p:spPr>
      </p:pic>
      <p:sp>
        <p:nvSpPr>
          <p:cNvPr id="2" name="Title"/>
          <p:cNvSpPr>
            <a:spLocks noGrp="1"/>
          </p:cNvSpPr>
          <p:nvPr>
            <p:ph type="title" hasCustomPrompt="1"/>
          </p:nvPr>
        </p:nvSpPr>
        <p:spPr>
          <a:xfrm>
            <a:off x="4257535" y="5297244"/>
            <a:ext cx="7105927" cy="566816"/>
          </a:xfrm>
          <a:noFill/>
        </p:spPr>
        <p:txBody>
          <a:bodyPr anchor="b" anchorCtr="0"/>
          <a:lstStyle>
            <a:lvl1pPr defTabSz="914400">
              <a:spcBef>
                <a:spcPct val="0"/>
              </a:spcBef>
              <a:defRPr sz="2200">
                <a:solidFill>
                  <a:schemeClr val="tx1"/>
                </a:solidFill>
              </a:defRPr>
            </a:lvl1pPr>
          </a:lstStyle>
          <a:p>
            <a:pPr lvl="0" defTabSz="914400">
              <a:spcBef>
                <a:spcPct val="0"/>
              </a:spcBef>
            </a:pPr>
            <a:r>
              <a:rPr lang="en-US"/>
              <a:t>TITLE 22 PT. BLACK. REGULAR. UPPERCASE.</a:t>
            </a:r>
          </a:p>
        </p:txBody>
      </p:sp>
      <p:sp>
        <p:nvSpPr>
          <p:cNvPr id="5" name="Text Placeholder 4"/>
          <p:cNvSpPr>
            <a:spLocks noGrp="1"/>
          </p:cNvSpPr>
          <p:nvPr>
            <p:ph type="body" sz="quarter" idx="15" hasCustomPrompt="1"/>
          </p:nvPr>
        </p:nvSpPr>
        <p:spPr>
          <a:xfrm>
            <a:off x="4257535" y="6041041"/>
            <a:ext cx="7105927" cy="216670"/>
          </a:xfrm>
          <a:noFill/>
        </p:spPr>
        <p:txBody>
          <a:bodyPr/>
          <a:lstStyle>
            <a:lvl1pPr marL="0" marR="0" indent="0" algn="l" defTabSz="0" rtl="0" eaLnBrk="1" fontAlgn="auto" latinLnBrk="0" hangingPunct="1">
              <a:lnSpc>
                <a:spcPct val="90000"/>
              </a:lnSpc>
              <a:spcBef>
                <a:spcPts val="0"/>
              </a:spcBef>
              <a:spcAft>
                <a:spcPts val="0"/>
              </a:spcAft>
              <a:buClrTx/>
              <a:buSzPct val="115000"/>
              <a:buFont typeface="Arial" panose="020B0604020202020204" pitchFamily="34" charset="0"/>
              <a:buNone/>
              <a:tabLst/>
              <a:defRPr sz="1600" b="0" baseline="0">
                <a:solidFill>
                  <a:schemeClr val="tx1"/>
                </a:solidFill>
              </a:defRPr>
            </a:lvl1pPr>
          </a:lstStyle>
          <a:p>
            <a:pPr marL="0" marR="0" lvl="0" indent="0" algn="l" defTabSz="0" rtl="0" eaLnBrk="1" fontAlgn="auto" latinLnBrk="0" hangingPunct="1">
              <a:lnSpc>
                <a:spcPct val="90000"/>
              </a:lnSpc>
              <a:spcBef>
                <a:spcPts val="0"/>
              </a:spcBef>
              <a:spcAft>
                <a:spcPts val="0"/>
              </a:spcAft>
              <a:buClrTx/>
              <a:buSzPct val="115000"/>
              <a:buFont typeface="Arial" panose="020B0604020202020204" pitchFamily="34" charset="0"/>
              <a:buNone/>
              <a:tabLst/>
              <a:defRPr/>
            </a:pPr>
            <a:r>
              <a:rPr lang="en-US"/>
              <a:t>Subhead 16 pt. Black. Regular. Sentence case.</a:t>
            </a:r>
          </a:p>
        </p:txBody>
      </p:sp>
      <p:cxnSp>
        <p:nvCxnSpPr>
          <p:cNvPr id="11" name="Straight Connector 10">
            <a:extLst>
              <a:ext uri="{FF2B5EF4-FFF2-40B4-BE49-F238E27FC236}">
                <a16:creationId xmlns:a16="http://schemas.microsoft.com/office/drawing/2014/main" id="{E648BD36-0B39-4245-A543-F4FCE86E5E97}"/>
              </a:ext>
            </a:extLst>
          </p:cNvPr>
          <p:cNvCxnSpPr>
            <a:cxnSpLocks/>
          </p:cNvCxnSpPr>
          <p:nvPr userDrawn="1"/>
        </p:nvCxnSpPr>
        <p:spPr>
          <a:xfrm>
            <a:off x="752528" y="247662"/>
            <a:ext cx="11436297" cy="0"/>
          </a:xfrm>
          <a:prstGeom prst="line">
            <a:avLst/>
          </a:prstGeom>
          <a:ln w="19050" cap="sq">
            <a:solidFill>
              <a:srgbClr val="CE1126"/>
            </a:solidFill>
            <a:headEnd type="oval" w="sm" len="sm"/>
          </a:ln>
          <a:effectLst/>
        </p:spPr>
        <p:style>
          <a:lnRef idx="2">
            <a:schemeClr val="accent1"/>
          </a:lnRef>
          <a:fillRef idx="0">
            <a:schemeClr val="accent1"/>
          </a:fillRef>
          <a:effectRef idx="1">
            <a:schemeClr val="accent1"/>
          </a:effectRef>
          <a:fontRef idx="minor">
            <a:schemeClr val="tx1"/>
          </a:fontRef>
        </p:style>
      </p:cxnSp>
      <p:sp>
        <p:nvSpPr>
          <p:cNvPr id="13" name="Date">
            <a:extLst>
              <a:ext uri="{FF2B5EF4-FFF2-40B4-BE49-F238E27FC236}">
                <a16:creationId xmlns:a16="http://schemas.microsoft.com/office/drawing/2014/main" id="{A451BCD5-6153-1747-A933-32E8283537C7}"/>
              </a:ext>
            </a:extLst>
          </p:cNvPr>
          <p:cNvSpPr>
            <a:spLocks noGrp="1"/>
          </p:cNvSpPr>
          <p:nvPr>
            <p:ph type="body" sz="quarter" idx="14" hasCustomPrompt="1"/>
          </p:nvPr>
        </p:nvSpPr>
        <p:spPr>
          <a:xfrm>
            <a:off x="9051010" y="6391832"/>
            <a:ext cx="2312452" cy="216670"/>
          </a:xfrm>
          <a:noFill/>
        </p:spPr>
        <p:txBody>
          <a:bodyPr/>
          <a:lstStyle>
            <a:lvl1pPr>
              <a:defRPr sz="1400" b="1">
                <a:solidFill>
                  <a:schemeClr val="tx1"/>
                </a:solidFill>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en-US"/>
              <a:t>Date</a:t>
            </a:r>
          </a:p>
        </p:txBody>
      </p:sp>
      <p:pic>
        <p:nvPicPr>
          <p:cNvPr id="8" name="Graphic 7">
            <a:extLst>
              <a:ext uri="{FF2B5EF4-FFF2-40B4-BE49-F238E27FC236}">
                <a16:creationId xmlns:a16="http://schemas.microsoft.com/office/drawing/2014/main" id="{12ADE7C4-C9D6-C340-9D31-184D270C184E}"/>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472096" y="5526826"/>
            <a:ext cx="3071203" cy="514215"/>
          </a:xfrm>
          <a:prstGeom prst="rect">
            <a:avLst/>
          </a:prstGeom>
        </p:spPr>
      </p:pic>
      <p:sp>
        <p:nvSpPr>
          <p:cNvPr id="3" name="Footer Placeholder 2">
            <a:extLst>
              <a:ext uri="{FF2B5EF4-FFF2-40B4-BE49-F238E27FC236}">
                <a16:creationId xmlns:a16="http://schemas.microsoft.com/office/drawing/2014/main" id="{9E57AB0E-0F4E-1947-B8B6-7C262AFC57BD}"/>
              </a:ext>
            </a:extLst>
          </p:cNvPr>
          <p:cNvSpPr>
            <a:spLocks noGrp="1"/>
          </p:cNvSpPr>
          <p:nvPr>
            <p:ph type="ftr" sz="quarter" idx="16"/>
          </p:nvPr>
        </p:nvSpPr>
        <p:spPr/>
        <p:txBody>
          <a:bodyPr/>
          <a:lstStyle/>
          <a:p>
            <a:r>
              <a:rPr lang="en-US">
                <a:cs typeface="DIN-Light"/>
              </a:rPr>
              <a:t>CS Agentic Development</a:t>
            </a:r>
            <a:endParaRPr lang="en-US"/>
          </a:p>
        </p:txBody>
      </p:sp>
    </p:spTree>
    <p:extLst>
      <p:ext uri="{BB962C8B-B14F-4D97-AF65-F5344CB8AC3E}">
        <p14:creationId xmlns:p14="http://schemas.microsoft.com/office/powerpoint/2010/main" val="2592187736"/>
      </p:ext>
    </p:extLst>
  </p:cSld>
  <p:clrMapOvr>
    <a:masterClrMapping/>
  </p:clrMapOvr>
  <p:extLst>
    <p:ext uri="{DCECCB84-F9BA-43D5-87BE-67443E8EF086}">
      <p15:sldGuideLst xmlns:p15="http://schemas.microsoft.com/office/powerpoint/2012/main">
        <p15:guide id="1" orient="horz" pos="3552" userDrawn="1">
          <p15:clr>
            <a:srgbClr val="FBAE40"/>
          </p15:clr>
        </p15:guide>
        <p15:guide id="2" orient="horz" pos="3144"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4_Collins Cover: UH-60 Blackhawk">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6D93502-0A19-3C4D-8E40-85252E84B68F}"/>
              </a:ext>
            </a:extLst>
          </p:cNvPr>
          <p:cNvPicPr>
            <a:picLocks noChangeAspect="1"/>
          </p:cNvPicPr>
          <p:nvPr userDrawn="1"/>
        </p:nvPicPr>
        <p:blipFill>
          <a:blip r:embed="rId2"/>
          <a:stretch>
            <a:fillRect/>
          </a:stretch>
        </p:blipFill>
        <p:spPr>
          <a:xfrm>
            <a:off x="0" y="0"/>
            <a:ext cx="12192000" cy="5010150"/>
          </a:xfrm>
          <a:prstGeom prst="rect">
            <a:avLst/>
          </a:prstGeom>
        </p:spPr>
      </p:pic>
      <p:sp>
        <p:nvSpPr>
          <p:cNvPr id="2" name="Title"/>
          <p:cNvSpPr>
            <a:spLocks noGrp="1"/>
          </p:cNvSpPr>
          <p:nvPr>
            <p:ph type="title" hasCustomPrompt="1"/>
          </p:nvPr>
        </p:nvSpPr>
        <p:spPr>
          <a:xfrm>
            <a:off x="4257535" y="5297244"/>
            <a:ext cx="7105927" cy="566816"/>
          </a:xfrm>
          <a:noFill/>
        </p:spPr>
        <p:txBody>
          <a:bodyPr anchor="b" anchorCtr="0"/>
          <a:lstStyle>
            <a:lvl1pPr defTabSz="914400">
              <a:spcBef>
                <a:spcPct val="0"/>
              </a:spcBef>
              <a:defRPr sz="2200">
                <a:solidFill>
                  <a:schemeClr val="tx1"/>
                </a:solidFill>
              </a:defRPr>
            </a:lvl1pPr>
          </a:lstStyle>
          <a:p>
            <a:pPr lvl="0" defTabSz="914400">
              <a:spcBef>
                <a:spcPct val="0"/>
              </a:spcBef>
            </a:pPr>
            <a:r>
              <a:rPr lang="en-US"/>
              <a:t>TITLE 22 PT. BLACK. REGULAR. UPPERCASE.</a:t>
            </a:r>
          </a:p>
        </p:txBody>
      </p:sp>
      <p:sp>
        <p:nvSpPr>
          <p:cNvPr id="5" name="Text Placeholder 4"/>
          <p:cNvSpPr>
            <a:spLocks noGrp="1"/>
          </p:cNvSpPr>
          <p:nvPr>
            <p:ph type="body" sz="quarter" idx="15" hasCustomPrompt="1"/>
          </p:nvPr>
        </p:nvSpPr>
        <p:spPr>
          <a:xfrm>
            <a:off x="4257535" y="6041041"/>
            <a:ext cx="7105927" cy="216670"/>
          </a:xfrm>
          <a:noFill/>
        </p:spPr>
        <p:txBody>
          <a:bodyPr/>
          <a:lstStyle>
            <a:lvl1pPr marL="0" marR="0" indent="0" algn="l" defTabSz="0" rtl="0" eaLnBrk="1" fontAlgn="auto" latinLnBrk="0" hangingPunct="1">
              <a:lnSpc>
                <a:spcPct val="90000"/>
              </a:lnSpc>
              <a:spcBef>
                <a:spcPts val="0"/>
              </a:spcBef>
              <a:spcAft>
                <a:spcPts val="0"/>
              </a:spcAft>
              <a:buClrTx/>
              <a:buSzPct val="115000"/>
              <a:buFont typeface="Arial" panose="020B0604020202020204" pitchFamily="34" charset="0"/>
              <a:buNone/>
              <a:tabLst/>
              <a:defRPr sz="1600" b="0" baseline="0">
                <a:solidFill>
                  <a:schemeClr val="tx1"/>
                </a:solidFill>
              </a:defRPr>
            </a:lvl1pPr>
          </a:lstStyle>
          <a:p>
            <a:pPr marL="0" marR="0" lvl="0" indent="0" algn="l" defTabSz="0" rtl="0" eaLnBrk="1" fontAlgn="auto" latinLnBrk="0" hangingPunct="1">
              <a:lnSpc>
                <a:spcPct val="90000"/>
              </a:lnSpc>
              <a:spcBef>
                <a:spcPts val="0"/>
              </a:spcBef>
              <a:spcAft>
                <a:spcPts val="0"/>
              </a:spcAft>
              <a:buClrTx/>
              <a:buSzPct val="115000"/>
              <a:buFont typeface="Arial" panose="020B0604020202020204" pitchFamily="34" charset="0"/>
              <a:buNone/>
              <a:tabLst/>
              <a:defRPr/>
            </a:pPr>
            <a:r>
              <a:rPr lang="en-US"/>
              <a:t>Subhead 16 pt. Black. Regular. Sentence case.</a:t>
            </a:r>
          </a:p>
        </p:txBody>
      </p:sp>
      <p:cxnSp>
        <p:nvCxnSpPr>
          <p:cNvPr id="11" name="Straight Connector 10">
            <a:extLst>
              <a:ext uri="{FF2B5EF4-FFF2-40B4-BE49-F238E27FC236}">
                <a16:creationId xmlns:a16="http://schemas.microsoft.com/office/drawing/2014/main" id="{E648BD36-0B39-4245-A543-F4FCE86E5E97}"/>
              </a:ext>
            </a:extLst>
          </p:cNvPr>
          <p:cNvCxnSpPr>
            <a:cxnSpLocks/>
          </p:cNvCxnSpPr>
          <p:nvPr userDrawn="1"/>
        </p:nvCxnSpPr>
        <p:spPr>
          <a:xfrm>
            <a:off x="752528" y="247662"/>
            <a:ext cx="11436297" cy="0"/>
          </a:xfrm>
          <a:prstGeom prst="line">
            <a:avLst/>
          </a:prstGeom>
          <a:ln w="19050" cap="sq">
            <a:solidFill>
              <a:srgbClr val="CE1126"/>
            </a:solidFill>
            <a:headEnd type="oval" w="sm" len="sm"/>
          </a:ln>
          <a:effectLst/>
        </p:spPr>
        <p:style>
          <a:lnRef idx="2">
            <a:schemeClr val="accent1"/>
          </a:lnRef>
          <a:fillRef idx="0">
            <a:schemeClr val="accent1"/>
          </a:fillRef>
          <a:effectRef idx="1">
            <a:schemeClr val="accent1"/>
          </a:effectRef>
          <a:fontRef idx="minor">
            <a:schemeClr val="tx1"/>
          </a:fontRef>
        </p:style>
      </p:cxnSp>
      <p:sp>
        <p:nvSpPr>
          <p:cNvPr id="13" name="Date">
            <a:extLst>
              <a:ext uri="{FF2B5EF4-FFF2-40B4-BE49-F238E27FC236}">
                <a16:creationId xmlns:a16="http://schemas.microsoft.com/office/drawing/2014/main" id="{A451BCD5-6153-1747-A933-32E8283537C7}"/>
              </a:ext>
            </a:extLst>
          </p:cNvPr>
          <p:cNvSpPr>
            <a:spLocks noGrp="1"/>
          </p:cNvSpPr>
          <p:nvPr>
            <p:ph type="body" sz="quarter" idx="14" hasCustomPrompt="1"/>
          </p:nvPr>
        </p:nvSpPr>
        <p:spPr>
          <a:xfrm>
            <a:off x="9051010" y="6391832"/>
            <a:ext cx="2312452" cy="216670"/>
          </a:xfrm>
          <a:noFill/>
        </p:spPr>
        <p:txBody>
          <a:bodyPr/>
          <a:lstStyle>
            <a:lvl1pPr>
              <a:defRPr sz="1400" b="1">
                <a:solidFill>
                  <a:schemeClr val="tx1"/>
                </a:solidFill>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en-US"/>
              <a:t>Date</a:t>
            </a:r>
          </a:p>
        </p:txBody>
      </p:sp>
      <p:pic>
        <p:nvPicPr>
          <p:cNvPr id="10" name="Graphic 9">
            <a:extLst>
              <a:ext uri="{FF2B5EF4-FFF2-40B4-BE49-F238E27FC236}">
                <a16:creationId xmlns:a16="http://schemas.microsoft.com/office/drawing/2014/main" id="{A787AB98-5F2A-FF41-A513-9AE47180BD81}"/>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472096" y="5526826"/>
            <a:ext cx="3071203" cy="514215"/>
          </a:xfrm>
          <a:prstGeom prst="rect">
            <a:avLst/>
          </a:prstGeom>
        </p:spPr>
      </p:pic>
      <p:sp>
        <p:nvSpPr>
          <p:cNvPr id="3" name="Footer Placeholder 2">
            <a:extLst>
              <a:ext uri="{FF2B5EF4-FFF2-40B4-BE49-F238E27FC236}">
                <a16:creationId xmlns:a16="http://schemas.microsoft.com/office/drawing/2014/main" id="{2F5A6B71-801B-4548-95BF-EFDC7CD73175}"/>
              </a:ext>
            </a:extLst>
          </p:cNvPr>
          <p:cNvSpPr>
            <a:spLocks noGrp="1"/>
          </p:cNvSpPr>
          <p:nvPr>
            <p:ph type="ftr" sz="quarter" idx="16"/>
          </p:nvPr>
        </p:nvSpPr>
        <p:spPr/>
        <p:txBody>
          <a:bodyPr/>
          <a:lstStyle/>
          <a:p>
            <a:r>
              <a:rPr lang="en-US">
                <a:cs typeface="DIN-Light"/>
              </a:rPr>
              <a:t>CS Agentic Development</a:t>
            </a:r>
            <a:endParaRPr lang="en-US"/>
          </a:p>
        </p:txBody>
      </p:sp>
    </p:spTree>
    <p:extLst>
      <p:ext uri="{BB962C8B-B14F-4D97-AF65-F5344CB8AC3E}">
        <p14:creationId xmlns:p14="http://schemas.microsoft.com/office/powerpoint/2010/main" val="1007516146"/>
      </p:ext>
    </p:extLst>
  </p:cSld>
  <p:clrMapOvr>
    <a:masterClrMapping/>
  </p:clrMapOvr>
  <p:extLst>
    <p:ext uri="{DCECCB84-F9BA-43D5-87BE-67443E8EF086}">
      <p15:sldGuideLst xmlns:p15="http://schemas.microsoft.com/office/powerpoint/2012/main">
        <p15:guide id="1" orient="horz" pos="3552" userDrawn="1">
          <p15:clr>
            <a:srgbClr val="FBAE40"/>
          </p15:clr>
        </p15:guide>
        <p15:guide id="2" orient="horz" pos="3144"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llins Content: 1 column">
    <p:spTree>
      <p:nvGrpSpPr>
        <p:cNvPr id="1" name=""/>
        <p:cNvGrpSpPr/>
        <p:nvPr/>
      </p:nvGrpSpPr>
      <p:grpSpPr>
        <a:xfrm>
          <a:off x="0" y="0"/>
          <a:ext cx="0" cy="0"/>
          <a:chOff x="0" y="0"/>
          <a:chExt cx="0" cy="0"/>
        </a:xfrm>
      </p:grpSpPr>
      <p:sp>
        <p:nvSpPr>
          <p:cNvPr id="31" name="Body"/>
          <p:cNvSpPr>
            <a:spLocks noGrp="1"/>
          </p:cNvSpPr>
          <p:nvPr>
            <p:ph type="body" sz="quarter" idx="13" hasCustomPrompt="1"/>
          </p:nvPr>
        </p:nvSpPr>
        <p:spPr>
          <a:xfrm>
            <a:off x="685799" y="1475700"/>
            <a:ext cx="10829543" cy="3782798"/>
          </a:xfrm>
          <a:noFill/>
        </p:spPr>
        <p:txBody>
          <a:bodyPr/>
          <a:lstStyle>
            <a:lvl1pPr marL="219456" indent="-219456" algn="l" defTabSz="914400" rtl="0" eaLnBrk="1" latinLnBrk="0" hangingPunct="1">
              <a:lnSpc>
                <a:spcPct val="100000"/>
              </a:lnSpc>
              <a:spcBef>
                <a:spcPts val="0"/>
              </a:spcBef>
              <a:spcAft>
                <a:spcPts val="600"/>
              </a:spcAft>
              <a:buClr>
                <a:srgbClr val="CE1126"/>
              </a:buClr>
              <a:buSzPct val="75000"/>
              <a:buFont typeface="Arial" panose="020B0604020202020204" pitchFamily="34" charset="0"/>
              <a:buChar char="•"/>
              <a:defRPr lang="en-US" sz="2200" kern="1200" baseline="0" dirty="0" smtClean="0">
                <a:solidFill>
                  <a:schemeClr val="tx1"/>
                </a:solidFill>
                <a:latin typeface="Arial" panose="020B0604020202020204" pitchFamily="34" charset="0"/>
                <a:ea typeface="+mn-ea"/>
                <a:cs typeface="+mn-cs"/>
              </a:defRPr>
            </a:lvl1pPr>
            <a:lvl2pPr indent="-219456" algn="l" defTabSz="914400" rtl="0" eaLnBrk="1" latinLnBrk="0" hangingPunct="1">
              <a:lnSpc>
                <a:spcPct val="100000"/>
              </a:lnSpc>
              <a:spcBef>
                <a:spcPts val="0"/>
              </a:spcBef>
              <a:spcAft>
                <a:spcPts val="600"/>
              </a:spcAft>
              <a:buClr>
                <a:schemeClr val="accent1"/>
              </a:buClr>
              <a:buFont typeface="Arial" panose="020B0604020202020204" pitchFamily="34" charset="0"/>
              <a:defRPr lang="en-US" sz="2000" kern="1200" baseline="0" dirty="0" smtClean="0">
                <a:solidFill>
                  <a:schemeClr val="tx1"/>
                </a:solidFill>
                <a:latin typeface="Arial" panose="020B0604020202020204" pitchFamily="34" charset="0"/>
                <a:ea typeface="+mn-ea"/>
                <a:cs typeface="+mn-cs"/>
              </a:defRPr>
            </a:lvl2pPr>
            <a:lvl3pPr indent="-219456" algn="l" defTabSz="914400" rtl="0" eaLnBrk="1" latinLnBrk="0" hangingPunct="1">
              <a:lnSpc>
                <a:spcPct val="100000"/>
              </a:lnSpc>
              <a:spcBef>
                <a:spcPts val="0"/>
              </a:spcBef>
              <a:spcAft>
                <a:spcPts val="600"/>
              </a:spcAft>
              <a:buFont typeface="Arial" panose="020B0604020202020204" pitchFamily="34" charset="0"/>
              <a:defRPr lang="en-US" sz="1800" kern="1200" baseline="0" dirty="0" smtClean="0">
                <a:solidFill>
                  <a:schemeClr val="tx1"/>
                </a:solidFill>
                <a:latin typeface="Arial" panose="020B0604020202020204" pitchFamily="34" charset="0"/>
                <a:ea typeface="+mn-ea"/>
                <a:cs typeface="+mn-cs"/>
              </a:defRPr>
            </a:lvl3pPr>
            <a:lvl4pPr indent="-219456" algn="l" defTabSz="914400" rtl="0" eaLnBrk="1" latinLnBrk="0" hangingPunct="1">
              <a:lnSpc>
                <a:spcPct val="100000"/>
              </a:lnSpc>
              <a:spcBef>
                <a:spcPts val="0"/>
              </a:spcBef>
              <a:spcAft>
                <a:spcPts val="600"/>
              </a:spcAft>
              <a:buClr>
                <a:schemeClr val="accent1"/>
              </a:buClr>
              <a:buFont typeface="Arial" panose="020B0604020202020204" pitchFamily="34" charset="0"/>
              <a:defRPr lang="en-US" sz="1600" kern="1200" dirty="0" smtClean="0">
                <a:solidFill>
                  <a:schemeClr val="tx1"/>
                </a:solidFill>
                <a:latin typeface="+mn-lt"/>
                <a:ea typeface="+mn-ea"/>
                <a:cs typeface="+mn-cs"/>
              </a:defRPr>
            </a:lvl4pPr>
            <a:lvl5pPr indent="-219456" algn="l" defTabSz="914400" rtl="0" eaLnBrk="1" latinLnBrk="0" hangingPunct="1">
              <a:lnSpc>
                <a:spcPct val="100000"/>
              </a:lnSpc>
              <a:spcBef>
                <a:spcPts val="0"/>
              </a:spcBef>
              <a:spcAft>
                <a:spcPts val="600"/>
              </a:spcAft>
              <a:buFont typeface="Arial" panose="020B0604020202020204" pitchFamily="34" charset="0"/>
              <a:defRPr lang="en-US" sz="1600" kern="1200" dirty="0">
                <a:solidFill>
                  <a:schemeClr val="tx1"/>
                </a:solidFill>
                <a:latin typeface="+mn-lt"/>
                <a:ea typeface="+mn-ea"/>
                <a:cs typeface="+mn-cs"/>
              </a:defRPr>
            </a:lvl5pPr>
          </a:lstStyle>
          <a:p>
            <a:pPr lvl="0"/>
            <a:r>
              <a:rPr lang="en-US"/>
              <a:t>Main bullet. 22 pt. black. Regular. Sentence case.</a:t>
            </a:r>
          </a:p>
          <a:p>
            <a:pPr lvl="1"/>
            <a:r>
              <a:rPr lang="en-US"/>
              <a:t>Second level</a:t>
            </a:r>
          </a:p>
          <a:p>
            <a:pPr lvl="2"/>
            <a:r>
              <a:rPr lang="en-US"/>
              <a:t>Third level</a:t>
            </a:r>
          </a:p>
          <a:p>
            <a:pPr lvl="3"/>
            <a:r>
              <a:rPr lang="en-US"/>
              <a:t>Fourth level</a:t>
            </a:r>
          </a:p>
          <a:p>
            <a:pPr lvl="4"/>
            <a:r>
              <a:rPr lang="en-US"/>
              <a:t>Fifth level</a:t>
            </a:r>
          </a:p>
        </p:txBody>
      </p:sp>
      <p:sp>
        <p:nvSpPr>
          <p:cNvPr id="15" name="Slide number"/>
          <p:cNvSpPr>
            <a:spLocks noGrp="1"/>
          </p:cNvSpPr>
          <p:nvPr>
            <p:ph type="sldNum" sz="quarter" idx="4"/>
          </p:nvPr>
        </p:nvSpPr>
        <p:spPr>
          <a:xfrm>
            <a:off x="10983397" y="6380414"/>
            <a:ext cx="531946" cy="365125"/>
          </a:xfrm>
          <a:prstGeom prst="rect">
            <a:avLst/>
          </a:prstGeom>
        </p:spPr>
        <p:txBody>
          <a:bodyPr vert="horz" lIns="0" tIns="0" rIns="0" bIns="0" rtlCol="0" anchor="t" anchorCtr="0"/>
          <a:lstStyle>
            <a:lvl1pPr algn="r">
              <a:defRPr lang="en-US" sz="1200" kern="1200" smtClean="0">
                <a:solidFill>
                  <a:schemeClr val="tx1">
                    <a:tint val="75000"/>
                  </a:schemeClr>
                </a:solidFill>
                <a:latin typeface="+mn-lt"/>
                <a:ea typeface="+mn-ea"/>
                <a:cs typeface="+mn-cs"/>
              </a:defRPr>
            </a:lvl1pPr>
          </a:lstStyle>
          <a:p>
            <a:fld id="{07165E6F-54ED-4977-A15E-D44BE7238A65}" type="slidenum">
              <a:rPr lang="en-US" smtClean="0"/>
              <a:pPr/>
              <a:t>‹#›</a:t>
            </a:fld>
            <a:endParaRPr lang="en-US"/>
          </a:p>
        </p:txBody>
      </p:sp>
      <p:sp>
        <p:nvSpPr>
          <p:cNvPr id="6" name="Title 5"/>
          <p:cNvSpPr>
            <a:spLocks noGrp="1"/>
          </p:cNvSpPr>
          <p:nvPr>
            <p:ph type="title" hasCustomPrompt="1"/>
          </p:nvPr>
        </p:nvSpPr>
        <p:spPr>
          <a:xfrm>
            <a:off x="694944" y="514473"/>
            <a:ext cx="10811256" cy="676653"/>
          </a:xfrm>
          <a:prstGeom prst="rect">
            <a:avLst/>
          </a:prstGeom>
        </p:spPr>
        <p:txBody>
          <a:bodyPr/>
          <a:lstStyle>
            <a:lvl1pPr>
              <a:lnSpc>
                <a:spcPct val="80000"/>
              </a:lnSpc>
              <a:defRPr b="0"/>
            </a:lvl1pPr>
          </a:lstStyle>
          <a:p>
            <a:r>
              <a:rPr lang="en-US"/>
              <a:t>TITLE. 32 PT. BLACK. REGULAR. UPPERCASE. TWO LINES MAX.</a:t>
            </a:r>
          </a:p>
        </p:txBody>
      </p:sp>
      <p:sp>
        <p:nvSpPr>
          <p:cNvPr id="8" name="Takeaway bar"/>
          <p:cNvSpPr>
            <a:spLocks noGrp="1"/>
          </p:cNvSpPr>
          <p:nvPr>
            <p:ph type="body" sz="quarter" idx="15" hasCustomPrompt="1"/>
          </p:nvPr>
        </p:nvSpPr>
        <p:spPr>
          <a:xfrm>
            <a:off x="694944" y="5917569"/>
            <a:ext cx="10820399" cy="268279"/>
          </a:xfrm>
          <a:solidFill>
            <a:schemeClr val="accent1"/>
          </a:solidFill>
        </p:spPr>
        <p:txBody>
          <a:bodyPr vert="horz" wrap="square" lIns="621792" tIns="64008" rIns="621792" bIns="36576" rtlCol="0" anchor="b" anchorCtr="0">
            <a:spAutoFit/>
          </a:bodyPr>
          <a:lstStyle>
            <a:lvl1pPr marL="0" indent="0" algn="ctr" defTabSz="0">
              <a:lnSpc>
                <a:spcPts val="1300"/>
              </a:lnSpc>
              <a:spcBef>
                <a:spcPts val="0"/>
              </a:spcBef>
              <a:buFontTx/>
              <a:buNone/>
              <a:defRPr lang="en-US" sz="1600" b="1" dirty="0">
                <a:solidFill>
                  <a:schemeClr val="bg1"/>
                </a:solidFill>
                <a:latin typeface="Arial" panose="020B0604020202020204" pitchFamily="34" charset="0"/>
                <a:ea typeface="+mj-ea"/>
                <a:cs typeface="Arial" panose="020B0604020202020204" pitchFamily="34" charset="0"/>
              </a:defRPr>
            </a:lvl1pPr>
          </a:lstStyle>
          <a:p>
            <a:pPr marL="0" lvl="0" indent="0" algn="ctr">
              <a:buNone/>
            </a:pPr>
            <a:r>
              <a:rPr lang="en-US"/>
              <a:t>Optional takeaway bar. White. Bold. 16 pt. Centered. Sentence case.</a:t>
            </a:r>
          </a:p>
        </p:txBody>
      </p:sp>
      <p:sp>
        <p:nvSpPr>
          <p:cNvPr id="2" name="Footer Placeholder 1">
            <a:extLst>
              <a:ext uri="{FF2B5EF4-FFF2-40B4-BE49-F238E27FC236}">
                <a16:creationId xmlns:a16="http://schemas.microsoft.com/office/drawing/2014/main" id="{F60EDAC1-8055-B14A-90F8-71A97F17FF14}"/>
              </a:ext>
            </a:extLst>
          </p:cNvPr>
          <p:cNvSpPr>
            <a:spLocks noGrp="1"/>
          </p:cNvSpPr>
          <p:nvPr>
            <p:ph type="ftr" sz="quarter" idx="16"/>
          </p:nvPr>
        </p:nvSpPr>
        <p:spPr/>
        <p:txBody>
          <a:bodyPr/>
          <a:lstStyle/>
          <a:p>
            <a:r>
              <a:rPr lang="en-US">
                <a:cs typeface="DIN-Light"/>
              </a:rPr>
              <a:t>CS Agentic Development</a:t>
            </a:r>
            <a:endParaRPr lang="en-US"/>
          </a:p>
        </p:txBody>
      </p:sp>
    </p:spTree>
    <p:extLst>
      <p:ext uri="{BB962C8B-B14F-4D97-AF65-F5344CB8AC3E}">
        <p14:creationId xmlns:p14="http://schemas.microsoft.com/office/powerpoint/2010/main" val="179859194"/>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llins Content: 1 column/photo">
    <p:bg>
      <p:bgRef idx="1001">
        <a:schemeClr val="bg1"/>
      </p:bgRef>
    </p:bg>
    <p:spTree>
      <p:nvGrpSpPr>
        <p:cNvPr id="1" name=""/>
        <p:cNvGrpSpPr/>
        <p:nvPr/>
      </p:nvGrpSpPr>
      <p:grpSpPr>
        <a:xfrm>
          <a:off x="0" y="0"/>
          <a:ext cx="0" cy="0"/>
          <a:chOff x="0" y="0"/>
          <a:chExt cx="0" cy="0"/>
        </a:xfrm>
      </p:grpSpPr>
      <p:sp>
        <p:nvSpPr>
          <p:cNvPr id="31" name="Body 1"/>
          <p:cNvSpPr>
            <a:spLocks noGrp="1"/>
          </p:cNvSpPr>
          <p:nvPr>
            <p:ph type="body" sz="quarter" idx="13" hasCustomPrompt="1"/>
          </p:nvPr>
        </p:nvSpPr>
        <p:spPr>
          <a:xfrm>
            <a:off x="696433" y="2251609"/>
            <a:ext cx="3418367" cy="3539591"/>
          </a:xfrm>
          <a:noFill/>
        </p:spPr>
        <p:txBody>
          <a:bodyPr/>
          <a:lstStyle>
            <a:lvl1pPr marL="219451" indent="-219451" algn="l" defTabSz="914400" rtl="0" eaLnBrk="1" latinLnBrk="0" hangingPunct="1">
              <a:lnSpc>
                <a:spcPct val="100000"/>
              </a:lnSpc>
              <a:spcBef>
                <a:spcPct val="0"/>
              </a:spcBef>
              <a:spcAft>
                <a:spcPts val="600"/>
              </a:spcAft>
              <a:buClr>
                <a:srgbClr val="CE1126"/>
              </a:buClr>
              <a:buSzPct val="75000"/>
              <a:buFont typeface="Arial" panose="020B0604020202020204" pitchFamily="34" charset="0"/>
              <a:buChar char="•"/>
              <a:defRPr lang="en-US" sz="1800" kern="1200" dirty="0" smtClean="0">
                <a:solidFill>
                  <a:schemeClr val="tx1"/>
                </a:solidFill>
                <a:latin typeface="+mn-lt"/>
                <a:ea typeface="+mn-ea"/>
                <a:cs typeface="+mn-cs"/>
              </a:defRPr>
            </a:lvl1pPr>
            <a:lvl2pPr indent="-219456" algn="l" defTabSz="914400" rtl="0" eaLnBrk="1" latinLnBrk="0" hangingPunct="1">
              <a:lnSpc>
                <a:spcPct val="100000"/>
              </a:lnSpc>
              <a:spcBef>
                <a:spcPts val="0"/>
              </a:spcBef>
              <a:spcAft>
                <a:spcPts val="600"/>
              </a:spcAft>
              <a:buClr>
                <a:schemeClr val="accent1"/>
              </a:buClr>
              <a:buFont typeface="Arial" panose="020B0604020202020204" pitchFamily="34" charset="0"/>
              <a:defRPr lang="en-US" sz="1800" kern="1200" dirty="0" smtClean="0">
                <a:solidFill>
                  <a:schemeClr val="tx1"/>
                </a:solidFill>
                <a:latin typeface="+mn-lt"/>
                <a:ea typeface="+mn-ea"/>
                <a:cs typeface="+mn-cs"/>
              </a:defRPr>
            </a:lvl2pPr>
            <a:lvl3pPr indent="-219456" algn="l" defTabSz="914400" rtl="0" eaLnBrk="1" latinLnBrk="0" hangingPunct="1">
              <a:lnSpc>
                <a:spcPct val="100000"/>
              </a:lnSpc>
              <a:spcBef>
                <a:spcPts val="0"/>
              </a:spcBef>
              <a:spcAft>
                <a:spcPts val="600"/>
              </a:spcAft>
              <a:buFont typeface="Arial" panose="020B0604020202020204" pitchFamily="34" charset="0"/>
              <a:defRPr lang="en-US" sz="1800" kern="1200" dirty="0" smtClean="0">
                <a:solidFill>
                  <a:schemeClr val="tx1"/>
                </a:solidFill>
                <a:latin typeface="+mn-lt"/>
                <a:ea typeface="+mn-ea"/>
                <a:cs typeface="+mn-cs"/>
              </a:defRPr>
            </a:lvl3pPr>
            <a:lvl4pPr indent="-219456" algn="l" defTabSz="914400" rtl="0" eaLnBrk="1" latinLnBrk="0" hangingPunct="1">
              <a:lnSpc>
                <a:spcPct val="100000"/>
              </a:lnSpc>
              <a:spcBef>
                <a:spcPts val="0"/>
              </a:spcBef>
              <a:spcAft>
                <a:spcPts val="600"/>
              </a:spcAft>
              <a:buClr>
                <a:schemeClr val="accent1"/>
              </a:buClr>
              <a:buFont typeface="Arial" panose="020B0604020202020204" pitchFamily="34" charset="0"/>
              <a:defRPr lang="en-US" sz="1600" kern="1200" dirty="0" smtClean="0">
                <a:solidFill>
                  <a:schemeClr val="tx1"/>
                </a:solidFill>
                <a:latin typeface="+mn-lt"/>
                <a:ea typeface="+mn-ea"/>
                <a:cs typeface="+mn-cs"/>
              </a:defRPr>
            </a:lvl4pPr>
            <a:lvl5pPr indent="-219456" algn="l" defTabSz="914400" rtl="0" eaLnBrk="1" latinLnBrk="0" hangingPunct="1">
              <a:lnSpc>
                <a:spcPct val="100000"/>
              </a:lnSpc>
              <a:spcBef>
                <a:spcPts val="0"/>
              </a:spcBef>
              <a:spcAft>
                <a:spcPts val="600"/>
              </a:spcAft>
              <a:buFont typeface="Arial" panose="020B0604020202020204" pitchFamily="34" charset="0"/>
              <a:defRPr lang="en-US" sz="1600" kern="1200" dirty="0">
                <a:solidFill>
                  <a:schemeClr val="tx1"/>
                </a:solidFill>
                <a:latin typeface="+mn-lt"/>
                <a:ea typeface="+mn-ea"/>
                <a:cs typeface="+mn-cs"/>
              </a:defRPr>
            </a:lvl5pPr>
          </a:lstStyle>
          <a:p>
            <a:pPr lvl="0"/>
            <a:r>
              <a:rPr lang="en-US"/>
              <a:t>Main bullet. 18 pt. black. Regular. Sentence case.</a:t>
            </a:r>
          </a:p>
          <a:p>
            <a:pPr lvl="1"/>
            <a:r>
              <a:rPr lang="en-US"/>
              <a:t>Second level</a:t>
            </a:r>
          </a:p>
          <a:p>
            <a:pPr lvl="2"/>
            <a:r>
              <a:rPr lang="en-US"/>
              <a:t>Third level</a:t>
            </a:r>
          </a:p>
          <a:p>
            <a:pPr lvl="3"/>
            <a:r>
              <a:rPr lang="en-US"/>
              <a:t>Fourth level</a:t>
            </a:r>
          </a:p>
          <a:p>
            <a:pPr lvl="4"/>
            <a:r>
              <a:rPr lang="en-US"/>
              <a:t>Fifth level</a:t>
            </a:r>
          </a:p>
        </p:txBody>
      </p:sp>
      <p:sp>
        <p:nvSpPr>
          <p:cNvPr id="3" name="Picture Placeholder 2"/>
          <p:cNvSpPr>
            <a:spLocks noGrp="1"/>
          </p:cNvSpPr>
          <p:nvPr>
            <p:ph type="pic" sz="quarter" idx="17" hasCustomPrompt="1"/>
          </p:nvPr>
        </p:nvSpPr>
        <p:spPr>
          <a:xfrm>
            <a:off x="4381500" y="1572733"/>
            <a:ext cx="7124700" cy="4218468"/>
          </a:xfrm>
          <a:solidFill>
            <a:schemeClr val="bg2"/>
          </a:solidFill>
        </p:spPr>
        <p:txBody>
          <a:bodyPr tIns="1188720"/>
          <a:lstStyle>
            <a:lvl1pPr marL="0" indent="0" algn="ctr">
              <a:buNone/>
              <a:defRPr/>
            </a:lvl1pPr>
          </a:lstStyle>
          <a:p>
            <a:r>
              <a:rPr lang="en-US"/>
              <a:t>Click to insert photo</a:t>
            </a:r>
          </a:p>
        </p:txBody>
      </p:sp>
      <p:sp>
        <p:nvSpPr>
          <p:cNvPr id="17" name="Slide number"/>
          <p:cNvSpPr>
            <a:spLocks noGrp="1"/>
          </p:cNvSpPr>
          <p:nvPr>
            <p:ph type="sldNum" sz="quarter" idx="4"/>
          </p:nvPr>
        </p:nvSpPr>
        <p:spPr>
          <a:xfrm>
            <a:off x="10983397" y="6380414"/>
            <a:ext cx="531946" cy="365125"/>
          </a:xfrm>
          <a:prstGeom prst="rect">
            <a:avLst/>
          </a:prstGeom>
        </p:spPr>
        <p:txBody>
          <a:bodyPr vert="horz" lIns="0" tIns="0" rIns="0" bIns="0" rtlCol="0" anchor="t" anchorCtr="0"/>
          <a:lstStyle>
            <a:lvl1pPr algn="r">
              <a:defRPr lang="en-US" sz="1200" kern="1200" smtClean="0">
                <a:solidFill>
                  <a:schemeClr val="tx1">
                    <a:tint val="75000"/>
                  </a:schemeClr>
                </a:solidFill>
                <a:latin typeface="+mn-lt"/>
                <a:ea typeface="+mn-ea"/>
                <a:cs typeface="+mn-cs"/>
              </a:defRPr>
            </a:lvl1pPr>
          </a:lstStyle>
          <a:p>
            <a:fld id="{07165E6F-54ED-4977-A15E-D44BE7238A65}" type="slidenum">
              <a:rPr lang="en-US" smtClean="0"/>
              <a:pPr/>
              <a:t>‹#›</a:t>
            </a:fld>
            <a:endParaRPr lang="en-US"/>
          </a:p>
        </p:txBody>
      </p:sp>
      <p:sp>
        <p:nvSpPr>
          <p:cNvPr id="9" name="Text Placeholder 2"/>
          <p:cNvSpPr>
            <a:spLocks noGrp="1"/>
          </p:cNvSpPr>
          <p:nvPr>
            <p:ph type="body" sz="quarter" idx="21" hasCustomPrompt="1"/>
          </p:nvPr>
        </p:nvSpPr>
        <p:spPr>
          <a:xfrm>
            <a:off x="695325" y="1572733"/>
            <a:ext cx="3419475" cy="590931"/>
          </a:xfrm>
          <a:noFill/>
        </p:spPr>
        <p:txBody>
          <a:bodyPr wrap="square" bIns="91440">
            <a:spAutoFit/>
          </a:bodyPr>
          <a:lstStyle>
            <a:lvl1pPr marL="0" marR="0" indent="0" algn="l" defTabSz="914400" rtl="0" eaLnBrk="1" fontAlgn="auto" latinLnBrk="0" hangingPunct="1">
              <a:lnSpc>
                <a:spcPct val="90000"/>
              </a:lnSpc>
              <a:spcBef>
                <a:spcPts val="0"/>
              </a:spcBef>
              <a:spcAft>
                <a:spcPts val="0"/>
              </a:spcAft>
              <a:buClrTx/>
              <a:buSzPct val="115000"/>
              <a:buFont typeface="Arial" panose="020B0604020202020204" pitchFamily="34" charset="0"/>
              <a:buNone/>
              <a:tabLst/>
              <a:defRPr sz="1800" b="1" baseline="0">
                <a:solidFill>
                  <a:srgbClr val="CE1126"/>
                </a:solidFill>
              </a:defRPr>
            </a:lvl1pPr>
          </a:lstStyle>
          <a:p>
            <a:pPr marL="0" marR="0" lvl="0" indent="0" algn="l" defTabSz="914400" rtl="0" eaLnBrk="1" fontAlgn="auto" latinLnBrk="0" hangingPunct="1">
              <a:lnSpc>
                <a:spcPct val="90000"/>
              </a:lnSpc>
              <a:spcBef>
                <a:spcPts val="0"/>
              </a:spcBef>
              <a:spcAft>
                <a:spcPts val="0"/>
              </a:spcAft>
              <a:buClrTx/>
              <a:buSzPct val="115000"/>
              <a:buFont typeface="Arial" panose="020B0604020202020204" pitchFamily="34" charset="0"/>
              <a:buNone/>
              <a:tabLst/>
              <a:defRPr/>
            </a:pPr>
            <a:r>
              <a:rPr lang="en-US"/>
              <a:t>Subhead 18 pt. RTX red. Bold. Sentence case.</a:t>
            </a:r>
          </a:p>
        </p:txBody>
      </p:sp>
      <p:sp>
        <p:nvSpPr>
          <p:cNvPr id="10" name="Title 5"/>
          <p:cNvSpPr>
            <a:spLocks noGrp="1"/>
          </p:cNvSpPr>
          <p:nvPr>
            <p:ph type="title" hasCustomPrompt="1"/>
          </p:nvPr>
        </p:nvSpPr>
        <p:spPr>
          <a:xfrm>
            <a:off x="694944" y="514473"/>
            <a:ext cx="10811256" cy="676653"/>
          </a:xfrm>
          <a:prstGeom prst="rect">
            <a:avLst/>
          </a:prstGeom>
        </p:spPr>
        <p:txBody>
          <a:bodyPr/>
          <a:lstStyle>
            <a:lvl1pPr>
              <a:lnSpc>
                <a:spcPct val="80000"/>
              </a:lnSpc>
              <a:defRPr b="0" spc="300"/>
            </a:lvl1pPr>
          </a:lstStyle>
          <a:p>
            <a:r>
              <a:rPr lang="en-US"/>
              <a:t>TITLE. 32 PT. BLACK. REGULAR. UPPERCASE. TWO LINES MAX.</a:t>
            </a:r>
          </a:p>
        </p:txBody>
      </p:sp>
      <p:sp>
        <p:nvSpPr>
          <p:cNvPr id="11" name="Takeaway bar"/>
          <p:cNvSpPr>
            <a:spLocks noGrp="1"/>
          </p:cNvSpPr>
          <p:nvPr>
            <p:ph type="body" sz="quarter" idx="15" hasCustomPrompt="1"/>
          </p:nvPr>
        </p:nvSpPr>
        <p:spPr>
          <a:xfrm>
            <a:off x="694944" y="5917569"/>
            <a:ext cx="10820399" cy="268279"/>
          </a:xfrm>
          <a:solidFill>
            <a:schemeClr val="accent1"/>
          </a:solidFill>
        </p:spPr>
        <p:txBody>
          <a:bodyPr vert="horz" wrap="square" lIns="621792" tIns="64008" rIns="621792" bIns="36576" rtlCol="0" anchor="b" anchorCtr="0">
            <a:spAutoFit/>
          </a:bodyPr>
          <a:lstStyle>
            <a:lvl1pPr marL="0" indent="0" algn="ctr" defTabSz="0">
              <a:lnSpc>
                <a:spcPts val="1300"/>
              </a:lnSpc>
              <a:spcBef>
                <a:spcPts val="0"/>
              </a:spcBef>
              <a:buFontTx/>
              <a:buNone/>
              <a:defRPr lang="en-US" sz="1600" b="1" dirty="0">
                <a:solidFill>
                  <a:schemeClr val="bg1"/>
                </a:solidFill>
                <a:latin typeface="Arial" panose="020B0604020202020204" pitchFamily="34" charset="0"/>
                <a:ea typeface="+mj-ea"/>
                <a:cs typeface="Arial" panose="020B0604020202020204" pitchFamily="34" charset="0"/>
              </a:defRPr>
            </a:lvl1pPr>
          </a:lstStyle>
          <a:p>
            <a:pPr marL="0" lvl="0" indent="0" algn="ctr">
              <a:buNone/>
            </a:pPr>
            <a:r>
              <a:rPr lang="en-US"/>
              <a:t>Optional takeaway bar. White. Bold. 16 pt. Centered. Sentence case.</a:t>
            </a:r>
          </a:p>
        </p:txBody>
      </p:sp>
      <p:sp>
        <p:nvSpPr>
          <p:cNvPr id="2" name="Footer Placeholder 1">
            <a:extLst>
              <a:ext uri="{FF2B5EF4-FFF2-40B4-BE49-F238E27FC236}">
                <a16:creationId xmlns:a16="http://schemas.microsoft.com/office/drawing/2014/main" id="{8C1C86D5-FAD5-0C48-B07B-53F7036D5DF0}"/>
              </a:ext>
            </a:extLst>
          </p:cNvPr>
          <p:cNvSpPr>
            <a:spLocks noGrp="1"/>
          </p:cNvSpPr>
          <p:nvPr>
            <p:ph type="ftr" sz="quarter" idx="22"/>
          </p:nvPr>
        </p:nvSpPr>
        <p:spPr/>
        <p:txBody>
          <a:bodyPr/>
          <a:lstStyle/>
          <a:p>
            <a:r>
              <a:rPr lang="en-US">
                <a:cs typeface="DIN-Light"/>
              </a:rPr>
              <a:t>CS Agentic Development</a:t>
            </a:r>
            <a:endParaRPr lang="en-US"/>
          </a:p>
        </p:txBody>
      </p:sp>
    </p:spTree>
    <p:extLst>
      <p:ext uri="{BB962C8B-B14F-4D97-AF65-F5344CB8AC3E}">
        <p14:creationId xmlns:p14="http://schemas.microsoft.com/office/powerpoint/2010/main" val="3883582002"/>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416"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llins Content: 1 column/subhead">
    <p:spTree>
      <p:nvGrpSpPr>
        <p:cNvPr id="1" name=""/>
        <p:cNvGrpSpPr/>
        <p:nvPr/>
      </p:nvGrpSpPr>
      <p:grpSpPr>
        <a:xfrm>
          <a:off x="0" y="0"/>
          <a:ext cx="0" cy="0"/>
          <a:chOff x="0" y="0"/>
          <a:chExt cx="0" cy="0"/>
        </a:xfrm>
      </p:grpSpPr>
      <p:sp>
        <p:nvSpPr>
          <p:cNvPr id="31" name="Body"/>
          <p:cNvSpPr>
            <a:spLocks noGrp="1"/>
          </p:cNvSpPr>
          <p:nvPr>
            <p:ph type="body" sz="quarter" idx="13" hasCustomPrompt="1"/>
          </p:nvPr>
        </p:nvSpPr>
        <p:spPr>
          <a:xfrm>
            <a:off x="685799" y="2008402"/>
            <a:ext cx="10829543" cy="3782798"/>
          </a:xfrm>
          <a:noFill/>
        </p:spPr>
        <p:txBody>
          <a:bodyPr/>
          <a:lstStyle>
            <a:lvl1pPr marL="219456" indent="-219456" algn="l" defTabSz="914400" rtl="0" eaLnBrk="1" latinLnBrk="0" hangingPunct="1">
              <a:lnSpc>
                <a:spcPct val="100000"/>
              </a:lnSpc>
              <a:spcBef>
                <a:spcPts val="0"/>
              </a:spcBef>
              <a:spcAft>
                <a:spcPts val="600"/>
              </a:spcAft>
              <a:buClr>
                <a:srgbClr val="CE1126"/>
              </a:buClr>
              <a:buSzPct val="75000"/>
              <a:buFont typeface="Arial" panose="020B0604020202020204" pitchFamily="34" charset="0"/>
              <a:buChar char="•"/>
              <a:defRPr lang="en-US" sz="2200" kern="1200" baseline="0" dirty="0" smtClean="0">
                <a:solidFill>
                  <a:schemeClr val="tx1"/>
                </a:solidFill>
                <a:latin typeface="+mn-lt"/>
                <a:ea typeface="+mn-ea"/>
                <a:cs typeface="+mn-cs"/>
              </a:defRPr>
            </a:lvl1pPr>
            <a:lvl2pPr indent="-219456" algn="l" defTabSz="914400" rtl="0" eaLnBrk="1" latinLnBrk="0" hangingPunct="1">
              <a:lnSpc>
                <a:spcPct val="100000"/>
              </a:lnSpc>
              <a:spcBef>
                <a:spcPts val="0"/>
              </a:spcBef>
              <a:spcAft>
                <a:spcPts val="600"/>
              </a:spcAft>
              <a:buClr>
                <a:schemeClr val="accent1"/>
              </a:buClr>
              <a:buFont typeface="Arial" panose="020B0604020202020204" pitchFamily="34" charset="0"/>
              <a:defRPr lang="en-US" sz="2000" kern="1200" baseline="0" dirty="0" smtClean="0">
                <a:solidFill>
                  <a:schemeClr val="tx1"/>
                </a:solidFill>
                <a:latin typeface="+mn-lt"/>
                <a:ea typeface="+mn-ea"/>
                <a:cs typeface="+mn-cs"/>
              </a:defRPr>
            </a:lvl2pPr>
            <a:lvl3pPr indent="-219456" algn="l" defTabSz="914400" rtl="0" eaLnBrk="1" latinLnBrk="0" hangingPunct="1">
              <a:lnSpc>
                <a:spcPct val="100000"/>
              </a:lnSpc>
              <a:spcBef>
                <a:spcPts val="0"/>
              </a:spcBef>
              <a:spcAft>
                <a:spcPts val="600"/>
              </a:spcAft>
              <a:buFont typeface="Arial" panose="020B0604020202020204" pitchFamily="34" charset="0"/>
              <a:defRPr lang="en-US" sz="1800" kern="1200" baseline="0" dirty="0" smtClean="0">
                <a:solidFill>
                  <a:schemeClr val="tx1"/>
                </a:solidFill>
                <a:latin typeface="+mn-lt"/>
                <a:ea typeface="+mn-ea"/>
                <a:cs typeface="+mn-cs"/>
              </a:defRPr>
            </a:lvl3pPr>
            <a:lvl4pPr indent="-219456" algn="l" defTabSz="914400" rtl="0" eaLnBrk="1" latinLnBrk="0" hangingPunct="1">
              <a:lnSpc>
                <a:spcPct val="100000"/>
              </a:lnSpc>
              <a:spcBef>
                <a:spcPts val="0"/>
              </a:spcBef>
              <a:spcAft>
                <a:spcPts val="600"/>
              </a:spcAft>
              <a:buClr>
                <a:schemeClr val="accent1"/>
              </a:buClr>
              <a:buFont typeface="Arial" panose="020B0604020202020204" pitchFamily="34" charset="0"/>
              <a:defRPr lang="en-US" sz="1600" kern="1200" baseline="0" dirty="0" smtClean="0">
                <a:solidFill>
                  <a:schemeClr val="tx1"/>
                </a:solidFill>
                <a:latin typeface="+mn-lt"/>
                <a:ea typeface="+mn-ea"/>
                <a:cs typeface="+mn-cs"/>
              </a:defRPr>
            </a:lvl4pPr>
            <a:lvl5pPr indent="-219456" algn="l" defTabSz="914400" rtl="0" eaLnBrk="1" latinLnBrk="0" hangingPunct="1">
              <a:lnSpc>
                <a:spcPct val="100000"/>
              </a:lnSpc>
              <a:spcBef>
                <a:spcPts val="0"/>
              </a:spcBef>
              <a:spcAft>
                <a:spcPts val="600"/>
              </a:spcAft>
              <a:buFont typeface="Arial" panose="020B0604020202020204" pitchFamily="34" charset="0"/>
              <a:defRPr lang="en-US" sz="1600" kern="1200" baseline="0" dirty="0">
                <a:solidFill>
                  <a:schemeClr val="tx1"/>
                </a:solidFill>
                <a:latin typeface="+mn-lt"/>
                <a:ea typeface="+mn-ea"/>
                <a:cs typeface="+mn-cs"/>
              </a:defRPr>
            </a:lvl5pPr>
          </a:lstStyle>
          <a:p>
            <a:pPr lvl="0"/>
            <a:r>
              <a:rPr lang="en-US"/>
              <a:t>Main bullet. 22 pt. Black. Sentence case.</a:t>
            </a:r>
          </a:p>
          <a:p>
            <a:pPr lvl="1"/>
            <a:r>
              <a:rPr lang="en-US"/>
              <a:t>Second level</a:t>
            </a:r>
          </a:p>
          <a:p>
            <a:pPr lvl="2"/>
            <a:r>
              <a:rPr lang="en-US"/>
              <a:t>Third level</a:t>
            </a:r>
          </a:p>
          <a:p>
            <a:pPr lvl="3"/>
            <a:r>
              <a:rPr lang="en-US"/>
              <a:t>Fourth level</a:t>
            </a:r>
          </a:p>
          <a:p>
            <a:pPr lvl="4"/>
            <a:r>
              <a:rPr lang="en-US"/>
              <a:t>Fifth level</a:t>
            </a:r>
          </a:p>
        </p:txBody>
      </p:sp>
      <p:sp>
        <p:nvSpPr>
          <p:cNvPr id="3" name="Text Placeholder 2"/>
          <p:cNvSpPr>
            <a:spLocks noGrp="1"/>
          </p:cNvSpPr>
          <p:nvPr>
            <p:ph type="body" sz="quarter" idx="17" hasCustomPrompt="1"/>
          </p:nvPr>
        </p:nvSpPr>
        <p:spPr>
          <a:xfrm>
            <a:off x="685800" y="1572733"/>
            <a:ext cx="10820400" cy="341632"/>
          </a:xfrm>
          <a:noFill/>
        </p:spPr>
        <p:txBody>
          <a:bodyPr wrap="square" bIns="91440">
            <a:spAutoFit/>
          </a:bodyPr>
          <a:lstStyle>
            <a:lvl1pPr marL="0" marR="0" indent="0" algn="l" defTabSz="914400" rtl="0" eaLnBrk="1" fontAlgn="auto" latinLnBrk="0" hangingPunct="1">
              <a:lnSpc>
                <a:spcPct val="90000"/>
              </a:lnSpc>
              <a:spcBef>
                <a:spcPts val="0"/>
              </a:spcBef>
              <a:spcAft>
                <a:spcPts val="0"/>
              </a:spcAft>
              <a:buClrTx/>
              <a:buSzPct val="115000"/>
              <a:buFont typeface="Arial" panose="020B0604020202020204" pitchFamily="34" charset="0"/>
              <a:buNone/>
              <a:tabLst/>
              <a:defRPr sz="1800" b="1" baseline="0">
                <a:solidFill>
                  <a:srgbClr val="CE1126"/>
                </a:solidFill>
              </a:defRPr>
            </a:lvl1pPr>
          </a:lstStyle>
          <a:p>
            <a:pPr marL="0" marR="0" lvl="0" indent="0" algn="l" defTabSz="914400" rtl="0" eaLnBrk="1" fontAlgn="auto" latinLnBrk="0" hangingPunct="1">
              <a:lnSpc>
                <a:spcPct val="90000"/>
              </a:lnSpc>
              <a:spcBef>
                <a:spcPts val="0"/>
              </a:spcBef>
              <a:spcAft>
                <a:spcPts val="0"/>
              </a:spcAft>
              <a:buClrTx/>
              <a:buSzPct val="115000"/>
              <a:buFont typeface="Arial" panose="020B0604020202020204" pitchFamily="34" charset="0"/>
              <a:buNone/>
              <a:tabLst/>
              <a:defRPr/>
            </a:pPr>
            <a:r>
              <a:rPr lang="en-US"/>
              <a:t>Subhead 18 pt. RTX red. Bold. Sentence case.</a:t>
            </a:r>
          </a:p>
        </p:txBody>
      </p:sp>
      <p:sp>
        <p:nvSpPr>
          <p:cNvPr id="15" name="Slide number"/>
          <p:cNvSpPr>
            <a:spLocks noGrp="1"/>
          </p:cNvSpPr>
          <p:nvPr>
            <p:ph type="sldNum" sz="quarter" idx="4"/>
          </p:nvPr>
        </p:nvSpPr>
        <p:spPr>
          <a:xfrm>
            <a:off x="10983397" y="6380414"/>
            <a:ext cx="531946" cy="365125"/>
          </a:xfrm>
          <a:prstGeom prst="rect">
            <a:avLst/>
          </a:prstGeom>
        </p:spPr>
        <p:txBody>
          <a:bodyPr vert="horz" lIns="0" tIns="0" rIns="0" bIns="0" rtlCol="0" anchor="t" anchorCtr="0"/>
          <a:lstStyle>
            <a:lvl1pPr algn="r">
              <a:defRPr lang="en-US" sz="1200" kern="1200" smtClean="0">
                <a:solidFill>
                  <a:schemeClr val="tx1">
                    <a:tint val="75000"/>
                  </a:schemeClr>
                </a:solidFill>
                <a:latin typeface="+mn-lt"/>
                <a:ea typeface="+mn-ea"/>
                <a:cs typeface="+mn-cs"/>
              </a:defRPr>
            </a:lvl1pPr>
          </a:lstStyle>
          <a:p>
            <a:fld id="{07165E6F-54ED-4977-A15E-D44BE7238A65}" type="slidenum">
              <a:rPr lang="en-US" smtClean="0"/>
              <a:pPr/>
              <a:t>‹#›</a:t>
            </a:fld>
            <a:endParaRPr lang="en-US"/>
          </a:p>
        </p:txBody>
      </p:sp>
      <p:sp>
        <p:nvSpPr>
          <p:cNvPr id="6" name="Title 5"/>
          <p:cNvSpPr>
            <a:spLocks noGrp="1"/>
          </p:cNvSpPr>
          <p:nvPr>
            <p:ph type="title" hasCustomPrompt="1"/>
          </p:nvPr>
        </p:nvSpPr>
        <p:spPr>
          <a:xfrm>
            <a:off x="694944" y="514473"/>
            <a:ext cx="10811256" cy="676653"/>
          </a:xfrm>
          <a:prstGeom prst="rect">
            <a:avLst/>
          </a:prstGeom>
        </p:spPr>
        <p:txBody>
          <a:bodyPr anchor="t" anchorCtr="0"/>
          <a:lstStyle>
            <a:lvl1pPr>
              <a:lnSpc>
                <a:spcPct val="80000"/>
              </a:lnSpc>
              <a:defRPr/>
            </a:lvl1pPr>
          </a:lstStyle>
          <a:p>
            <a:r>
              <a:rPr lang="en-US"/>
              <a:t>TITLE. 32 PT. BLACK. REGULAR. UPPERCASE. TWO LINES MAX.</a:t>
            </a:r>
          </a:p>
        </p:txBody>
      </p:sp>
      <p:sp>
        <p:nvSpPr>
          <p:cNvPr id="8" name="Takeaway bar"/>
          <p:cNvSpPr>
            <a:spLocks noGrp="1"/>
          </p:cNvSpPr>
          <p:nvPr>
            <p:ph type="body" sz="quarter" idx="15" hasCustomPrompt="1"/>
          </p:nvPr>
        </p:nvSpPr>
        <p:spPr>
          <a:xfrm>
            <a:off x="694944" y="5917569"/>
            <a:ext cx="10820399" cy="268279"/>
          </a:xfrm>
          <a:solidFill>
            <a:schemeClr val="accent1"/>
          </a:solidFill>
        </p:spPr>
        <p:txBody>
          <a:bodyPr vert="horz" wrap="square" lIns="621792" tIns="64008" rIns="621792" bIns="36576" rtlCol="0" anchor="b" anchorCtr="0">
            <a:spAutoFit/>
          </a:bodyPr>
          <a:lstStyle>
            <a:lvl1pPr marL="0" indent="0" algn="ctr" defTabSz="0">
              <a:lnSpc>
                <a:spcPts val="1300"/>
              </a:lnSpc>
              <a:spcBef>
                <a:spcPts val="0"/>
              </a:spcBef>
              <a:buFontTx/>
              <a:buNone/>
              <a:defRPr lang="en-US" sz="1600" b="1" dirty="0">
                <a:solidFill>
                  <a:schemeClr val="bg1"/>
                </a:solidFill>
                <a:latin typeface="Arial" panose="020B0604020202020204" pitchFamily="34" charset="0"/>
                <a:ea typeface="+mj-ea"/>
                <a:cs typeface="Arial" panose="020B0604020202020204" pitchFamily="34" charset="0"/>
              </a:defRPr>
            </a:lvl1pPr>
          </a:lstStyle>
          <a:p>
            <a:pPr marL="0" lvl="0" indent="0" algn="ctr">
              <a:buNone/>
            </a:pPr>
            <a:r>
              <a:rPr lang="en-US"/>
              <a:t>Optional takeaway bar. White. Bold. 16 pt. Centered. Sentence case.</a:t>
            </a:r>
          </a:p>
        </p:txBody>
      </p:sp>
      <p:sp>
        <p:nvSpPr>
          <p:cNvPr id="2" name="Footer Placeholder 1">
            <a:extLst>
              <a:ext uri="{FF2B5EF4-FFF2-40B4-BE49-F238E27FC236}">
                <a16:creationId xmlns:a16="http://schemas.microsoft.com/office/drawing/2014/main" id="{E8CC1998-8757-C840-AADE-7B8BA99317B4}"/>
              </a:ext>
            </a:extLst>
          </p:cNvPr>
          <p:cNvSpPr>
            <a:spLocks noGrp="1"/>
          </p:cNvSpPr>
          <p:nvPr>
            <p:ph type="ftr" sz="quarter" idx="18"/>
          </p:nvPr>
        </p:nvSpPr>
        <p:spPr/>
        <p:txBody>
          <a:bodyPr/>
          <a:lstStyle/>
          <a:p>
            <a:r>
              <a:rPr lang="en-US">
                <a:cs typeface="DIN-Light"/>
              </a:rPr>
              <a:t>CS Agentic Development</a:t>
            </a:r>
            <a:endParaRPr lang="en-US"/>
          </a:p>
        </p:txBody>
      </p:sp>
    </p:spTree>
    <p:extLst>
      <p:ext uri="{BB962C8B-B14F-4D97-AF65-F5344CB8AC3E}">
        <p14:creationId xmlns:p14="http://schemas.microsoft.com/office/powerpoint/2010/main" val="16383384"/>
      </p:ext>
    </p:extLst>
  </p:cSld>
  <p:clrMapOvr>
    <a:masterClrMapping/>
  </p:clrMapOvr>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llins Content: 2 column">
    <p:spTree>
      <p:nvGrpSpPr>
        <p:cNvPr id="1" name=""/>
        <p:cNvGrpSpPr/>
        <p:nvPr/>
      </p:nvGrpSpPr>
      <p:grpSpPr>
        <a:xfrm>
          <a:off x="0" y="0"/>
          <a:ext cx="0" cy="0"/>
          <a:chOff x="0" y="0"/>
          <a:chExt cx="0" cy="0"/>
        </a:xfrm>
      </p:grpSpPr>
      <p:sp>
        <p:nvSpPr>
          <p:cNvPr id="13" name="Body 2"/>
          <p:cNvSpPr>
            <a:spLocks noGrp="1"/>
          </p:cNvSpPr>
          <p:nvPr>
            <p:ph type="body" sz="quarter" idx="17" hasCustomPrompt="1"/>
          </p:nvPr>
        </p:nvSpPr>
        <p:spPr>
          <a:xfrm>
            <a:off x="6258629" y="2068033"/>
            <a:ext cx="5247571" cy="3723167"/>
          </a:xfrm>
          <a:noFill/>
        </p:spPr>
        <p:txBody>
          <a:bodyPr rIns="182880"/>
          <a:lstStyle>
            <a:lvl1pPr marL="219456" indent="-219451" algn="l" defTabSz="914400" rtl="0" eaLnBrk="1" latinLnBrk="0" hangingPunct="1">
              <a:lnSpc>
                <a:spcPct val="100000"/>
              </a:lnSpc>
              <a:spcBef>
                <a:spcPct val="0"/>
              </a:spcBef>
              <a:spcAft>
                <a:spcPts val="600"/>
              </a:spcAft>
              <a:buClr>
                <a:srgbClr val="CE1126"/>
              </a:buClr>
              <a:buSzPct val="75000"/>
              <a:buFont typeface="Arial" panose="020B0604020202020204" pitchFamily="34" charset="0"/>
              <a:buChar char="•"/>
              <a:defRPr lang="en-US" sz="1800" kern="1200" dirty="0" smtClean="0">
                <a:solidFill>
                  <a:schemeClr val="tx1"/>
                </a:solidFill>
                <a:latin typeface="+mn-lt"/>
                <a:ea typeface="+mn-ea"/>
                <a:cs typeface="+mn-cs"/>
              </a:defRPr>
            </a:lvl1pPr>
            <a:lvl2pPr indent="-219456" algn="l" defTabSz="914400" rtl="0" eaLnBrk="1" latinLnBrk="0" hangingPunct="1">
              <a:lnSpc>
                <a:spcPct val="100000"/>
              </a:lnSpc>
              <a:spcBef>
                <a:spcPts val="0"/>
              </a:spcBef>
              <a:spcAft>
                <a:spcPts val="600"/>
              </a:spcAft>
              <a:buClr>
                <a:schemeClr val="accent1"/>
              </a:buClr>
              <a:buFont typeface="Arial" panose="020B0604020202020204" pitchFamily="34" charset="0"/>
              <a:defRPr lang="en-US" sz="1800" kern="1200" dirty="0" smtClean="0">
                <a:solidFill>
                  <a:schemeClr val="tx1"/>
                </a:solidFill>
                <a:latin typeface="+mn-lt"/>
                <a:ea typeface="+mn-ea"/>
                <a:cs typeface="+mn-cs"/>
              </a:defRPr>
            </a:lvl2pPr>
            <a:lvl3pPr indent="-219456" algn="l" defTabSz="914400" rtl="0" eaLnBrk="1" latinLnBrk="0" hangingPunct="1">
              <a:lnSpc>
                <a:spcPct val="100000"/>
              </a:lnSpc>
              <a:spcBef>
                <a:spcPts val="0"/>
              </a:spcBef>
              <a:spcAft>
                <a:spcPts val="600"/>
              </a:spcAft>
              <a:buFont typeface="Arial" panose="020B0604020202020204" pitchFamily="34" charset="0"/>
              <a:defRPr lang="en-US" sz="1600" kern="1200" dirty="0" smtClean="0">
                <a:solidFill>
                  <a:schemeClr val="tx1"/>
                </a:solidFill>
                <a:latin typeface="+mn-lt"/>
                <a:ea typeface="+mn-ea"/>
                <a:cs typeface="+mn-cs"/>
              </a:defRPr>
            </a:lvl3pPr>
            <a:lvl4pPr indent="-219456" algn="l" defTabSz="914400" rtl="0" eaLnBrk="1" latinLnBrk="0" hangingPunct="1">
              <a:lnSpc>
                <a:spcPct val="100000"/>
              </a:lnSpc>
              <a:spcBef>
                <a:spcPts val="0"/>
              </a:spcBef>
              <a:spcAft>
                <a:spcPts val="600"/>
              </a:spcAft>
              <a:buClr>
                <a:schemeClr val="accent1"/>
              </a:buClr>
              <a:buFont typeface="Arial" panose="020B0604020202020204" pitchFamily="34" charset="0"/>
              <a:defRPr lang="en-US" sz="1600" kern="1200" dirty="0" smtClean="0">
                <a:solidFill>
                  <a:schemeClr val="tx1"/>
                </a:solidFill>
                <a:latin typeface="+mn-lt"/>
                <a:ea typeface="+mn-ea"/>
                <a:cs typeface="+mn-cs"/>
              </a:defRPr>
            </a:lvl4pPr>
            <a:lvl5pPr indent="-219456" algn="l" defTabSz="914400" rtl="0" eaLnBrk="1" latinLnBrk="0" hangingPunct="1">
              <a:lnSpc>
                <a:spcPct val="100000"/>
              </a:lnSpc>
              <a:spcBef>
                <a:spcPts val="0"/>
              </a:spcBef>
              <a:spcAft>
                <a:spcPts val="600"/>
              </a:spcAft>
              <a:buFont typeface="Arial" panose="020B0604020202020204" pitchFamily="34" charset="0"/>
              <a:defRPr lang="en-US" sz="1600" kern="1200" dirty="0">
                <a:solidFill>
                  <a:schemeClr val="tx1"/>
                </a:solidFill>
                <a:latin typeface="+mn-lt"/>
                <a:ea typeface="+mn-ea"/>
                <a:cs typeface="+mn-cs"/>
              </a:defRPr>
            </a:lvl5pPr>
          </a:lstStyle>
          <a:p>
            <a:pPr lvl="0"/>
            <a:r>
              <a:rPr lang="en-US"/>
              <a:t>Main bullet. 18 pt. black.</a:t>
            </a:r>
          </a:p>
          <a:p>
            <a:pPr lvl="1"/>
            <a:r>
              <a:rPr lang="en-US"/>
              <a:t>Second level</a:t>
            </a:r>
          </a:p>
          <a:p>
            <a:pPr lvl="2"/>
            <a:r>
              <a:rPr lang="en-US"/>
              <a:t>Third level</a:t>
            </a:r>
          </a:p>
          <a:p>
            <a:pPr lvl="3"/>
            <a:r>
              <a:rPr lang="en-US"/>
              <a:t>Fourth level</a:t>
            </a:r>
          </a:p>
          <a:p>
            <a:pPr lvl="4"/>
            <a:r>
              <a:rPr lang="en-US"/>
              <a:t>Fifth level</a:t>
            </a:r>
          </a:p>
        </p:txBody>
      </p:sp>
      <p:sp>
        <p:nvSpPr>
          <p:cNvPr id="31" name="Body 1"/>
          <p:cNvSpPr>
            <a:spLocks noGrp="1"/>
          </p:cNvSpPr>
          <p:nvPr>
            <p:ph type="body" sz="quarter" idx="13" hasCustomPrompt="1"/>
          </p:nvPr>
        </p:nvSpPr>
        <p:spPr>
          <a:xfrm>
            <a:off x="696433" y="2068032"/>
            <a:ext cx="5247167" cy="3723167"/>
          </a:xfrm>
          <a:noFill/>
        </p:spPr>
        <p:txBody>
          <a:bodyPr rIns="182880"/>
          <a:lstStyle>
            <a:lvl1pPr marL="219456" indent="-219456" algn="l" defTabSz="914400" rtl="0" eaLnBrk="1" latinLnBrk="0" hangingPunct="1">
              <a:lnSpc>
                <a:spcPct val="100000"/>
              </a:lnSpc>
              <a:spcBef>
                <a:spcPts val="0"/>
              </a:spcBef>
              <a:spcAft>
                <a:spcPts val="600"/>
              </a:spcAft>
              <a:buFont typeface="Arial" panose="020B0604020202020204" pitchFamily="34" charset="0"/>
              <a:defRPr lang="en-US" sz="1800" kern="1200" baseline="0" dirty="0" smtClean="0">
                <a:solidFill>
                  <a:schemeClr val="tx1"/>
                </a:solidFill>
                <a:latin typeface="+mn-lt"/>
                <a:ea typeface="+mn-ea"/>
                <a:cs typeface="+mn-cs"/>
              </a:defRPr>
            </a:lvl1pPr>
            <a:lvl2pPr indent="-219456" algn="l" defTabSz="914400" rtl="0" eaLnBrk="1" latinLnBrk="0" hangingPunct="1">
              <a:lnSpc>
                <a:spcPct val="100000"/>
              </a:lnSpc>
              <a:spcBef>
                <a:spcPts val="0"/>
              </a:spcBef>
              <a:spcAft>
                <a:spcPts val="600"/>
              </a:spcAft>
              <a:buClr>
                <a:schemeClr val="accent1"/>
              </a:buClr>
              <a:buFont typeface="Arial" panose="020B0604020202020204" pitchFamily="34" charset="0"/>
              <a:defRPr lang="en-US" sz="1800" kern="1200" dirty="0" smtClean="0">
                <a:solidFill>
                  <a:schemeClr val="tx1"/>
                </a:solidFill>
                <a:latin typeface="+mn-lt"/>
                <a:ea typeface="+mn-ea"/>
                <a:cs typeface="+mn-cs"/>
              </a:defRPr>
            </a:lvl2pPr>
            <a:lvl3pPr indent="-219456" algn="l" defTabSz="914400" rtl="0" eaLnBrk="1" latinLnBrk="0" hangingPunct="1">
              <a:lnSpc>
                <a:spcPct val="100000"/>
              </a:lnSpc>
              <a:spcBef>
                <a:spcPts val="0"/>
              </a:spcBef>
              <a:spcAft>
                <a:spcPts val="600"/>
              </a:spcAft>
              <a:buFont typeface="Arial" panose="020B0604020202020204" pitchFamily="34" charset="0"/>
              <a:defRPr lang="en-US" sz="1600" kern="1200" dirty="0" smtClean="0">
                <a:solidFill>
                  <a:schemeClr val="tx1"/>
                </a:solidFill>
                <a:latin typeface="+mn-lt"/>
                <a:ea typeface="+mn-ea"/>
                <a:cs typeface="+mn-cs"/>
              </a:defRPr>
            </a:lvl3pPr>
            <a:lvl4pPr indent="-219456" algn="l" defTabSz="914400" rtl="0" eaLnBrk="1" latinLnBrk="0" hangingPunct="1">
              <a:lnSpc>
                <a:spcPct val="100000"/>
              </a:lnSpc>
              <a:spcBef>
                <a:spcPts val="0"/>
              </a:spcBef>
              <a:spcAft>
                <a:spcPts val="600"/>
              </a:spcAft>
              <a:buClr>
                <a:schemeClr val="accent1"/>
              </a:buClr>
              <a:buFont typeface="Arial" panose="020B0604020202020204" pitchFamily="34" charset="0"/>
              <a:defRPr lang="en-US" sz="1600" kern="1200" dirty="0" smtClean="0">
                <a:solidFill>
                  <a:schemeClr val="tx1"/>
                </a:solidFill>
                <a:latin typeface="+mn-lt"/>
                <a:ea typeface="+mn-ea"/>
                <a:cs typeface="+mn-cs"/>
              </a:defRPr>
            </a:lvl4pPr>
            <a:lvl5pPr indent="-219456" algn="l" defTabSz="914400" rtl="0" eaLnBrk="1" latinLnBrk="0" hangingPunct="1">
              <a:lnSpc>
                <a:spcPct val="100000"/>
              </a:lnSpc>
              <a:spcBef>
                <a:spcPts val="0"/>
              </a:spcBef>
              <a:spcAft>
                <a:spcPts val="600"/>
              </a:spcAft>
              <a:buFont typeface="Arial" panose="020B0604020202020204" pitchFamily="34" charset="0"/>
              <a:defRPr lang="en-US" sz="1600" kern="1200" dirty="0">
                <a:solidFill>
                  <a:schemeClr val="tx1"/>
                </a:solidFill>
                <a:latin typeface="+mn-lt"/>
                <a:ea typeface="+mn-ea"/>
                <a:cs typeface="+mn-cs"/>
              </a:defRPr>
            </a:lvl5pPr>
          </a:lstStyle>
          <a:p>
            <a:pPr lvl="0"/>
            <a:r>
              <a:rPr lang="en-US"/>
              <a:t>Main bullet. 18 pt. black.</a:t>
            </a:r>
          </a:p>
          <a:p>
            <a:pPr lvl="1"/>
            <a:r>
              <a:rPr lang="en-US"/>
              <a:t>Second level</a:t>
            </a:r>
          </a:p>
          <a:p>
            <a:pPr lvl="2"/>
            <a:r>
              <a:rPr lang="en-US"/>
              <a:t>Third level</a:t>
            </a:r>
          </a:p>
          <a:p>
            <a:pPr lvl="3"/>
            <a:r>
              <a:rPr lang="en-US"/>
              <a:t>Fourth level</a:t>
            </a:r>
          </a:p>
          <a:p>
            <a:pPr lvl="4"/>
            <a:r>
              <a:rPr lang="en-US"/>
              <a:t>Fifth level</a:t>
            </a:r>
          </a:p>
        </p:txBody>
      </p:sp>
      <p:sp>
        <p:nvSpPr>
          <p:cNvPr id="18" name="Slide number"/>
          <p:cNvSpPr>
            <a:spLocks noGrp="1"/>
          </p:cNvSpPr>
          <p:nvPr>
            <p:ph type="sldNum" sz="quarter" idx="4"/>
          </p:nvPr>
        </p:nvSpPr>
        <p:spPr>
          <a:xfrm>
            <a:off x="10983397" y="6380414"/>
            <a:ext cx="531946" cy="365125"/>
          </a:xfrm>
          <a:prstGeom prst="rect">
            <a:avLst/>
          </a:prstGeom>
        </p:spPr>
        <p:txBody>
          <a:bodyPr vert="horz" lIns="0" tIns="0" rIns="0" bIns="0" rtlCol="0" anchor="t" anchorCtr="0"/>
          <a:lstStyle>
            <a:lvl1pPr algn="r">
              <a:defRPr lang="en-US" sz="1200" kern="1200" smtClean="0">
                <a:solidFill>
                  <a:schemeClr val="tx1">
                    <a:tint val="75000"/>
                  </a:schemeClr>
                </a:solidFill>
                <a:latin typeface="+mn-lt"/>
                <a:ea typeface="+mn-ea"/>
                <a:cs typeface="+mn-cs"/>
              </a:defRPr>
            </a:lvl1pPr>
          </a:lstStyle>
          <a:p>
            <a:fld id="{07165E6F-54ED-4977-A15E-D44BE7238A65}" type="slidenum">
              <a:rPr lang="en-US" smtClean="0"/>
              <a:pPr/>
              <a:t>‹#›</a:t>
            </a:fld>
            <a:endParaRPr lang="en-US"/>
          </a:p>
        </p:txBody>
      </p:sp>
      <p:sp>
        <p:nvSpPr>
          <p:cNvPr id="12" name="Text Placeholder 2"/>
          <p:cNvSpPr>
            <a:spLocks noGrp="1"/>
          </p:cNvSpPr>
          <p:nvPr>
            <p:ph type="body" sz="quarter" idx="21" hasCustomPrompt="1"/>
          </p:nvPr>
        </p:nvSpPr>
        <p:spPr>
          <a:xfrm>
            <a:off x="695325" y="1572733"/>
            <a:ext cx="5248274" cy="341632"/>
          </a:xfrm>
          <a:noFill/>
        </p:spPr>
        <p:txBody>
          <a:bodyPr wrap="square" bIns="91440">
            <a:spAutoFit/>
          </a:bodyPr>
          <a:lstStyle>
            <a:lvl1pPr marL="0" marR="0" indent="0" algn="l" defTabSz="914400" rtl="0" eaLnBrk="1" fontAlgn="auto" latinLnBrk="0" hangingPunct="1">
              <a:lnSpc>
                <a:spcPct val="90000"/>
              </a:lnSpc>
              <a:spcBef>
                <a:spcPts val="0"/>
              </a:spcBef>
              <a:spcAft>
                <a:spcPts val="0"/>
              </a:spcAft>
              <a:buClrTx/>
              <a:buSzPct val="115000"/>
              <a:buFont typeface="Arial" panose="020B0604020202020204" pitchFamily="34" charset="0"/>
              <a:buNone/>
              <a:tabLst/>
              <a:defRPr sz="1800" b="1" baseline="0">
                <a:solidFill>
                  <a:schemeClr val="tx2"/>
                </a:solidFill>
              </a:defRPr>
            </a:lvl1pPr>
          </a:lstStyle>
          <a:p>
            <a:pPr marL="0" marR="0" lvl="0" indent="0" algn="l" defTabSz="914400" rtl="0" eaLnBrk="1" fontAlgn="auto" latinLnBrk="0" hangingPunct="1">
              <a:lnSpc>
                <a:spcPct val="90000"/>
              </a:lnSpc>
              <a:spcBef>
                <a:spcPts val="0"/>
              </a:spcBef>
              <a:spcAft>
                <a:spcPts val="0"/>
              </a:spcAft>
              <a:buClrTx/>
              <a:buSzPct val="115000"/>
              <a:buFont typeface="Arial" panose="020B0604020202020204" pitchFamily="34" charset="0"/>
              <a:buNone/>
              <a:tabLst/>
              <a:defRPr/>
            </a:pPr>
            <a:r>
              <a:rPr lang="en-US"/>
              <a:t>Subhead 18 pt. RTX red. Bold. Sentence case.</a:t>
            </a:r>
          </a:p>
        </p:txBody>
      </p:sp>
      <p:sp>
        <p:nvSpPr>
          <p:cNvPr id="14" name="Text Placeholder 2"/>
          <p:cNvSpPr>
            <a:spLocks noGrp="1"/>
          </p:cNvSpPr>
          <p:nvPr>
            <p:ph type="body" sz="quarter" idx="22" hasCustomPrompt="1"/>
          </p:nvPr>
        </p:nvSpPr>
        <p:spPr>
          <a:xfrm>
            <a:off x="6248400" y="1572733"/>
            <a:ext cx="5248274" cy="341632"/>
          </a:xfrm>
          <a:noFill/>
        </p:spPr>
        <p:txBody>
          <a:bodyPr wrap="square" bIns="91440">
            <a:spAutoFit/>
          </a:bodyPr>
          <a:lstStyle>
            <a:lvl1pPr marL="0" marR="0" indent="0" algn="l" defTabSz="914400" rtl="0" eaLnBrk="1" fontAlgn="auto" latinLnBrk="0" hangingPunct="1">
              <a:lnSpc>
                <a:spcPct val="90000"/>
              </a:lnSpc>
              <a:spcBef>
                <a:spcPts val="0"/>
              </a:spcBef>
              <a:spcAft>
                <a:spcPts val="0"/>
              </a:spcAft>
              <a:buClrTx/>
              <a:buSzPct val="115000"/>
              <a:buFont typeface="Arial" panose="020B0604020202020204" pitchFamily="34" charset="0"/>
              <a:buNone/>
              <a:tabLst/>
              <a:defRPr sz="1800" b="1" baseline="0">
                <a:solidFill>
                  <a:schemeClr val="tx2"/>
                </a:solidFill>
              </a:defRPr>
            </a:lvl1pPr>
          </a:lstStyle>
          <a:p>
            <a:pPr marL="0" marR="0" lvl="0" indent="0" algn="l" defTabSz="914400" rtl="0" eaLnBrk="1" fontAlgn="auto" latinLnBrk="0" hangingPunct="1">
              <a:lnSpc>
                <a:spcPct val="90000"/>
              </a:lnSpc>
              <a:spcBef>
                <a:spcPts val="0"/>
              </a:spcBef>
              <a:spcAft>
                <a:spcPts val="0"/>
              </a:spcAft>
              <a:buClrTx/>
              <a:buSzPct val="115000"/>
              <a:buFont typeface="Arial" panose="020B0604020202020204" pitchFamily="34" charset="0"/>
              <a:buNone/>
              <a:tabLst/>
              <a:defRPr/>
            </a:pPr>
            <a:r>
              <a:rPr lang="en-US"/>
              <a:t>Subhead 18 pt. RTX red. Bold. Sentence case.</a:t>
            </a:r>
          </a:p>
        </p:txBody>
      </p:sp>
      <p:sp>
        <p:nvSpPr>
          <p:cNvPr id="15" name="Title 5"/>
          <p:cNvSpPr>
            <a:spLocks noGrp="1"/>
          </p:cNvSpPr>
          <p:nvPr>
            <p:ph type="title" hasCustomPrompt="1"/>
          </p:nvPr>
        </p:nvSpPr>
        <p:spPr>
          <a:xfrm>
            <a:off x="694944" y="514473"/>
            <a:ext cx="10811256" cy="676653"/>
          </a:xfrm>
          <a:prstGeom prst="rect">
            <a:avLst/>
          </a:prstGeom>
        </p:spPr>
        <p:txBody>
          <a:bodyPr/>
          <a:lstStyle>
            <a:lvl1pPr>
              <a:lnSpc>
                <a:spcPct val="80000"/>
              </a:lnSpc>
              <a:defRPr/>
            </a:lvl1pPr>
          </a:lstStyle>
          <a:p>
            <a:r>
              <a:rPr lang="en-US"/>
              <a:t>TITLE. 32 PT. BLACK. REGULAR. UPPERCASE. TWO LINES MAX.</a:t>
            </a:r>
          </a:p>
        </p:txBody>
      </p:sp>
      <p:sp>
        <p:nvSpPr>
          <p:cNvPr id="9" name="Takeaway bar"/>
          <p:cNvSpPr>
            <a:spLocks noGrp="1"/>
          </p:cNvSpPr>
          <p:nvPr>
            <p:ph type="body" sz="quarter" idx="15" hasCustomPrompt="1"/>
          </p:nvPr>
        </p:nvSpPr>
        <p:spPr>
          <a:xfrm>
            <a:off x="694944" y="5917569"/>
            <a:ext cx="10820399" cy="268279"/>
          </a:xfrm>
          <a:solidFill>
            <a:schemeClr val="accent1"/>
          </a:solidFill>
        </p:spPr>
        <p:txBody>
          <a:bodyPr vert="horz" wrap="square" lIns="621792" tIns="64008" rIns="621792" bIns="36576" rtlCol="0" anchor="b" anchorCtr="0">
            <a:spAutoFit/>
          </a:bodyPr>
          <a:lstStyle>
            <a:lvl1pPr marL="0" indent="0" algn="ctr" defTabSz="0">
              <a:lnSpc>
                <a:spcPts val="1300"/>
              </a:lnSpc>
              <a:spcBef>
                <a:spcPts val="0"/>
              </a:spcBef>
              <a:buFontTx/>
              <a:buNone/>
              <a:defRPr lang="en-US" sz="1600" b="1" dirty="0">
                <a:solidFill>
                  <a:schemeClr val="bg1"/>
                </a:solidFill>
                <a:latin typeface="Arial" panose="020B0604020202020204" pitchFamily="34" charset="0"/>
                <a:ea typeface="+mj-ea"/>
                <a:cs typeface="Arial" panose="020B0604020202020204" pitchFamily="34" charset="0"/>
              </a:defRPr>
            </a:lvl1pPr>
          </a:lstStyle>
          <a:p>
            <a:pPr marL="0" lvl="0" indent="0" algn="ctr">
              <a:buNone/>
            </a:pPr>
            <a:r>
              <a:rPr lang="en-US"/>
              <a:t>Optional takeaway bar. White. Bold. 16 pt. Centered. Sentence case.</a:t>
            </a:r>
          </a:p>
        </p:txBody>
      </p:sp>
      <p:sp>
        <p:nvSpPr>
          <p:cNvPr id="2" name="Footer Placeholder 1">
            <a:extLst>
              <a:ext uri="{FF2B5EF4-FFF2-40B4-BE49-F238E27FC236}">
                <a16:creationId xmlns:a16="http://schemas.microsoft.com/office/drawing/2014/main" id="{F6054B65-0620-854F-BFAF-B71F0AF716DE}"/>
              </a:ext>
            </a:extLst>
          </p:cNvPr>
          <p:cNvSpPr>
            <a:spLocks noGrp="1"/>
          </p:cNvSpPr>
          <p:nvPr>
            <p:ph type="ftr" sz="quarter" idx="23"/>
          </p:nvPr>
        </p:nvSpPr>
        <p:spPr/>
        <p:txBody>
          <a:bodyPr/>
          <a:lstStyle/>
          <a:p>
            <a:r>
              <a:rPr lang="en-US">
                <a:cs typeface="DIN-Light"/>
              </a:rPr>
              <a:t>CS Agentic Development</a:t>
            </a:r>
            <a:endParaRPr lang="en-US"/>
          </a:p>
        </p:txBody>
      </p:sp>
    </p:spTree>
    <p:extLst>
      <p:ext uri="{BB962C8B-B14F-4D97-AF65-F5344CB8AC3E}">
        <p14:creationId xmlns:p14="http://schemas.microsoft.com/office/powerpoint/2010/main" val="330167053"/>
      </p:ext>
    </p:extLst>
  </p:cSld>
  <p:clrMapOvr>
    <a:masterClrMapping/>
  </p:clrMapOvr>
  <p:extLst>
    <p:ext uri="{DCECCB84-F9BA-43D5-87BE-67443E8EF086}">
      <p15:sldGuideLst xmlns:p15="http://schemas.microsoft.com/office/powerpoint/2012/main">
        <p15:guide id="1" orient="horz" pos="1296"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llins Content: 3 column">
    <p:spTree>
      <p:nvGrpSpPr>
        <p:cNvPr id="1" name=""/>
        <p:cNvGrpSpPr/>
        <p:nvPr/>
      </p:nvGrpSpPr>
      <p:grpSpPr>
        <a:xfrm>
          <a:off x="0" y="0"/>
          <a:ext cx="0" cy="0"/>
          <a:chOff x="0" y="0"/>
          <a:chExt cx="0" cy="0"/>
        </a:xfrm>
      </p:grpSpPr>
      <p:sp>
        <p:nvSpPr>
          <p:cNvPr id="13" name="Body 3"/>
          <p:cNvSpPr>
            <a:spLocks noGrp="1"/>
          </p:cNvSpPr>
          <p:nvPr>
            <p:ph type="body" sz="quarter" idx="18" hasCustomPrompt="1"/>
          </p:nvPr>
        </p:nvSpPr>
        <p:spPr>
          <a:xfrm>
            <a:off x="8092684" y="2258533"/>
            <a:ext cx="3413515" cy="3532667"/>
          </a:xfrm>
          <a:noFill/>
        </p:spPr>
        <p:txBody>
          <a:bodyPr rIns="182880"/>
          <a:lstStyle>
            <a:lvl1pPr marL="219451" indent="-219451" algn="l" defTabSz="914400" rtl="0" eaLnBrk="1" latinLnBrk="0" hangingPunct="1">
              <a:lnSpc>
                <a:spcPct val="100000"/>
              </a:lnSpc>
              <a:spcBef>
                <a:spcPct val="0"/>
              </a:spcBef>
              <a:spcAft>
                <a:spcPts val="600"/>
              </a:spcAft>
              <a:buClr>
                <a:srgbClr val="CE1126"/>
              </a:buClr>
              <a:buSzPct val="75000"/>
              <a:buFont typeface="Arial" panose="020B0604020202020204" pitchFamily="34" charset="0"/>
              <a:buChar char="•"/>
              <a:defRPr lang="en-US" sz="1800" kern="1200" dirty="0" smtClean="0">
                <a:solidFill>
                  <a:schemeClr val="tx1"/>
                </a:solidFill>
                <a:latin typeface="+mn-lt"/>
                <a:ea typeface="+mn-ea"/>
                <a:cs typeface="+mn-cs"/>
              </a:defRPr>
            </a:lvl1pPr>
            <a:lvl2pPr indent="-219456" algn="l" defTabSz="914400" rtl="0" eaLnBrk="1" latinLnBrk="0" hangingPunct="1">
              <a:lnSpc>
                <a:spcPct val="100000"/>
              </a:lnSpc>
              <a:spcBef>
                <a:spcPts val="0"/>
              </a:spcBef>
              <a:spcAft>
                <a:spcPts val="600"/>
              </a:spcAft>
              <a:buClr>
                <a:schemeClr val="accent1"/>
              </a:buClr>
              <a:buFont typeface="Arial" panose="020B0604020202020204" pitchFamily="34" charset="0"/>
              <a:defRPr lang="en-US" sz="1800" kern="1200" dirty="0" smtClean="0">
                <a:solidFill>
                  <a:schemeClr val="tx1"/>
                </a:solidFill>
                <a:latin typeface="+mn-lt"/>
                <a:ea typeface="+mn-ea"/>
                <a:cs typeface="+mn-cs"/>
              </a:defRPr>
            </a:lvl2pPr>
            <a:lvl3pPr indent="-219456" algn="l" defTabSz="914400" rtl="0" eaLnBrk="1" latinLnBrk="0" hangingPunct="1">
              <a:lnSpc>
                <a:spcPct val="100000"/>
              </a:lnSpc>
              <a:spcBef>
                <a:spcPts val="0"/>
              </a:spcBef>
              <a:spcAft>
                <a:spcPts val="600"/>
              </a:spcAft>
              <a:buFont typeface="Arial" panose="020B0604020202020204" pitchFamily="34" charset="0"/>
              <a:defRPr lang="en-US" sz="1800" kern="1200" dirty="0" smtClean="0">
                <a:solidFill>
                  <a:schemeClr val="tx1"/>
                </a:solidFill>
                <a:latin typeface="+mn-lt"/>
                <a:ea typeface="+mn-ea"/>
                <a:cs typeface="+mn-cs"/>
              </a:defRPr>
            </a:lvl3pPr>
            <a:lvl4pPr indent="-219456" algn="l" defTabSz="914400" rtl="0" eaLnBrk="1" latinLnBrk="0" hangingPunct="1">
              <a:lnSpc>
                <a:spcPct val="100000"/>
              </a:lnSpc>
              <a:spcBef>
                <a:spcPts val="0"/>
              </a:spcBef>
              <a:spcAft>
                <a:spcPts val="600"/>
              </a:spcAft>
              <a:buClr>
                <a:schemeClr val="accent1"/>
              </a:buClr>
              <a:buFont typeface="Arial" panose="020B0604020202020204" pitchFamily="34" charset="0"/>
              <a:defRPr lang="en-US" sz="1800" kern="1200" dirty="0" smtClean="0">
                <a:solidFill>
                  <a:schemeClr val="tx1"/>
                </a:solidFill>
                <a:latin typeface="+mn-lt"/>
                <a:ea typeface="+mn-ea"/>
                <a:cs typeface="+mn-cs"/>
              </a:defRPr>
            </a:lvl4pPr>
            <a:lvl5pPr indent="-219456" algn="l" defTabSz="914400" rtl="0" eaLnBrk="1" latinLnBrk="0" hangingPunct="1">
              <a:lnSpc>
                <a:spcPct val="100000"/>
              </a:lnSpc>
              <a:spcBef>
                <a:spcPts val="0"/>
              </a:spcBef>
              <a:spcAft>
                <a:spcPts val="600"/>
              </a:spcAft>
              <a:buFont typeface="Arial" panose="020B0604020202020204" pitchFamily="34" charset="0"/>
              <a:defRPr lang="en-US" sz="1800" kern="1200" dirty="0">
                <a:solidFill>
                  <a:schemeClr val="tx1"/>
                </a:solidFill>
                <a:latin typeface="+mn-lt"/>
                <a:ea typeface="+mn-ea"/>
                <a:cs typeface="+mn-cs"/>
              </a:defRPr>
            </a:lvl5pPr>
          </a:lstStyle>
          <a:p>
            <a:pPr lvl="0"/>
            <a:r>
              <a:rPr lang="en-US"/>
              <a:t>Main bullet. 18 pt. black.</a:t>
            </a:r>
          </a:p>
          <a:p>
            <a:pPr lvl="1"/>
            <a:r>
              <a:rPr lang="en-US"/>
              <a:t>Second level</a:t>
            </a:r>
          </a:p>
          <a:p>
            <a:pPr lvl="2"/>
            <a:r>
              <a:rPr lang="en-US"/>
              <a:t>Third level</a:t>
            </a:r>
          </a:p>
          <a:p>
            <a:pPr lvl="3"/>
            <a:r>
              <a:rPr lang="en-US"/>
              <a:t>Fourth level</a:t>
            </a:r>
          </a:p>
          <a:p>
            <a:pPr lvl="4"/>
            <a:r>
              <a:rPr lang="en-US"/>
              <a:t>Fifth level</a:t>
            </a:r>
          </a:p>
        </p:txBody>
      </p:sp>
      <p:sp>
        <p:nvSpPr>
          <p:cNvPr id="12" name="Body 2"/>
          <p:cNvSpPr>
            <a:spLocks noGrp="1"/>
          </p:cNvSpPr>
          <p:nvPr>
            <p:ph type="body" sz="quarter" idx="17" hasCustomPrompt="1"/>
          </p:nvPr>
        </p:nvSpPr>
        <p:spPr>
          <a:xfrm>
            <a:off x="4396984" y="2258533"/>
            <a:ext cx="3413516" cy="3532667"/>
          </a:xfrm>
          <a:noFill/>
        </p:spPr>
        <p:txBody>
          <a:bodyPr rIns="182880"/>
          <a:lstStyle>
            <a:lvl1pPr marL="219451" indent="-219451" algn="l" defTabSz="914400" rtl="0" eaLnBrk="1" latinLnBrk="0" hangingPunct="1">
              <a:lnSpc>
                <a:spcPct val="100000"/>
              </a:lnSpc>
              <a:spcBef>
                <a:spcPct val="0"/>
              </a:spcBef>
              <a:spcAft>
                <a:spcPts val="600"/>
              </a:spcAft>
              <a:buClr>
                <a:srgbClr val="CE1126"/>
              </a:buClr>
              <a:buSzPct val="75000"/>
              <a:buFont typeface="Arial" panose="020B0604020202020204" pitchFamily="34" charset="0"/>
              <a:buChar char="•"/>
              <a:defRPr lang="en-US" sz="1800" kern="1200" dirty="0" smtClean="0">
                <a:solidFill>
                  <a:schemeClr val="tx1"/>
                </a:solidFill>
                <a:latin typeface="+mn-lt"/>
                <a:ea typeface="+mn-ea"/>
                <a:cs typeface="+mn-cs"/>
              </a:defRPr>
            </a:lvl1pPr>
            <a:lvl2pPr indent="-219456" algn="l" defTabSz="914400" rtl="0" eaLnBrk="1" latinLnBrk="0" hangingPunct="1">
              <a:lnSpc>
                <a:spcPct val="100000"/>
              </a:lnSpc>
              <a:spcBef>
                <a:spcPts val="0"/>
              </a:spcBef>
              <a:spcAft>
                <a:spcPts val="600"/>
              </a:spcAft>
              <a:buClr>
                <a:schemeClr val="accent1"/>
              </a:buClr>
              <a:buFont typeface="Arial" panose="020B0604020202020204" pitchFamily="34" charset="0"/>
              <a:defRPr lang="en-US" sz="1800" kern="1200" dirty="0" smtClean="0">
                <a:solidFill>
                  <a:schemeClr val="tx1"/>
                </a:solidFill>
                <a:latin typeface="+mn-lt"/>
                <a:ea typeface="+mn-ea"/>
                <a:cs typeface="+mn-cs"/>
              </a:defRPr>
            </a:lvl2pPr>
            <a:lvl3pPr indent="-219456" algn="l" defTabSz="914400" rtl="0" eaLnBrk="1" latinLnBrk="0" hangingPunct="1">
              <a:lnSpc>
                <a:spcPct val="100000"/>
              </a:lnSpc>
              <a:spcBef>
                <a:spcPts val="0"/>
              </a:spcBef>
              <a:spcAft>
                <a:spcPts val="600"/>
              </a:spcAft>
              <a:buFont typeface="Arial" panose="020B0604020202020204" pitchFamily="34" charset="0"/>
              <a:defRPr lang="en-US" sz="1800" kern="1200" dirty="0" smtClean="0">
                <a:solidFill>
                  <a:schemeClr val="tx1"/>
                </a:solidFill>
                <a:latin typeface="+mn-lt"/>
                <a:ea typeface="+mn-ea"/>
                <a:cs typeface="+mn-cs"/>
              </a:defRPr>
            </a:lvl3pPr>
            <a:lvl4pPr indent="-219456" algn="l" defTabSz="914400" rtl="0" eaLnBrk="1" latinLnBrk="0" hangingPunct="1">
              <a:lnSpc>
                <a:spcPct val="100000"/>
              </a:lnSpc>
              <a:spcBef>
                <a:spcPts val="0"/>
              </a:spcBef>
              <a:spcAft>
                <a:spcPts val="600"/>
              </a:spcAft>
              <a:buClr>
                <a:schemeClr val="accent1"/>
              </a:buClr>
              <a:buFont typeface="Arial" panose="020B0604020202020204" pitchFamily="34" charset="0"/>
              <a:defRPr lang="en-US" sz="1800" kern="1200" dirty="0" smtClean="0">
                <a:solidFill>
                  <a:schemeClr val="tx1"/>
                </a:solidFill>
                <a:latin typeface="+mn-lt"/>
                <a:ea typeface="+mn-ea"/>
                <a:cs typeface="+mn-cs"/>
              </a:defRPr>
            </a:lvl4pPr>
            <a:lvl5pPr indent="-219456" algn="l" defTabSz="914400" rtl="0" eaLnBrk="1" latinLnBrk="0" hangingPunct="1">
              <a:lnSpc>
                <a:spcPct val="100000"/>
              </a:lnSpc>
              <a:spcBef>
                <a:spcPts val="0"/>
              </a:spcBef>
              <a:spcAft>
                <a:spcPts val="600"/>
              </a:spcAft>
              <a:buFont typeface="Arial" panose="020B0604020202020204" pitchFamily="34" charset="0"/>
              <a:defRPr lang="en-US" sz="1800" kern="1200" dirty="0">
                <a:solidFill>
                  <a:schemeClr val="tx1"/>
                </a:solidFill>
                <a:latin typeface="+mn-lt"/>
                <a:ea typeface="+mn-ea"/>
                <a:cs typeface="+mn-cs"/>
              </a:defRPr>
            </a:lvl5pPr>
          </a:lstStyle>
          <a:p>
            <a:pPr lvl="0"/>
            <a:r>
              <a:rPr lang="en-US"/>
              <a:t>Main bullet. 18 pt. black.</a:t>
            </a:r>
          </a:p>
          <a:p>
            <a:pPr lvl="1"/>
            <a:r>
              <a:rPr lang="en-US"/>
              <a:t>Second level</a:t>
            </a:r>
          </a:p>
          <a:p>
            <a:pPr lvl="2"/>
            <a:r>
              <a:rPr lang="en-US"/>
              <a:t>Third level</a:t>
            </a:r>
          </a:p>
          <a:p>
            <a:pPr lvl="3"/>
            <a:r>
              <a:rPr lang="en-US"/>
              <a:t>Fourth level</a:t>
            </a:r>
          </a:p>
          <a:p>
            <a:pPr lvl="4"/>
            <a:r>
              <a:rPr lang="en-US"/>
              <a:t>Fifth level</a:t>
            </a:r>
          </a:p>
        </p:txBody>
      </p:sp>
      <p:sp>
        <p:nvSpPr>
          <p:cNvPr id="31" name="Body 1"/>
          <p:cNvSpPr>
            <a:spLocks noGrp="1"/>
          </p:cNvSpPr>
          <p:nvPr>
            <p:ph type="body" sz="quarter" idx="13" hasCustomPrompt="1"/>
          </p:nvPr>
        </p:nvSpPr>
        <p:spPr>
          <a:xfrm>
            <a:off x="696432" y="2258533"/>
            <a:ext cx="3418367" cy="3532667"/>
          </a:xfrm>
          <a:noFill/>
        </p:spPr>
        <p:txBody>
          <a:bodyPr rIns="182880"/>
          <a:lstStyle>
            <a:lvl1pPr marL="219451" indent="-219451" algn="l" defTabSz="914400" rtl="0" eaLnBrk="1" latinLnBrk="0" hangingPunct="1">
              <a:lnSpc>
                <a:spcPct val="100000"/>
              </a:lnSpc>
              <a:spcBef>
                <a:spcPct val="0"/>
              </a:spcBef>
              <a:spcAft>
                <a:spcPts val="600"/>
              </a:spcAft>
              <a:buClr>
                <a:srgbClr val="CE1126"/>
              </a:buClr>
              <a:buSzPct val="75000"/>
              <a:buFont typeface="Arial" panose="020B0604020202020204" pitchFamily="34" charset="0"/>
              <a:buChar char="•"/>
              <a:defRPr lang="en-US" sz="1800" kern="1200" baseline="0" dirty="0" smtClean="0">
                <a:solidFill>
                  <a:schemeClr val="tx1"/>
                </a:solidFill>
                <a:latin typeface="+mn-lt"/>
                <a:ea typeface="+mn-ea"/>
                <a:cs typeface="+mn-cs"/>
              </a:defRPr>
            </a:lvl1pPr>
            <a:lvl2pPr indent="-219456" algn="l" defTabSz="914400" rtl="0" eaLnBrk="1" latinLnBrk="0" hangingPunct="1">
              <a:lnSpc>
                <a:spcPct val="100000"/>
              </a:lnSpc>
              <a:spcBef>
                <a:spcPts val="0"/>
              </a:spcBef>
              <a:spcAft>
                <a:spcPts val="600"/>
              </a:spcAft>
              <a:buClr>
                <a:schemeClr val="accent1"/>
              </a:buClr>
              <a:buFont typeface="Arial" panose="020B0604020202020204" pitchFamily="34" charset="0"/>
              <a:defRPr lang="en-US" sz="1800" kern="1200" dirty="0" smtClean="0">
                <a:solidFill>
                  <a:schemeClr val="tx1"/>
                </a:solidFill>
                <a:latin typeface="+mn-lt"/>
                <a:ea typeface="+mn-ea"/>
                <a:cs typeface="+mn-cs"/>
              </a:defRPr>
            </a:lvl2pPr>
            <a:lvl3pPr indent="-219456" algn="l" defTabSz="914400" rtl="0" eaLnBrk="1" latinLnBrk="0" hangingPunct="1">
              <a:lnSpc>
                <a:spcPct val="100000"/>
              </a:lnSpc>
              <a:spcBef>
                <a:spcPts val="0"/>
              </a:spcBef>
              <a:spcAft>
                <a:spcPts val="600"/>
              </a:spcAft>
              <a:buFont typeface="Arial" panose="020B0604020202020204" pitchFamily="34" charset="0"/>
              <a:defRPr lang="en-US" sz="1800" kern="1200" dirty="0" smtClean="0">
                <a:solidFill>
                  <a:schemeClr val="tx1"/>
                </a:solidFill>
                <a:latin typeface="+mn-lt"/>
                <a:ea typeface="+mn-ea"/>
                <a:cs typeface="+mn-cs"/>
              </a:defRPr>
            </a:lvl3pPr>
            <a:lvl4pPr indent="-219456" algn="l" defTabSz="914400" rtl="0" eaLnBrk="1" latinLnBrk="0" hangingPunct="1">
              <a:lnSpc>
                <a:spcPct val="100000"/>
              </a:lnSpc>
              <a:spcBef>
                <a:spcPts val="0"/>
              </a:spcBef>
              <a:spcAft>
                <a:spcPts val="600"/>
              </a:spcAft>
              <a:buClr>
                <a:schemeClr val="accent1"/>
              </a:buClr>
              <a:buFont typeface="Arial" panose="020B0604020202020204" pitchFamily="34" charset="0"/>
              <a:defRPr lang="en-US" sz="1800" kern="1200" dirty="0" smtClean="0">
                <a:solidFill>
                  <a:schemeClr val="tx1"/>
                </a:solidFill>
                <a:latin typeface="+mn-lt"/>
                <a:ea typeface="+mn-ea"/>
                <a:cs typeface="+mn-cs"/>
              </a:defRPr>
            </a:lvl4pPr>
            <a:lvl5pPr indent="-219456" algn="l" defTabSz="914400" rtl="0" eaLnBrk="1" latinLnBrk="0" hangingPunct="1">
              <a:lnSpc>
                <a:spcPct val="100000"/>
              </a:lnSpc>
              <a:spcBef>
                <a:spcPts val="0"/>
              </a:spcBef>
              <a:spcAft>
                <a:spcPts val="600"/>
              </a:spcAft>
              <a:buFont typeface="Arial" panose="020B0604020202020204" pitchFamily="34" charset="0"/>
              <a:defRPr lang="en-US" sz="1800" kern="1200" dirty="0">
                <a:solidFill>
                  <a:schemeClr val="tx1"/>
                </a:solidFill>
                <a:latin typeface="+mn-lt"/>
                <a:ea typeface="+mn-ea"/>
                <a:cs typeface="+mn-cs"/>
              </a:defRPr>
            </a:lvl5pPr>
          </a:lstStyle>
          <a:p>
            <a:pPr lvl="0"/>
            <a:r>
              <a:rPr lang="en-US"/>
              <a:t>Main bullet. 18 pt. black.</a:t>
            </a:r>
          </a:p>
          <a:p>
            <a:pPr lvl="1"/>
            <a:r>
              <a:rPr lang="en-US"/>
              <a:t>Second level</a:t>
            </a:r>
          </a:p>
          <a:p>
            <a:pPr lvl="2"/>
            <a:r>
              <a:rPr lang="en-US"/>
              <a:t>Third level</a:t>
            </a:r>
          </a:p>
          <a:p>
            <a:pPr lvl="3"/>
            <a:r>
              <a:rPr lang="en-US"/>
              <a:t>Fourth level</a:t>
            </a:r>
          </a:p>
          <a:p>
            <a:pPr lvl="4"/>
            <a:r>
              <a:rPr lang="en-US"/>
              <a:t>Fifth level</a:t>
            </a:r>
          </a:p>
        </p:txBody>
      </p:sp>
      <p:sp>
        <p:nvSpPr>
          <p:cNvPr id="21" name="Slide number"/>
          <p:cNvSpPr>
            <a:spLocks noGrp="1"/>
          </p:cNvSpPr>
          <p:nvPr>
            <p:ph type="sldNum" sz="quarter" idx="4"/>
          </p:nvPr>
        </p:nvSpPr>
        <p:spPr>
          <a:xfrm>
            <a:off x="10983397" y="6380414"/>
            <a:ext cx="531946" cy="365125"/>
          </a:xfrm>
          <a:prstGeom prst="rect">
            <a:avLst/>
          </a:prstGeom>
        </p:spPr>
        <p:txBody>
          <a:bodyPr vert="horz" lIns="0" tIns="0" rIns="0" bIns="0" rtlCol="0" anchor="t" anchorCtr="0"/>
          <a:lstStyle>
            <a:lvl1pPr algn="r">
              <a:defRPr lang="en-US" sz="1200" kern="1200" smtClean="0">
                <a:solidFill>
                  <a:schemeClr val="tx1">
                    <a:tint val="75000"/>
                  </a:schemeClr>
                </a:solidFill>
                <a:latin typeface="+mn-lt"/>
                <a:ea typeface="+mn-ea"/>
                <a:cs typeface="+mn-cs"/>
              </a:defRPr>
            </a:lvl1pPr>
          </a:lstStyle>
          <a:p>
            <a:fld id="{07165E6F-54ED-4977-A15E-D44BE7238A65}" type="slidenum">
              <a:rPr lang="en-US" smtClean="0"/>
              <a:pPr/>
              <a:t>‹#›</a:t>
            </a:fld>
            <a:endParaRPr lang="en-US"/>
          </a:p>
        </p:txBody>
      </p:sp>
      <p:sp>
        <p:nvSpPr>
          <p:cNvPr id="14" name="Text Placeholder 2"/>
          <p:cNvSpPr>
            <a:spLocks noGrp="1"/>
          </p:cNvSpPr>
          <p:nvPr>
            <p:ph type="body" sz="quarter" idx="21" hasCustomPrompt="1"/>
          </p:nvPr>
        </p:nvSpPr>
        <p:spPr>
          <a:xfrm>
            <a:off x="695325" y="1572733"/>
            <a:ext cx="3419475" cy="590931"/>
          </a:xfrm>
          <a:noFill/>
        </p:spPr>
        <p:txBody>
          <a:bodyPr vert="horz" wrap="square" lIns="0" tIns="0" rIns="0" bIns="91440" rtlCol="0">
            <a:spAutoFit/>
          </a:bodyPr>
          <a:lstStyle>
            <a:lvl1pPr marL="0" marR="0" indent="0" algn="l" defTabSz="914400" rtl="0" eaLnBrk="1" fontAlgn="auto" latinLnBrk="0" hangingPunct="1">
              <a:lnSpc>
                <a:spcPct val="90000"/>
              </a:lnSpc>
              <a:spcBef>
                <a:spcPts val="0"/>
              </a:spcBef>
              <a:spcAft>
                <a:spcPts val="0"/>
              </a:spcAft>
              <a:buClrTx/>
              <a:buSzPct val="115000"/>
              <a:buFont typeface="Arial" panose="020B0604020202020204" pitchFamily="34" charset="0"/>
              <a:buNone/>
              <a:tabLst/>
              <a:defRPr lang="en-US" sz="1800" b="1" baseline="0">
                <a:solidFill>
                  <a:schemeClr val="tx2"/>
                </a:solidFill>
              </a:defRPr>
            </a:lvl1pPr>
          </a:lstStyle>
          <a:p>
            <a:pPr marL="0" marR="0" lvl="0" indent="0" algn="l" defTabSz="914400" rtl="0" eaLnBrk="1" fontAlgn="auto" latinLnBrk="0" hangingPunct="1">
              <a:lnSpc>
                <a:spcPct val="90000"/>
              </a:lnSpc>
              <a:spcBef>
                <a:spcPts val="0"/>
              </a:spcBef>
              <a:spcAft>
                <a:spcPts val="0"/>
              </a:spcAft>
              <a:buClrTx/>
              <a:buSzPct val="115000"/>
              <a:buFont typeface="Arial" panose="020B0604020202020204" pitchFamily="34" charset="0"/>
              <a:buNone/>
              <a:tabLst/>
              <a:defRPr/>
            </a:pPr>
            <a:r>
              <a:rPr lang="en-US"/>
              <a:t>Subhead 18 pt. RTX red. Bold. Sentence case.</a:t>
            </a:r>
          </a:p>
        </p:txBody>
      </p:sp>
      <p:sp>
        <p:nvSpPr>
          <p:cNvPr id="15" name="Text Placeholder 2"/>
          <p:cNvSpPr>
            <a:spLocks noGrp="1"/>
          </p:cNvSpPr>
          <p:nvPr>
            <p:ph type="body" sz="quarter" idx="23" hasCustomPrompt="1"/>
          </p:nvPr>
        </p:nvSpPr>
        <p:spPr>
          <a:xfrm>
            <a:off x="4364234" y="1572733"/>
            <a:ext cx="3419475" cy="590931"/>
          </a:xfrm>
          <a:noFill/>
        </p:spPr>
        <p:txBody>
          <a:bodyPr vert="horz" wrap="square" lIns="0" tIns="0" rIns="0" bIns="91440" rtlCol="0">
            <a:spAutoFit/>
          </a:bodyPr>
          <a:lstStyle>
            <a:lvl1pPr marL="0" marR="0" indent="0" algn="l" defTabSz="914400" rtl="0" eaLnBrk="1" fontAlgn="auto" latinLnBrk="0" hangingPunct="1">
              <a:lnSpc>
                <a:spcPct val="90000"/>
              </a:lnSpc>
              <a:spcBef>
                <a:spcPts val="0"/>
              </a:spcBef>
              <a:spcAft>
                <a:spcPts val="0"/>
              </a:spcAft>
              <a:buClrTx/>
              <a:buSzPct val="115000"/>
              <a:buFont typeface="Arial" panose="020B0604020202020204" pitchFamily="34" charset="0"/>
              <a:buNone/>
              <a:tabLst/>
              <a:defRPr lang="en-US" sz="1800" b="1" baseline="0">
                <a:solidFill>
                  <a:schemeClr val="tx2"/>
                </a:solidFill>
              </a:defRPr>
            </a:lvl1pPr>
          </a:lstStyle>
          <a:p>
            <a:pPr marL="0" marR="0" lvl="0" indent="0" algn="l" defTabSz="914400" rtl="0" eaLnBrk="1" fontAlgn="auto" latinLnBrk="0" hangingPunct="1">
              <a:lnSpc>
                <a:spcPct val="90000"/>
              </a:lnSpc>
              <a:spcBef>
                <a:spcPts val="0"/>
              </a:spcBef>
              <a:spcAft>
                <a:spcPts val="0"/>
              </a:spcAft>
              <a:buClrTx/>
              <a:buSzPct val="115000"/>
              <a:buFont typeface="Arial" panose="020B0604020202020204" pitchFamily="34" charset="0"/>
              <a:buNone/>
              <a:tabLst/>
              <a:defRPr/>
            </a:pPr>
            <a:r>
              <a:rPr lang="en-US"/>
              <a:t>Subhead 18 pt. RTX red. Bold. Sentence case.</a:t>
            </a:r>
          </a:p>
        </p:txBody>
      </p:sp>
      <p:sp>
        <p:nvSpPr>
          <p:cNvPr id="16" name="Text Placeholder 2"/>
          <p:cNvSpPr>
            <a:spLocks noGrp="1"/>
          </p:cNvSpPr>
          <p:nvPr>
            <p:ph type="body" sz="quarter" idx="24" hasCustomPrompt="1"/>
          </p:nvPr>
        </p:nvSpPr>
        <p:spPr>
          <a:xfrm>
            <a:off x="8077200" y="1572733"/>
            <a:ext cx="3419475" cy="590931"/>
          </a:xfrm>
          <a:noFill/>
        </p:spPr>
        <p:txBody>
          <a:bodyPr vert="horz" wrap="square" lIns="0" tIns="0" rIns="0" bIns="91440" rtlCol="0">
            <a:spAutoFit/>
          </a:bodyPr>
          <a:lstStyle>
            <a:lvl1pPr marL="0" marR="0" indent="0" algn="l" defTabSz="914400" rtl="0" eaLnBrk="1" fontAlgn="auto" latinLnBrk="0" hangingPunct="1">
              <a:lnSpc>
                <a:spcPct val="90000"/>
              </a:lnSpc>
              <a:spcBef>
                <a:spcPts val="0"/>
              </a:spcBef>
              <a:spcAft>
                <a:spcPts val="0"/>
              </a:spcAft>
              <a:buClrTx/>
              <a:buSzPct val="115000"/>
              <a:buFont typeface="Arial" panose="020B0604020202020204" pitchFamily="34" charset="0"/>
              <a:buNone/>
              <a:tabLst/>
              <a:defRPr lang="en-US" sz="1800" b="1" baseline="0">
                <a:solidFill>
                  <a:schemeClr val="tx2"/>
                </a:solidFill>
              </a:defRPr>
            </a:lvl1pPr>
          </a:lstStyle>
          <a:p>
            <a:pPr marL="0" marR="0" lvl="0" indent="0" algn="l" defTabSz="914400" rtl="0" eaLnBrk="1" fontAlgn="auto" latinLnBrk="0" hangingPunct="1">
              <a:lnSpc>
                <a:spcPct val="90000"/>
              </a:lnSpc>
              <a:spcBef>
                <a:spcPts val="0"/>
              </a:spcBef>
              <a:spcAft>
                <a:spcPts val="0"/>
              </a:spcAft>
              <a:buClrTx/>
              <a:buSzPct val="115000"/>
              <a:buFont typeface="Arial" panose="020B0604020202020204" pitchFamily="34" charset="0"/>
              <a:buNone/>
              <a:tabLst/>
              <a:defRPr/>
            </a:pPr>
            <a:r>
              <a:rPr lang="en-US"/>
              <a:t>Subhead 18 pt. RTX red. Bold. Sentence case.</a:t>
            </a:r>
          </a:p>
        </p:txBody>
      </p:sp>
      <p:sp>
        <p:nvSpPr>
          <p:cNvPr id="17" name="Title 5"/>
          <p:cNvSpPr>
            <a:spLocks noGrp="1"/>
          </p:cNvSpPr>
          <p:nvPr>
            <p:ph type="title" hasCustomPrompt="1"/>
          </p:nvPr>
        </p:nvSpPr>
        <p:spPr>
          <a:xfrm>
            <a:off x="694944" y="514473"/>
            <a:ext cx="10811256" cy="676653"/>
          </a:xfrm>
          <a:prstGeom prst="rect">
            <a:avLst/>
          </a:prstGeom>
        </p:spPr>
        <p:txBody>
          <a:bodyPr/>
          <a:lstStyle>
            <a:lvl1pPr>
              <a:lnSpc>
                <a:spcPct val="80000"/>
              </a:lnSpc>
              <a:defRPr/>
            </a:lvl1pPr>
          </a:lstStyle>
          <a:p>
            <a:r>
              <a:rPr lang="en-US"/>
              <a:t>TITLE. 32 PT. BLACK. REGULAR. UPPERCASE. TWO LINES MAX.</a:t>
            </a:r>
          </a:p>
        </p:txBody>
      </p:sp>
      <p:sp>
        <p:nvSpPr>
          <p:cNvPr id="11" name="Takeaway bar"/>
          <p:cNvSpPr>
            <a:spLocks noGrp="1"/>
          </p:cNvSpPr>
          <p:nvPr>
            <p:ph type="body" sz="quarter" idx="15" hasCustomPrompt="1"/>
          </p:nvPr>
        </p:nvSpPr>
        <p:spPr>
          <a:xfrm>
            <a:off x="694944" y="5917569"/>
            <a:ext cx="10820399" cy="268279"/>
          </a:xfrm>
          <a:solidFill>
            <a:schemeClr val="accent1"/>
          </a:solidFill>
        </p:spPr>
        <p:txBody>
          <a:bodyPr vert="horz" wrap="square" lIns="621792" tIns="64008" rIns="621792" bIns="36576" rtlCol="0" anchor="b" anchorCtr="0">
            <a:spAutoFit/>
          </a:bodyPr>
          <a:lstStyle>
            <a:lvl1pPr marL="0" indent="0" algn="ctr" defTabSz="0">
              <a:lnSpc>
                <a:spcPts val="1300"/>
              </a:lnSpc>
              <a:spcBef>
                <a:spcPts val="0"/>
              </a:spcBef>
              <a:buFontTx/>
              <a:buNone/>
              <a:defRPr lang="en-US" sz="1600" b="1" dirty="0">
                <a:solidFill>
                  <a:schemeClr val="bg1"/>
                </a:solidFill>
                <a:latin typeface="Arial" panose="020B0604020202020204" pitchFamily="34" charset="0"/>
                <a:ea typeface="+mj-ea"/>
                <a:cs typeface="Arial" panose="020B0604020202020204" pitchFamily="34" charset="0"/>
              </a:defRPr>
            </a:lvl1pPr>
          </a:lstStyle>
          <a:p>
            <a:pPr marL="0" lvl="0" indent="0" algn="ctr">
              <a:buNone/>
            </a:pPr>
            <a:r>
              <a:rPr lang="en-US"/>
              <a:t>Optional takeaway bar. White. Bold. 16 pt. Centered. Sentence case.</a:t>
            </a:r>
          </a:p>
        </p:txBody>
      </p:sp>
      <p:sp>
        <p:nvSpPr>
          <p:cNvPr id="2" name="Footer Placeholder 1">
            <a:extLst>
              <a:ext uri="{FF2B5EF4-FFF2-40B4-BE49-F238E27FC236}">
                <a16:creationId xmlns:a16="http://schemas.microsoft.com/office/drawing/2014/main" id="{0325C011-809B-F142-87DD-B50CF52804EA}"/>
              </a:ext>
            </a:extLst>
          </p:cNvPr>
          <p:cNvSpPr>
            <a:spLocks noGrp="1"/>
          </p:cNvSpPr>
          <p:nvPr>
            <p:ph type="ftr" sz="quarter" idx="25"/>
          </p:nvPr>
        </p:nvSpPr>
        <p:spPr/>
        <p:txBody>
          <a:bodyPr/>
          <a:lstStyle/>
          <a:p>
            <a:r>
              <a:rPr lang="en-US">
                <a:cs typeface="DIN-Light"/>
              </a:rPr>
              <a:t>CS Agentic Development</a:t>
            </a:r>
            <a:endParaRPr lang="en-US"/>
          </a:p>
        </p:txBody>
      </p:sp>
    </p:spTree>
    <p:extLst>
      <p:ext uri="{BB962C8B-B14F-4D97-AF65-F5344CB8AC3E}">
        <p14:creationId xmlns:p14="http://schemas.microsoft.com/office/powerpoint/2010/main" val="3676662776"/>
      </p:ext>
    </p:extLst>
  </p:cSld>
  <p:clrMapOvr>
    <a:masterClrMapping/>
  </p:clrMapOvr>
  <p:extLst>
    <p:ext uri="{DCECCB84-F9BA-43D5-87BE-67443E8EF086}">
      <p15:sldGuideLst xmlns:p15="http://schemas.microsoft.com/office/powerpoint/2012/main">
        <p15:guide id="1" orient="horz" pos="1416"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llins Content: 3 columns/photos">
    <p:spTree>
      <p:nvGrpSpPr>
        <p:cNvPr id="1" name=""/>
        <p:cNvGrpSpPr/>
        <p:nvPr/>
      </p:nvGrpSpPr>
      <p:grpSpPr>
        <a:xfrm>
          <a:off x="0" y="0"/>
          <a:ext cx="0" cy="0"/>
          <a:chOff x="0" y="0"/>
          <a:chExt cx="0" cy="0"/>
        </a:xfrm>
      </p:grpSpPr>
      <p:sp>
        <p:nvSpPr>
          <p:cNvPr id="3" name="Picture Placeholder 2"/>
          <p:cNvSpPr>
            <a:spLocks noGrp="1"/>
          </p:cNvSpPr>
          <p:nvPr>
            <p:ph type="pic" sz="quarter" idx="22" hasCustomPrompt="1"/>
          </p:nvPr>
        </p:nvSpPr>
        <p:spPr>
          <a:xfrm>
            <a:off x="685800" y="1312494"/>
            <a:ext cx="3429000" cy="1829708"/>
          </a:xfrm>
          <a:solidFill>
            <a:schemeClr val="bg2"/>
          </a:solidFill>
        </p:spPr>
        <p:txBody>
          <a:bodyPr tIns="365760"/>
          <a:lstStyle>
            <a:lvl1pPr marL="0" indent="0" algn="ctr">
              <a:buNone/>
              <a:defRPr sz="1800"/>
            </a:lvl1pPr>
          </a:lstStyle>
          <a:p>
            <a:r>
              <a:rPr lang="en-US"/>
              <a:t>Click to insert photo</a:t>
            </a:r>
          </a:p>
        </p:txBody>
      </p:sp>
      <p:sp>
        <p:nvSpPr>
          <p:cNvPr id="20" name="Picture Placeholder 2"/>
          <p:cNvSpPr>
            <a:spLocks noGrp="1"/>
          </p:cNvSpPr>
          <p:nvPr>
            <p:ph type="pic" sz="quarter" idx="23" hasCustomPrompt="1"/>
          </p:nvPr>
        </p:nvSpPr>
        <p:spPr>
          <a:xfrm>
            <a:off x="4381500" y="1312493"/>
            <a:ext cx="3429000" cy="1829709"/>
          </a:xfrm>
          <a:solidFill>
            <a:schemeClr val="bg2"/>
          </a:solidFill>
        </p:spPr>
        <p:txBody>
          <a:bodyPr tIns="365760"/>
          <a:lstStyle>
            <a:lvl1pPr marL="0" indent="0" algn="ctr">
              <a:buNone/>
              <a:defRPr sz="1800" baseline="0"/>
            </a:lvl1pPr>
          </a:lstStyle>
          <a:p>
            <a:r>
              <a:rPr lang="en-US"/>
              <a:t>Click to insert photo</a:t>
            </a:r>
          </a:p>
        </p:txBody>
      </p:sp>
      <p:sp>
        <p:nvSpPr>
          <p:cNvPr id="21" name="Picture Placeholder 2"/>
          <p:cNvSpPr>
            <a:spLocks noGrp="1"/>
          </p:cNvSpPr>
          <p:nvPr>
            <p:ph type="pic" sz="quarter" idx="24" hasCustomPrompt="1"/>
          </p:nvPr>
        </p:nvSpPr>
        <p:spPr>
          <a:xfrm>
            <a:off x="8077200" y="1312494"/>
            <a:ext cx="3429000" cy="1829708"/>
          </a:xfrm>
          <a:solidFill>
            <a:schemeClr val="bg2"/>
          </a:solidFill>
        </p:spPr>
        <p:txBody>
          <a:bodyPr tIns="365760"/>
          <a:lstStyle>
            <a:lvl1pPr marL="0" indent="0" algn="ctr">
              <a:buNone/>
              <a:defRPr sz="1800" baseline="0"/>
            </a:lvl1pPr>
          </a:lstStyle>
          <a:p>
            <a:r>
              <a:rPr lang="en-US"/>
              <a:t>Click to insert photo</a:t>
            </a:r>
          </a:p>
        </p:txBody>
      </p:sp>
      <p:sp>
        <p:nvSpPr>
          <p:cNvPr id="18" name="Slide number"/>
          <p:cNvSpPr>
            <a:spLocks noGrp="1"/>
          </p:cNvSpPr>
          <p:nvPr>
            <p:ph type="sldNum" sz="quarter" idx="4"/>
          </p:nvPr>
        </p:nvSpPr>
        <p:spPr>
          <a:xfrm>
            <a:off x="10983397" y="6380414"/>
            <a:ext cx="531946" cy="365125"/>
          </a:xfrm>
          <a:prstGeom prst="rect">
            <a:avLst/>
          </a:prstGeom>
        </p:spPr>
        <p:txBody>
          <a:bodyPr vert="horz" lIns="0" tIns="0" rIns="0" bIns="0" rtlCol="0" anchor="t" anchorCtr="0"/>
          <a:lstStyle>
            <a:lvl1pPr algn="r">
              <a:defRPr lang="en-US" sz="1200" kern="1200" smtClean="0">
                <a:solidFill>
                  <a:schemeClr val="tx1">
                    <a:tint val="75000"/>
                  </a:schemeClr>
                </a:solidFill>
                <a:latin typeface="+mn-lt"/>
                <a:ea typeface="+mn-ea"/>
                <a:cs typeface="+mn-cs"/>
              </a:defRPr>
            </a:lvl1pPr>
          </a:lstStyle>
          <a:p>
            <a:fld id="{07165E6F-54ED-4977-A15E-D44BE7238A65}" type="slidenum">
              <a:rPr lang="en-US" smtClean="0"/>
              <a:pPr/>
              <a:t>‹#›</a:t>
            </a:fld>
            <a:endParaRPr lang="en-US"/>
          </a:p>
        </p:txBody>
      </p:sp>
      <p:sp>
        <p:nvSpPr>
          <p:cNvPr id="39" name="Title 5"/>
          <p:cNvSpPr>
            <a:spLocks noGrp="1"/>
          </p:cNvSpPr>
          <p:nvPr>
            <p:ph type="title" hasCustomPrompt="1"/>
          </p:nvPr>
        </p:nvSpPr>
        <p:spPr>
          <a:xfrm>
            <a:off x="694944" y="514473"/>
            <a:ext cx="10811256" cy="676653"/>
          </a:xfrm>
          <a:prstGeom prst="rect">
            <a:avLst/>
          </a:prstGeom>
        </p:spPr>
        <p:txBody>
          <a:bodyPr/>
          <a:lstStyle>
            <a:lvl1pPr>
              <a:lnSpc>
                <a:spcPct val="80000"/>
              </a:lnSpc>
              <a:defRPr/>
            </a:lvl1pPr>
          </a:lstStyle>
          <a:p>
            <a:r>
              <a:rPr lang="en-US"/>
              <a:t>TITLE. 32 PT. BLACK. REGULAR. UPPERCASE. TWO LINES MAX.</a:t>
            </a:r>
          </a:p>
        </p:txBody>
      </p:sp>
      <p:sp>
        <p:nvSpPr>
          <p:cNvPr id="43" name="Body 3"/>
          <p:cNvSpPr>
            <a:spLocks noGrp="1"/>
          </p:cNvSpPr>
          <p:nvPr>
            <p:ph type="body" sz="quarter" idx="18" hasCustomPrompt="1"/>
          </p:nvPr>
        </p:nvSpPr>
        <p:spPr>
          <a:xfrm>
            <a:off x="8077200" y="3897989"/>
            <a:ext cx="3429000" cy="1829708"/>
          </a:xfrm>
          <a:noFill/>
        </p:spPr>
        <p:txBody>
          <a:bodyPr rIns="182880"/>
          <a:lstStyle>
            <a:lvl1pPr marL="219451" marR="0" indent="-219451" algn="l" defTabSz="914400" rtl="0" eaLnBrk="1" fontAlgn="auto" latinLnBrk="0" hangingPunct="1">
              <a:lnSpc>
                <a:spcPct val="100000"/>
              </a:lnSpc>
              <a:spcBef>
                <a:spcPct val="0"/>
              </a:spcBef>
              <a:spcAft>
                <a:spcPts val="600"/>
              </a:spcAft>
              <a:buClr>
                <a:srgbClr val="CE1126"/>
              </a:buClr>
              <a:buSzPct val="75000"/>
              <a:buFont typeface="Arial" panose="020B0604020202020204" pitchFamily="34" charset="0"/>
              <a:buChar char="•"/>
              <a:tabLst/>
              <a:defRPr lang="en-US" sz="1800" kern="1200">
                <a:solidFill>
                  <a:schemeClr val="tx1"/>
                </a:solidFill>
                <a:latin typeface="+mn-lt"/>
                <a:ea typeface="+mn-ea"/>
                <a:cs typeface="+mn-cs"/>
              </a:defRPr>
            </a:lvl1pPr>
            <a:lvl2pPr marL="438912" indent="-219456" algn="l" defTabSz="914400" rtl="0" eaLnBrk="1" latinLnBrk="0" hangingPunct="1">
              <a:lnSpc>
                <a:spcPct val="100000"/>
              </a:lnSpc>
              <a:spcBef>
                <a:spcPts val="0"/>
              </a:spcBef>
              <a:spcAft>
                <a:spcPts val="600"/>
              </a:spcAft>
              <a:buClr>
                <a:schemeClr val="accent1"/>
              </a:buClr>
              <a:buSzPct val="100000"/>
              <a:buFont typeface="Arial" panose="020B0604020202020204" pitchFamily="34" charset="0"/>
              <a:buChar char="–"/>
              <a:defRPr lang="en-US" sz="1800" kern="1200" dirty="0" smtClean="0">
                <a:solidFill>
                  <a:schemeClr val="tx1"/>
                </a:solidFill>
                <a:latin typeface="+mn-lt"/>
                <a:ea typeface="+mn-ea"/>
                <a:cs typeface="+mn-cs"/>
              </a:defRPr>
            </a:lvl2pPr>
            <a:lvl3pPr marL="621792" indent="-219456" algn="l" defTabSz="914400" rtl="0" eaLnBrk="1" latinLnBrk="0" hangingPunct="1">
              <a:lnSpc>
                <a:spcPct val="100000"/>
              </a:lnSpc>
              <a:spcBef>
                <a:spcPts val="0"/>
              </a:spcBef>
              <a:spcAft>
                <a:spcPts val="600"/>
              </a:spcAft>
              <a:buClr>
                <a:schemeClr val="tx2"/>
              </a:buClr>
              <a:buSzPct val="75000"/>
              <a:buFont typeface="Arial" panose="020B0604020202020204" pitchFamily="34" charset="0"/>
              <a:buChar char="•"/>
              <a:defRPr lang="en-US" sz="1800" kern="1200" dirty="0" smtClean="0">
                <a:solidFill>
                  <a:schemeClr val="tx1"/>
                </a:solidFill>
                <a:latin typeface="+mn-lt"/>
                <a:ea typeface="+mn-ea"/>
                <a:cs typeface="+mn-cs"/>
              </a:defRPr>
            </a:lvl3pPr>
            <a:lvl4pPr marL="841248" indent="-219456" algn="l" defTabSz="914400" rtl="0" eaLnBrk="1" latinLnBrk="0" hangingPunct="1">
              <a:lnSpc>
                <a:spcPct val="100000"/>
              </a:lnSpc>
              <a:spcBef>
                <a:spcPts val="0"/>
              </a:spcBef>
              <a:spcAft>
                <a:spcPts val="600"/>
              </a:spcAft>
              <a:buClr>
                <a:schemeClr val="accent1"/>
              </a:buClr>
              <a:buSzPct val="100000"/>
              <a:buFont typeface="Arial" panose="020B0604020202020204" pitchFamily="34" charset="0"/>
              <a:buChar char="–"/>
              <a:defRPr lang="en-US" sz="1800" kern="1200" dirty="0" smtClean="0">
                <a:solidFill>
                  <a:schemeClr val="tx1"/>
                </a:solidFill>
                <a:latin typeface="+mn-lt"/>
                <a:ea typeface="+mn-ea"/>
                <a:cs typeface="+mn-cs"/>
              </a:defRPr>
            </a:lvl4pPr>
            <a:lvl5pPr marL="1060704" indent="-219456" algn="l" defTabSz="914400" rtl="0" eaLnBrk="1" latinLnBrk="0" hangingPunct="1">
              <a:lnSpc>
                <a:spcPct val="100000"/>
              </a:lnSpc>
              <a:spcBef>
                <a:spcPts val="0"/>
              </a:spcBef>
              <a:spcAft>
                <a:spcPts val="600"/>
              </a:spcAft>
              <a:buClr>
                <a:schemeClr val="tx2"/>
              </a:buClr>
              <a:buSzPct val="75000"/>
              <a:buFont typeface="Arial" panose="020B0604020202020204" pitchFamily="34" charset="0"/>
              <a:buChar char="•"/>
              <a:defRPr lang="en-US" sz="1800" kern="1200" dirty="0">
                <a:solidFill>
                  <a:schemeClr val="tx1"/>
                </a:solidFill>
                <a:latin typeface="+mn-lt"/>
                <a:ea typeface="+mn-ea"/>
                <a:cs typeface="+mn-cs"/>
              </a:defRPr>
            </a:lvl5pPr>
          </a:lstStyle>
          <a:p>
            <a:pPr lvl="0"/>
            <a:r>
              <a:rPr lang="en-US"/>
              <a:t>Main bullet. 18 pt. black.</a:t>
            </a:r>
          </a:p>
          <a:p>
            <a:pPr lvl="1"/>
            <a:r>
              <a:rPr lang="en-US"/>
              <a:t>Second level</a:t>
            </a:r>
          </a:p>
          <a:p>
            <a:pPr lvl="2"/>
            <a:r>
              <a:rPr lang="en-US"/>
              <a:t>Third level</a:t>
            </a:r>
          </a:p>
          <a:p>
            <a:pPr lvl="3"/>
            <a:r>
              <a:rPr lang="en-US"/>
              <a:t>Fourth level</a:t>
            </a:r>
          </a:p>
          <a:p>
            <a:pPr lvl="4"/>
            <a:r>
              <a:rPr lang="en-US"/>
              <a:t>Fifth level</a:t>
            </a:r>
          </a:p>
        </p:txBody>
      </p:sp>
      <p:sp>
        <p:nvSpPr>
          <p:cNvPr id="44" name="Body 2"/>
          <p:cNvSpPr>
            <a:spLocks noGrp="1"/>
          </p:cNvSpPr>
          <p:nvPr>
            <p:ph type="body" sz="quarter" idx="17" hasCustomPrompt="1"/>
          </p:nvPr>
        </p:nvSpPr>
        <p:spPr>
          <a:xfrm>
            <a:off x="4381500" y="3897989"/>
            <a:ext cx="3429000" cy="1829709"/>
          </a:xfrm>
          <a:noFill/>
        </p:spPr>
        <p:txBody>
          <a:bodyPr rIns="182880"/>
          <a:lstStyle>
            <a:lvl1pPr marL="219451" marR="0" indent="-219451" algn="l" defTabSz="914400" rtl="0" eaLnBrk="1" fontAlgn="auto" latinLnBrk="0" hangingPunct="1">
              <a:lnSpc>
                <a:spcPct val="100000"/>
              </a:lnSpc>
              <a:spcBef>
                <a:spcPct val="0"/>
              </a:spcBef>
              <a:spcAft>
                <a:spcPts val="600"/>
              </a:spcAft>
              <a:buClr>
                <a:srgbClr val="CE1126"/>
              </a:buClr>
              <a:buSzPct val="75000"/>
              <a:buFont typeface="Arial" panose="020B0604020202020204" pitchFamily="34" charset="0"/>
              <a:buChar char="•"/>
              <a:tabLst/>
              <a:defRPr lang="en-US" sz="1800" kern="1200">
                <a:solidFill>
                  <a:schemeClr val="tx1"/>
                </a:solidFill>
                <a:latin typeface="+mn-lt"/>
                <a:ea typeface="+mn-ea"/>
                <a:cs typeface="+mn-cs"/>
              </a:defRPr>
            </a:lvl1pPr>
            <a:lvl2pPr marL="438912" indent="-219456" algn="l" defTabSz="914400" rtl="0" eaLnBrk="1" latinLnBrk="0" hangingPunct="1">
              <a:lnSpc>
                <a:spcPct val="100000"/>
              </a:lnSpc>
              <a:spcBef>
                <a:spcPts val="0"/>
              </a:spcBef>
              <a:spcAft>
                <a:spcPts val="600"/>
              </a:spcAft>
              <a:buClr>
                <a:schemeClr val="accent1"/>
              </a:buClr>
              <a:buSzPct val="100000"/>
              <a:buFont typeface="Arial" panose="020B0604020202020204" pitchFamily="34" charset="0"/>
              <a:buChar char="–"/>
              <a:defRPr lang="en-US" sz="1800" kern="1200" dirty="0" smtClean="0">
                <a:solidFill>
                  <a:schemeClr val="tx1"/>
                </a:solidFill>
                <a:latin typeface="+mn-lt"/>
                <a:ea typeface="+mn-ea"/>
                <a:cs typeface="+mn-cs"/>
              </a:defRPr>
            </a:lvl2pPr>
            <a:lvl3pPr marL="621792" indent="-219456" algn="l" defTabSz="914400" rtl="0" eaLnBrk="1" latinLnBrk="0" hangingPunct="1">
              <a:lnSpc>
                <a:spcPct val="100000"/>
              </a:lnSpc>
              <a:spcBef>
                <a:spcPts val="0"/>
              </a:spcBef>
              <a:spcAft>
                <a:spcPts val="600"/>
              </a:spcAft>
              <a:buClr>
                <a:schemeClr val="tx2"/>
              </a:buClr>
              <a:buSzPct val="75000"/>
              <a:buFont typeface="Arial" panose="020B0604020202020204" pitchFamily="34" charset="0"/>
              <a:buChar char="•"/>
              <a:defRPr lang="en-US" sz="1800" kern="1200" dirty="0" smtClean="0">
                <a:solidFill>
                  <a:schemeClr val="tx1"/>
                </a:solidFill>
                <a:latin typeface="+mn-lt"/>
                <a:ea typeface="+mn-ea"/>
                <a:cs typeface="+mn-cs"/>
              </a:defRPr>
            </a:lvl3pPr>
            <a:lvl4pPr marL="841248" indent="-219456" algn="l" defTabSz="914400" rtl="0" eaLnBrk="1" latinLnBrk="0" hangingPunct="1">
              <a:lnSpc>
                <a:spcPct val="100000"/>
              </a:lnSpc>
              <a:spcBef>
                <a:spcPts val="0"/>
              </a:spcBef>
              <a:spcAft>
                <a:spcPts val="600"/>
              </a:spcAft>
              <a:buClr>
                <a:schemeClr val="accent1"/>
              </a:buClr>
              <a:buSzPct val="100000"/>
              <a:buFont typeface="Arial" panose="020B0604020202020204" pitchFamily="34" charset="0"/>
              <a:buChar char="–"/>
              <a:defRPr lang="en-US" sz="1800" kern="1200" dirty="0" smtClean="0">
                <a:solidFill>
                  <a:schemeClr val="tx1"/>
                </a:solidFill>
                <a:latin typeface="+mn-lt"/>
                <a:ea typeface="+mn-ea"/>
                <a:cs typeface="+mn-cs"/>
              </a:defRPr>
            </a:lvl4pPr>
            <a:lvl5pPr marL="1060704" indent="-219456" algn="l" defTabSz="914400" rtl="0" eaLnBrk="1" latinLnBrk="0" hangingPunct="1">
              <a:lnSpc>
                <a:spcPct val="100000"/>
              </a:lnSpc>
              <a:spcBef>
                <a:spcPts val="0"/>
              </a:spcBef>
              <a:spcAft>
                <a:spcPts val="600"/>
              </a:spcAft>
              <a:buClr>
                <a:schemeClr val="tx2"/>
              </a:buClr>
              <a:buSzPct val="75000"/>
              <a:buFont typeface="Arial" panose="020B0604020202020204" pitchFamily="34" charset="0"/>
              <a:buChar char="•"/>
              <a:defRPr lang="en-US" sz="1800" kern="1200" dirty="0">
                <a:solidFill>
                  <a:schemeClr val="tx1"/>
                </a:solidFill>
                <a:latin typeface="+mn-lt"/>
                <a:ea typeface="+mn-ea"/>
                <a:cs typeface="+mn-cs"/>
              </a:defRPr>
            </a:lvl5pPr>
          </a:lstStyle>
          <a:p>
            <a:pPr lvl="0"/>
            <a:r>
              <a:rPr lang="en-US"/>
              <a:t>Main bullet. 18 pt. black.</a:t>
            </a:r>
          </a:p>
          <a:p>
            <a:pPr lvl="1"/>
            <a:r>
              <a:rPr lang="en-US"/>
              <a:t>Second level</a:t>
            </a:r>
          </a:p>
          <a:p>
            <a:pPr lvl="2"/>
            <a:r>
              <a:rPr lang="en-US"/>
              <a:t>Third level</a:t>
            </a:r>
          </a:p>
          <a:p>
            <a:pPr lvl="3"/>
            <a:r>
              <a:rPr lang="en-US"/>
              <a:t>Fourth level</a:t>
            </a:r>
          </a:p>
          <a:p>
            <a:pPr lvl="4"/>
            <a:r>
              <a:rPr lang="en-US"/>
              <a:t>Fifth level</a:t>
            </a:r>
          </a:p>
        </p:txBody>
      </p:sp>
      <p:sp>
        <p:nvSpPr>
          <p:cNvPr id="45" name="Body 1"/>
          <p:cNvSpPr>
            <a:spLocks noGrp="1"/>
          </p:cNvSpPr>
          <p:nvPr>
            <p:ph type="body" sz="quarter" idx="13" hasCustomPrompt="1"/>
          </p:nvPr>
        </p:nvSpPr>
        <p:spPr>
          <a:xfrm>
            <a:off x="696433" y="3897990"/>
            <a:ext cx="3418367" cy="1830552"/>
          </a:xfrm>
          <a:noFill/>
        </p:spPr>
        <p:txBody>
          <a:bodyPr rIns="182880"/>
          <a:lstStyle>
            <a:lvl1pPr marL="219451" marR="0" indent="-219451" algn="l" defTabSz="914400" rtl="0" eaLnBrk="1" fontAlgn="auto" latinLnBrk="0" hangingPunct="1">
              <a:lnSpc>
                <a:spcPct val="100000"/>
              </a:lnSpc>
              <a:spcBef>
                <a:spcPct val="0"/>
              </a:spcBef>
              <a:spcAft>
                <a:spcPts val="600"/>
              </a:spcAft>
              <a:buClr>
                <a:srgbClr val="CE1126"/>
              </a:buClr>
              <a:buSzPct val="75000"/>
              <a:buFont typeface="Arial" panose="020B0604020202020204" pitchFamily="34" charset="0"/>
              <a:buChar char="•"/>
              <a:tabLst/>
              <a:defRPr lang="en-US" sz="1800" kern="1200" baseline="0" dirty="0" smtClean="0">
                <a:solidFill>
                  <a:schemeClr val="tx1"/>
                </a:solidFill>
                <a:latin typeface="+mn-lt"/>
                <a:ea typeface="+mn-ea"/>
                <a:cs typeface="+mn-cs"/>
              </a:defRPr>
            </a:lvl1pPr>
            <a:lvl2pPr marL="438912" indent="-219456" algn="l" defTabSz="914400" rtl="0" eaLnBrk="1" latinLnBrk="0" hangingPunct="1">
              <a:lnSpc>
                <a:spcPct val="100000"/>
              </a:lnSpc>
              <a:spcBef>
                <a:spcPts val="0"/>
              </a:spcBef>
              <a:spcAft>
                <a:spcPts val="600"/>
              </a:spcAft>
              <a:buClr>
                <a:schemeClr val="accent1"/>
              </a:buClr>
              <a:buFont typeface="Arial" panose="020B0604020202020204" pitchFamily="34" charset="0"/>
              <a:defRPr lang="en-US" sz="1800" kern="1200" dirty="0" smtClean="0">
                <a:solidFill>
                  <a:schemeClr val="tx1"/>
                </a:solidFill>
                <a:latin typeface="+mn-lt"/>
                <a:ea typeface="+mn-ea"/>
                <a:cs typeface="+mn-cs"/>
              </a:defRPr>
            </a:lvl2pPr>
            <a:lvl3pPr marL="621792" indent="-219456" algn="l" defTabSz="914400" rtl="0" eaLnBrk="1" latinLnBrk="0" hangingPunct="1">
              <a:lnSpc>
                <a:spcPct val="100000"/>
              </a:lnSpc>
              <a:spcBef>
                <a:spcPts val="0"/>
              </a:spcBef>
              <a:spcAft>
                <a:spcPts val="600"/>
              </a:spcAft>
              <a:buFont typeface="Arial" panose="020B0604020202020204" pitchFamily="34" charset="0"/>
              <a:defRPr lang="en-US" sz="1800" kern="1200" dirty="0" smtClean="0">
                <a:solidFill>
                  <a:schemeClr val="tx1"/>
                </a:solidFill>
                <a:latin typeface="+mn-lt"/>
                <a:ea typeface="+mn-ea"/>
                <a:cs typeface="+mn-cs"/>
              </a:defRPr>
            </a:lvl3pPr>
            <a:lvl4pPr marL="841248" indent="-219456" algn="l" defTabSz="914400" rtl="0" eaLnBrk="1" latinLnBrk="0" hangingPunct="1">
              <a:lnSpc>
                <a:spcPct val="100000"/>
              </a:lnSpc>
              <a:spcBef>
                <a:spcPts val="0"/>
              </a:spcBef>
              <a:spcAft>
                <a:spcPts val="600"/>
              </a:spcAft>
              <a:buClr>
                <a:schemeClr val="accent1"/>
              </a:buClr>
              <a:buFont typeface="Arial" panose="020B0604020202020204" pitchFamily="34" charset="0"/>
              <a:defRPr lang="en-US" sz="1800" kern="1200" dirty="0" smtClean="0">
                <a:solidFill>
                  <a:schemeClr val="tx1"/>
                </a:solidFill>
                <a:latin typeface="+mn-lt"/>
                <a:ea typeface="+mn-ea"/>
                <a:cs typeface="+mn-cs"/>
              </a:defRPr>
            </a:lvl4pPr>
            <a:lvl5pPr marL="1060704" indent="-219456" algn="l" defTabSz="914400" rtl="0" eaLnBrk="1" latinLnBrk="0" hangingPunct="1">
              <a:lnSpc>
                <a:spcPct val="100000"/>
              </a:lnSpc>
              <a:spcBef>
                <a:spcPts val="0"/>
              </a:spcBef>
              <a:spcAft>
                <a:spcPts val="600"/>
              </a:spcAft>
              <a:buFont typeface="Arial" panose="020B0604020202020204" pitchFamily="34" charset="0"/>
              <a:defRPr lang="en-US" sz="1800" kern="1200" dirty="0">
                <a:solidFill>
                  <a:schemeClr val="tx1"/>
                </a:solidFill>
                <a:latin typeface="+mn-lt"/>
                <a:ea typeface="+mn-ea"/>
                <a:cs typeface="+mn-cs"/>
              </a:defRPr>
            </a:lvl5pPr>
          </a:lstStyle>
          <a:p>
            <a:pPr lvl="0"/>
            <a:r>
              <a:rPr lang="en-US"/>
              <a:t>Main bullet. 18 pt. black.</a:t>
            </a:r>
          </a:p>
          <a:p>
            <a:pPr lvl="1"/>
            <a:r>
              <a:rPr lang="en-US"/>
              <a:t>Second level</a:t>
            </a:r>
          </a:p>
          <a:p>
            <a:pPr lvl="2"/>
            <a:r>
              <a:rPr lang="en-US"/>
              <a:t>Third level</a:t>
            </a:r>
          </a:p>
          <a:p>
            <a:pPr lvl="3"/>
            <a:r>
              <a:rPr lang="en-US"/>
              <a:t>Fourth level</a:t>
            </a:r>
          </a:p>
          <a:p>
            <a:pPr lvl="4"/>
            <a:r>
              <a:rPr lang="en-US"/>
              <a:t>Fifth level</a:t>
            </a:r>
          </a:p>
        </p:txBody>
      </p:sp>
      <p:sp>
        <p:nvSpPr>
          <p:cNvPr id="49" name="Text Placeholder 2"/>
          <p:cNvSpPr>
            <a:spLocks noGrp="1"/>
          </p:cNvSpPr>
          <p:nvPr>
            <p:ph type="body" sz="quarter" idx="21" hasCustomPrompt="1"/>
          </p:nvPr>
        </p:nvSpPr>
        <p:spPr>
          <a:xfrm>
            <a:off x="695325" y="3293426"/>
            <a:ext cx="3419475" cy="590931"/>
          </a:xfrm>
          <a:noFill/>
        </p:spPr>
        <p:txBody>
          <a:bodyPr vert="horz" wrap="square" lIns="0" tIns="0" rIns="0" bIns="91440" rtlCol="0">
            <a:spAutoFit/>
          </a:bodyPr>
          <a:lstStyle>
            <a:lvl1pPr marL="0" marR="0" indent="0" algn="l" defTabSz="914400" rtl="0" eaLnBrk="1" fontAlgn="auto" latinLnBrk="0" hangingPunct="1">
              <a:lnSpc>
                <a:spcPct val="90000"/>
              </a:lnSpc>
              <a:spcBef>
                <a:spcPts val="0"/>
              </a:spcBef>
              <a:spcAft>
                <a:spcPts val="0"/>
              </a:spcAft>
              <a:buClrTx/>
              <a:buSzPct val="115000"/>
              <a:buFont typeface="Arial" panose="020B0604020202020204" pitchFamily="34" charset="0"/>
              <a:buNone/>
              <a:tabLst/>
              <a:defRPr lang="en-US" sz="1800" b="1" baseline="0">
                <a:solidFill>
                  <a:schemeClr val="tx2"/>
                </a:solidFill>
              </a:defRPr>
            </a:lvl1pPr>
          </a:lstStyle>
          <a:p>
            <a:pPr marL="0" marR="0" lvl="0" indent="0" algn="l" defTabSz="914400" rtl="0" eaLnBrk="1" fontAlgn="auto" latinLnBrk="0" hangingPunct="1">
              <a:lnSpc>
                <a:spcPct val="90000"/>
              </a:lnSpc>
              <a:spcBef>
                <a:spcPts val="0"/>
              </a:spcBef>
              <a:spcAft>
                <a:spcPts val="0"/>
              </a:spcAft>
              <a:buClrTx/>
              <a:buSzPct val="115000"/>
              <a:buFont typeface="Arial" panose="020B0604020202020204" pitchFamily="34" charset="0"/>
              <a:buNone/>
              <a:tabLst/>
              <a:defRPr/>
            </a:pPr>
            <a:r>
              <a:rPr lang="en-US"/>
              <a:t>Subhead 18 pt. RTX red. Bold. Sentence case.</a:t>
            </a:r>
          </a:p>
        </p:txBody>
      </p:sp>
      <p:sp>
        <p:nvSpPr>
          <p:cNvPr id="50" name="Text Placeholder 2"/>
          <p:cNvSpPr>
            <a:spLocks noGrp="1"/>
          </p:cNvSpPr>
          <p:nvPr>
            <p:ph type="body" sz="quarter" idx="26" hasCustomPrompt="1"/>
          </p:nvPr>
        </p:nvSpPr>
        <p:spPr>
          <a:xfrm>
            <a:off x="4364234" y="3293426"/>
            <a:ext cx="3419475" cy="590931"/>
          </a:xfrm>
          <a:noFill/>
        </p:spPr>
        <p:txBody>
          <a:bodyPr vert="horz" wrap="square" lIns="0" tIns="0" rIns="0" bIns="91440" rtlCol="0">
            <a:spAutoFit/>
          </a:bodyPr>
          <a:lstStyle>
            <a:lvl1pPr marL="0" marR="0" indent="0" algn="l" defTabSz="914400" rtl="0" eaLnBrk="1" fontAlgn="auto" latinLnBrk="0" hangingPunct="1">
              <a:lnSpc>
                <a:spcPct val="90000"/>
              </a:lnSpc>
              <a:spcBef>
                <a:spcPts val="0"/>
              </a:spcBef>
              <a:spcAft>
                <a:spcPts val="0"/>
              </a:spcAft>
              <a:buClrTx/>
              <a:buSzPct val="115000"/>
              <a:buFont typeface="Arial" panose="020B0604020202020204" pitchFamily="34" charset="0"/>
              <a:buNone/>
              <a:tabLst/>
              <a:defRPr lang="en-US" sz="1800" b="1" baseline="0">
                <a:solidFill>
                  <a:schemeClr val="tx2"/>
                </a:solidFill>
              </a:defRPr>
            </a:lvl1pPr>
          </a:lstStyle>
          <a:p>
            <a:pPr marL="0" marR="0" lvl="0" indent="0" algn="l" defTabSz="914400" rtl="0" eaLnBrk="1" fontAlgn="auto" latinLnBrk="0" hangingPunct="1">
              <a:lnSpc>
                <a:spcPct val="90000"/>
              </a:lnSpc>
              <a:spcBef>
                <a:spcPts val="0"/>
              </a:spcBef>
              <a:spcAft>
                <a:spcPts val="0"/>
              </a:spcAft>
              <a:buClrTx/>
              <a:buSzPct val="115000"/>
              <a:buFont typeface="Arial" panose="020B0604020202020204" pitchFamily="34" charset="0"/>
              <a:buNone/>
              <a:tabLst/>
              <a:defRPr/>
            </a:pPr>
            <a:r>
              <a:rPr lang="en-US"/>
              <a:t>Subhead 18 pt. RTX red. Bold. Sentence case.</a:t>
            </a:r>
          </a:p>
        </p:txBody>
      </p:sp>
      <p:sp>
        <p:nvSpPr>
          <p:cNvPr id="51" name="Text Placeholder 2"/>
          <p:cNvSpPr>
            <a:spLocks noGrp="1"/>
          </p:cNvSpPr>
          <p:nvPr>
            <p:ph type="body" sz="quarter" idx="27" hasCustomPrompt="1"/>
          </p:nvPr>
        </p:nvSpPr>
        <p:spPr>
          <a:xfrm>
            <a:off x="8077200" y="3293426"/>
            <a:ext cx="3419475" cy="590931"/>
          </a:xfrm>
          <a:noFill/>
        </p:spPr>
        <p:txBody>
          <a:bodyPr vert="horz" wrap="square" lIns="0" tIns="0" rIns="0" bIns="91440" rtlCol="0">
            <a:spAutoFit/>
          </a:bodyPr>
          <a:lstStyle>
            <a:lvl1pPr marL="0" marR="0" indent="0" algn="l" defTabSz="914400" rtl="0" eaLnBrk="1" fontAlgn="auto" latinLnBrk="0" hangingPunct="1">
              <a:lnSpc>
                <a:spcPct val="90000"/>
              </a:lnSpc>
              <a:spcBef>
                <a:spcPts val="0"/>
              </a:spcBef>
              <a:spcAft>
                <a:spcPts val="0"/>
              </a:spcAft>
              <a:buClrTx/>
              <a:buSzPct val="115000"/>
              <a:buFont typeface="Arial" panose="020B0604020202020204" pitchFamily="34" charset="0"/>
              <a:buNone/>
              <a:tabLst/>
              <a:defRPr lang="en-US" sz="1800" b="1" baseline="0">
                <a:solidFill>
                  <a:schemeClr val="tx2"/>
                </a:solidFill>
              </a:defRPr>
            </a:lvl1pPr>
          </a:lstStyle>
          <a:p>
            <a:pPr marL="0" marR="0" lvl="0" indent="0" algn="l" defTabSz="914400" rtl="0" eaLnBrk="1" fontAlgn="auto" latinLnBrk="0" hangingPunct="1">
              <a:lnSpc>
                <a:spcPct val="90000"/>
              </a:lnSpc>
              <a:spcBef>
                <a:spcPts val="0"/>
              </a:spcBef>
              <a:spcAft>
                <a:spcPts val="0"/>
              </a:spcAft>
              <a:buClrTx/>
              <a:buSzPct val="115000"/>
              <a:buFont typeface="Arial" panose="020B0604020202020204" pitchFamily="34" charset="0"/>
              <a:buNone/>
              <a:tabLst/>
              <a:defRPr/>
            </a:pPr>
            <a:r>
              <a:rPr lang="en-US"/>
              <a:t>Subhead 18 pt. RTX red. Bold. Sentence case.</a:t>
            </a:r>
          </a:p>
        </p:txBody>
      </p:sp>
      <p:sp>
        <p:nvSpPr>
          <p:cNvPr id="22" name="Takeaway bar"/>
          <p:cNvSpPr>
            <a:spLocks noGrp="1"/>
          </p:cNvSpPr>
          <p:nvPr>
            <p:ph type="body" sz="quarter" idx="15" hasCustomPrompt="1"/>
          </p:nvPr>
        </p:nvSpPr>
        <p:spPr>
          <a:xfrm>
            <a:off x="694944" y="5912568"/>
            <a:ext cx="10820399" cy="273280"/>
          </a:xfrm>
          <a:solidFill>
            <a:schemeClr val="accent1"/>
          </a:solidFill>
        </p:spPr>
        <p:txBody>
          <a:bodyPr vert="horz" wrap="square" lIns="621792" tIns="64008" rIns="621792" bIns="36576" rtlCol="0" anchor="b" anchorCtr="0">
            <a:spAutoFit/>
          </a:bodyPr>
          <a:lstStyle>
            <a:lvl1pPr marL="0" indent="0" algn="ctr" defTabSz="0">
              <a:lnSpc>
                <a:spcPts val="1300"/>
              </a:lnSpc>
              <a:spcBef>
                <a:spcPts val="0"/>
              </a:spcBef>
              <a:buFontTx/>
              <a:buNone/>
              <a:defRPr lang="en-US" sz="1600" b="1" dirty="0">
                <a:solidFill>
                  <a:schemeClr val="bg1"/>
                </a:solidFill>
                <a:latin typeface="Arial" panose="020B0604020202020204" pitchFamily="34" charset="0"/>
                <a:ea typeface="+mj-ea"/>
                <a:cs typeface="Arial" panose="020B0604020202020204" pitchFamily="34" charset="0"/>
              </a:defRPr>
            </a:lvl1pPr>
          </a:lstStyle>
          <a:p>
            <a:pPr marL="0" lvl="0" indent="0" algn="ctr">
              <a:buNone/>
            </a:pPr>
            <a:r>
              <a:rPr lang="en-US"/>
              <a:t>Optional takeaway bar. White. Bold. 16 pt. Centered. Sentence case.</a:t>
            </a:r>
          </a:p>
        </p:txBody>
      </p:sp>
      <p:sp>
        <p:nvSpPr>
          <p:cNvPr id="2" name="Footer Placeholder 1">
            <a:extLst>
              <a:ext uri="{FF2B5EF4-FFF2-40B4-BE49-F238E27FC236}">
                <a16:creationId xmlns:a16="http://schemas.microsoft.com/office/drawing/2014/main" id="{F2FFE885-255A-DE4B-B7E6-9A98CEBD81FA}"/>
              </a:ext>
            </a:extLst>
          </p:cNvPr>
          <p:cNvSpPr>
            <a:spLocks noGrp="1"/>
          </p:cNvSpPr>
          <p:nvPr>
            <p:ph type="ftr" sz="quarter" idx="28"/>
          </p:nvPr>
        </p:nvSpPr>
        <p:spPr/>
        <p:txBody>
          <a:bodyPr/>
          <a:lstStyle/>
          <a:p>
            <a:r>
              <a:rPr lang="en-US">
                <a:cs typeface="DIN-Light"/>
              </a:rPr>
              <a:t>CS Agentic Development</a:t>
            </a:r>
            <a:endParaRPr lang="en-US"/>
          </a:p>
        </p:txBody>
      </p:sp>
    </p:spTree>
    <p:extLst>
      <p:ext uri="{BB962C8B-B14F-4D97-AF65-F5344CB8AC3E}">
        <p14:creationId xmlns:p14="http://schemas.microsoft.com/office/powerpoint/2010/main" val="2039996213"/>
      </p:ext>
    </p:extLst>
  </p:cSld>
  <p:clrMapOvr>
    <a:masterClrMapping/>
  </p:clrMapOvr>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llins Content: Text Quad">
    <p:spTree>
      <p:nvGrpSpPr>
        <p:cNvPr id="1" name=""/>
        <p:cNvGrpSpPr/>
        <p:nvPr/>
      </p:nvGrpSpPr>
      <p:grpSpPr>
        <a:xfrm>
          <a:off x="0" y="0"/>
          <a:ext cx="0" cy="0"/>
          <a:chOff x="0" y="0"/>
          <a:chExt cx="0" cy="0"/>
        </a:xfrm>
      </p:grpSpPr>
      <p:sp>
        <p:nvSpPr>
          <p:cNvPr id="14" name="Body 4"/>
          <p:cNvSpPr>
            <a:spLocks noGrp="1"/>
          </p:cNvSpPr>
          <p:nvPr>
            <p:ph type="body" sz="quarter" idx="19" hasCustomPrompt="1"/>
          </p:nvPr>
        </p:nvSpPr>
        <p:spPr>
          <a:xfrm>
            <a:off x="6260431" y="4060048"/>
            <a:ext cx="5257801" cy="1426354"/>
          </a:xfrm>
          <a:noFill/>
        </p:spPr>
        <p:txBody>
          <a:bodyPr rIns="182880"/>
          <a:lstStyle>
            <a:lvl1pPr marL="219451" indent="-219451" algn="l" defTabSz="914400" rtl="0" eaLnBrk="1" latinLnBrk="0" hangingPunct="1">
              <a:lnSpc>
                <a:spcPct val="100000"/>
              </a:lnSpc>
              <a:spcBef>
                <a:spcPct val="0"/>
              </a:spcBef>
              <a:spcAft>
                <a:spcPts val="600"/>
              </a:spcAft>
              <a:buClr>
                <a:srgbClr val="CE1126"/>
              </a:buClr>
              <a:buSzPct val="75000"/>
              <a:buFont typeface="Arial" panose="020B0604020202020204" pitchFamily="34" charset="0"/>
              <a:buChar char="•"/>
              <a:defRPr lang="en-US" sz="1800" kern="1200" dirty="0" smtClean="0">
                <a:solidFill>
                  <a:schemeClr val="tx1"/>
                </a:solidFill>
                <a:latin typeface="+mn-lt"/>
                <a:ea typeface="+mn-ea"/>
                <a:cs typeface="+mn-cs"/>
              </a:defRPr>
            </a:lvl1pPr>
            <a:lvl2pPr marL="438912" indent="-219456" algn="l" defTabSz="914400" rtl="0" eaLnBrk="1" latinLnBrk="0" hangingPunct="1">
              <a:lnSpc>
                <a:spcPct val="100000"/>
              </a:lnSpc>
              <a:spcBef>
                <a:spcPts val="0"/>
              </a:spcBef>
              <a:spcAft>
                <a:spcPts val="600"/>
              </a:spcAft>
              <a:buClr>
                <a:schemeClr val="accent1"/>
              </a:buClr>
              <a:buSzPct val="100000"/>
              <a:buFont typeface="Arial" panose="020B0604020202020204" pitchFamily="34" charset="0"/>
              <a:buChar char="–"/>
              <a:defRPr lang="en-US" sz="1800" kern="1200" dirty="0" smtClean="0">
                <a:solidFill>
                  <a:schemeClr val="tx1"/>
                </a:solidFill>
                <a:latin typeface="+mn-lt"/>
                <a:ea typeface="+mn-ea"/>
                <a:cs typeface="+mn-cs"/>
              </a:defRPr>
            </a:lvl2pPr>
            <a:lvl3pPr marL="621792" indent="-219456" algn="l" defTabSz="914400" rtl="0" eaLnBrk="1" latinLnBrk="0" hangingPunct="1">
              <a:lnSpc>
                <a:spcPct val="100000"/>
              </a:lnSpc>
              <a:spcBef>
                <a:spcPts val="0"/>
              </a:spcBef>
              <a:spcAft>
                <a:spcPts val="600"/>
              </a:spcAft>
              <a:buClr>
                <a:schemeClr val="tx2"/>
              </a:buClr>
              <a:buSzPct val="75000"/>
              <a:buFont typeface="Arial" panose="020B0604020202020204" pitchFamily="34" charset="0"/>
              <a:buChar char="•"/>
              <a:defRPr lang="en-US" sz="1800" kern="1200" dirty="0" smtClean="0">
                <a:solidFill>
                  <a:schemeClr val="tx1"/>
                </a:solidFill>
                <a:latin typeface="+mn-lt"/>
                <a:ea typeface="+mn-ea"/>
                <a:cs typeface="+mn-cs"/>
              </a:defRPr>
            </a:lvl3pPr>
            <a:lvl4pPr indent="-219456" algn="l" defTabSz="914400" rtl="0" eaLnBrk="1" latinLnBrk="0" hangingPunct="1">
              <a:lnSpc>
                <a:spcPct val="100000"/>
              </a:lnSpc>
              <a:spcBef>
                <a:spcPts val="0"/>
              </a:spcBef>
              <a:spcAft>
                <a:spcPts val="600"/>
              </a:spcAft>
              <a:buClr>
                <a:schemeClr val="accent1"/>
              </a:buClr>
              <a:buFont typeface="Arial" panose="020B0604020202020204" pitchFamily="34" charset="0"/>
              <a:defRPr lang="en-US" sz="1800" kern="1200" dirty="0" smtClean="0">
                <a:solidFill>
                  <a:schemeClr val="tx1"/>
                </a:solidFill>
                <a:latin typeface="+mn-lt"/>
                <a:ea typeface="+mn-ea"/>
                <a:cs typeface="+mn-cs"/>
              </a:defRPr>
            </a:lvl4pPr>
            <a:lvl5pPr indent="-219456" algn="l" defTabSz="914400" rtl="0" eaLnBrk="1" latinLnBrk="0" hangingPunct="1">
              <a:lnSpc>
                <a:spcPct val="100000"/>
              </a:lnSpc>
              <a:spcBef>
                <a:spcPts val="0"/>
              </a:spcBef>
              <a:spcAft>
                <a:spcPts val="600"/>
              </a:spcAft>
              <a:buFont typeface="Arial" panose="020B0604020202020204" pitchFamily="34" charset="0"/>
              <a:defRPr lang="en-US" sz="1800" kern="1200" dirty="0">
                <a:solidFill>
                  <a:schemeClr val="tx1"/>
                </a:solidFill>
                <a:latin typeface="+mn-lt"/>
                <a:ea typeface="+mn-ea"/>
                <a:cs typeface="+mn-cs"/>
              </a:defRPr>
            </a:lvl5pPr>
          </a:lstStyle>
          <a:p>
            <a:pPr lvl="0"/>
            <a:r>
              <a:rPr lang="en-US"/>
              <a:t>Main bullet. 18 pt. black.</a:t>
            </a:r>
          </a:p>
          <a:p>
            <a:pPr lvl="1"/>
            <a:r>
              <a:rPr lang="en-US"/>
              <a:t>Second level</a:t>
            </a:r>
          </a:p>
          <a:p>
            <a:pPr lvl="2"/>
            <a:r>
              <a:rPr lang="en-US"/>
              <a:t>Third level</a:t>
            </a:r>
          </a:p>
          <a:p>
            <a:pPr lvl="3"/>
            <a:r>
              <a:rPr lang="en-US"/>
              <a:t>Fourth level</a:t>
            </a:r>
          </a:p>
        </p:txBody>
      </p:sp>
      <p:sp>
        <p:nvSpPr>
          <p:cNvPr id="12" name="Body 3"/>
          <p:cNvSpPr>
            <a:spLocks noGrp="1"/>
          </p:cNvSpPr>
          <p:nvPr>
            <p:ph type="body" sz="quarter" idx="17" hasCustomPrompt="1"/>
          </p:nvPr>
        </p:nvSpPr>
        <p:spPr>
          <a:xfrm>
            <a:off x="6260431" y="1922165"/>
            <a:ext cx="5257800" cy="1426464"/>
          </a:xfrm>
          <a:noFill/>
        </p:spPr>
        <p:txBody>
          <a:bodyPr rIns="182880"/>
          <a:lstStyle>
            <a:lvl1pPr marL="219451" indent="-219451" algn="l" defTabSz="914400" rtl="0" eaLnBrk="1" latinLnBrk="0" hangingPunct="1">
              <a:lnSpc>
                <a:spcPct val="100000"/>
              </a:lnSpc>
              <a:spcBef>
                <a:spcPct val="0"/>
              </a:spcBef>
              <a:spcAft>
                <a:spcPts val="600"/>
              </a:spcAft>
              <a:buClr>
                <a:srgbClr val="CE1126"/>
              </a:buClr>
              <a:buSzPct val="75000"/>
              <a:buFont typeface="Arial" panose="020B0604020202020204" pitchFamily="34" charset="0"/>
              <a:buChar char="•"/>
              <a:defRPr lang="en-US" sz="1800" kern="1200" dirty="0" smtClean="0">
                <a:solidFill>
                  <a:schemeClr val="tx1"/>
                </a:solidFill>
                <a:latin typeface="+mn-lt"/>
                <a:ea typeface="+mn-ea"/>
                <a:cs typeface="+mn-cs"/>
              </a:defRPr>
            </a:lvl1pPr>
            <a:lvl2pPr marL="438912" indent="-219456" algn="l" defTabSz="914400" rtl="0" eaLnBrk="1" latinLnBrk="0" hangingPunct="1">
              <a:lnSpc>
                <a:spcPct val="100000"/>
              </a:lnSpc>
              <a:spcBef>
                <a:spcPts val="0"/>
              </a:spcBef>
              <a:spcAft>
                <a:spcPts val="600"/>
              </a:spcAft>
              <a:buClr>
                <a:schemeClr val="accent1"/>
              </a:buClr>
              <a:buSzPct val="100000"/>
              <a:buFont typeface="Arial" panose="020B0604020202020204" pitchFamily="34" charset="0"/>
              <a:buChar char="–"/>
              <a:defRPr lang="en-US" sz="1800" kern="1200" dirty="0" smtClean="0">
                <a:solidFill>
                  <a:schemeClr val="tx1"/>
                </a:solidFill>
                <a:latin typeface="+mn-lt"/>
                <a:ea typeface="+mn-ea"/>
                <a:cs typeface="+mn-cs"/>
              </a:defRPr>
            </a:lvl2pPr>
            <a:lvl3pPr marL="621792" indent="-219456" algn="l" defTabSz="914400" rtl="0" eaLnBrk="1" latinLnBrk="0" hangingPunct="1">
              <a:lnSpc>
                <a:spcPct val="100000"/>
              </a:lnSpc>
              <a:spcBef>
                <a:spcPts val="0"/>
              </a:spcBef>
              <a:spcAft>
                <a:spcPts val="600"/>
              </a:spcAft>
              <a:buClr>
                <a:schemeClr val="tx2"/>
              </a:buClr>
              <a:buSzPct val="75000"/>
              <a:buFont typeface="Arial" panose="020B0604020202020204" pitchFamily="34" charset="0"/>
              <a:buChar char="•"/>
              <a:defRPr lang="en-US" sz="1800" kern="1200" dirty="0" smtClean="0">
                <a:solidFill>
                  <a:schemeClr val="tx1"/>
                </a:solidFill>
                <a:latin typeface="+mn-lt"/>
                <a:ea typeface="+mn-ea"/>
                <a:cs typeface="+mn-cs"/>
              </a:defRPr>
            </a:lvl3pPr>
            <a:lvl4pPr indent="-219456" algn="l" defTabSz="914400" rtl="0" eaLnBrk="1" latinLnBrk="0" hangingPunct="1">
              <a:lnSpc>
                <a:spcPct val="100000"/>
              </a:lnSpc>
              <a:spcBef>
                <a:spcPts val="0"/>
              </a:spcBef>
              <a:spcAft>
                <a:spcPts val="600"/>
              </a:spcAft>
              <a:buClr>
                <a:schemeClr val="accent1"/>
              </a:buClr>
              <a:buFont typeface="Arial" panose="020B0604020202020204" pitchFamily="34" charset="0"/>
              <a:defRPr lang="en-US" sz="1800" kern="1200" dirty="0" smtClean="0">
                <a:solidFill>
                  <a:schemeClr val="tx1"/>
                </a:solidFill>
                <a:latin typeface="+mn-lt"/>
                <a:ea typeface="+mn-ea"/>
                <a:cs typeface="+mn-cs"/>
              </a:defRPr>
            </a:lvl4pPr>
            <a:lvl5pPr indent="-219456" algn="l" defTabSz="914400" rtl="0" eaLnBrk="1" latinLnBrk="0" hangingPunct="1">
              <a:lnSpc>
                <a:spcPct val="100000"/>
              </a:lnSpc>
              <a:spcBef>
                <a:spcPts val="0"/>
              </a:spcBef>
              <a:spcAft>
                <a:spcPts val="600"/>
              </a:spcAft>
              <a:buFont typeface="Arial" panose="020B0604020202020204" pitchFamily="34" charset="0"/>
              <a:defRPr lang="en-US" sz="1800" kern="1200" dirty="0">
                <a:solidFill>
                  <a:schemeClr val="tx1"/>
                </a:solidFill>
                <a:latin typeface="+mn-lt"/>
                <a:ea typeface="+mn-ea"/>
                <a:cs typeface="+mn-cs"/>
              </a:defRPr>
            </a:lvl5pPr>
          </a:lstStyle>
          <a:p>
            <a:pPr lvl="0"/>
            <a:r>
              <a:rPr lang="en-US"/>
              <a:t>Main bullet. 18 pt. black.</a:t>
            </a:r>
          </a:p>
          <a:p>
            <a:pPr lvl="1"/>
            <a:r>
              <a:rPr lang="en-US"/>
              <a:t>Second level</a:t>
            </a:r>
          </a:p>
          <a:p>
            <a:pPr lvl="2"/>
            <a:r>
              <a:rPr lang="en-US"/>
              <a:t>Third level</a:t>
            </a:r>
          </a:p>
          <a:p>
            <a:pPr lvl="3"/>
            <a:r>
              <a:rPr lang="en-US"/>
              <a:t>Fourth level</a:t>
            </a:r>
          </a:p>
        </p:txBody>
      </p:sp>
      <p:sp>
        <p:nvSpPr>
          <p:cNvPr id="13" name="Body 2"/>
          <p:cNvSpPr>
            <a:spLocks noGrp="1"/>
          </p:cNvSpPr>
          <p:nvPr>
            <p:ph type="body" sz="quarter" idx="18" hasCustomPrompt="1"/>
          </p:nvPr>
        </p:nvSpPr>
        <p:spPr>
          <a:xfrm>
            <a:off x="697832" y="4060048"/>
            <a:ext cx="5241850" cy="1426354"/>
          </a:xfrm>
          <a:noFill/>
        </p:spPr>
        <p:txBody>
          <a:bodyPr rIns="182880"/>
          <a:lstStyle>
            <a:lvl1pPr marL="219451" indent="-219451" algn="l" defTabSz="914400" rtl="0" eaLnBrk="1" latinLnBrk="0" hangingPunct="1">
              <a:lnSpc>
                <a:spcPct val="100000"/>
              </a:lnSpc>
              <a:spcBef>
                <a:spcPct val="0"/>
              </a:spcBef>
              <a:spcAft>
                <a:spcPts val="600"/>
              </a:spcAft>
              <a:buClr>
                <a:srgbClr val="CE1126"/>
              </a:buClr>
              <a:buSzPct val="75000"/>
              <a:buFont typeface="Arial" panose="020B0604020202020204" pitchFamily="34" charset="0"/>
              <a:buChar char="•"/>
              <a:defRPr lang="en-US" sz="1800" kern="1200" dirty="0" smtClean="0">
                <a:solidFill>
                  <a:schemeClr val="tx1"/>
                </a:solidFill>
                <a:latin typeface="+mn-lt"/>
                <a:ea typeface="+mn-ea"/>
                <a:cs typeface="+mn-cs"/>
              </a:defRPr>
            </a:lvl1pPr>
            <a:lvl2pPr marL="438912" indent="-219456" algn="l" defTabSz="914400" rtl="0" eaLnBrk="1" latinLnBrk="0" hangingPunct="1">
              <a:lnSpc>
                <a:spcPct val="100000"/>
              </a:lnSpc>
              <a:spcBef>
                <a:spcPts val="0"/>
              </a:spcBef>
              <a:spcAft>
                <a:spcPts val="600"/>
              </a:spcAft>
              <a:buClr>
                <a:schemeClr val="accent1"/>
              </a:buClr>
              <a:buSzPct val="100000"/>
              <a:buFont typeface="Arial" panose="020B0604020202020204" pitchFamily="34" charset="0"/>
              <a:buChar char="–"/>
              <a:defRPr lang="en-US" sz="1800" kern="1200" dirty="0" smtClean="0">
                <a:solidFill>
                  <a:schemeClr val="tx1"/>
                </a:solidFill>
                <a:latin typeface="+mn-lt"/>
                <a:ea typeface="+mn-ea"/>
                <a:cs typeface="+mn-cs"/>
              </a:defRPr>
            </a:lvl2pPr>
            <a:lvl3pPr marL="621792" indent="-219456" algn="l" defTabSz="914400" rtl="0" eaLnBrk="1" latinLnBrk="0" hangingPunct="1">
              <a:lnSpc>
                <a:spcPct val="100000"/>
              </a:lnSpc>
              <a:spcBef>
                <a:spcPts val="0"/>
              </a:spcBef>
              <a:spcAft>
                <a:spcPts val="600"/>
              </a:spcAft>
              <a:buClr>
                <a:schemeClr val="tx2"/>
              </a:buClr>
              <a:buSzPct val="75000"/>
              <a:buFont typeface="Arial" panose="020B0604020202020204" pitchFamily="34" charset="0"/>
              <a:buChar char="•"/>
              <a:defRPr lang="en-US" sz="1800" kern="1200" dirty="0" smtClean="0">
                <a:solidFill>
                  <a:schemeClr val="tx1"/>
                </a:solidFill>
                <a:latin typeface="+mn-lt"/>
                <a:ea typeface="+mn-ea"/>
                <a:cs typeface="+mn-cs"/>
              </a:defRPr>
            </a:lvl3pPr>
            <a:lvl4pPr indent="-219456" algn="l" defTabSz="914400" rtl="0" eaLnBrk="1" latinLnBrk="0" hangingPunct="1">
              <a:lnSpc>
                <a:spcPct val="100000"/>
              </a:lnSpc>
              <a:spcBef>
                <a:spcPts val="0"/>
              </a:spcBef>
              <a:spcAft>
                <a:spcPts val="600"/>
              </a:spcAft>
              <a:buFont typeface="Arial" panose="020B0604020202020204" pitchFamily="34" charset="0"/>
              <a:defRPr lang="en-US" sz="1800" kern="1200" dirty="0" smtClean="0">
                <a:solidFill>
                  <a:schemeClr val="tx1"/>
                </a:solidFill>
                <a:latin typeface="+mn-lt"/>
                <a:ea typeface="+mn-ea"/>
                <a:cs typeface="+mn-cs"/>
              </a:defRPr>
            </a:lvl4pPr>
            <a:lvl5pPr indent="-219456" algn="l" defTabSz="914400" rtl="0" eaLnBrk="1" latinLnBrk="0" hangingPunct="1">
              <a:lnSpc>
                <a:spcPct val="100000"/>
              </a:lnSpc>
              <a:spcBef>
                <a:spcPts val="0"/>
              </a:spcBef>
              <a:spcAft>
                <a:spcPts val="600"/>
              </a:spcAft>
              <a:buFont typeface="Arial" panose="020B0604020202020204" pitchFamily="34" charset="0"/>
              <a:defRPr lang="en-US" sz="1800" kern="1200" dirty="0">
                <a:solidFill>
                  <a:schemeClr val="tx1"/>
                </a:solidFill>
                <a:latin typeface="+mn-lt"/>
                <a:ea typeface="+mn-ea"/>
                <a:cs typeface="+mn-cs"/>
              </a:defRPr>
            </a:lvl5pPr>
          </a:lstStyle>
          <a:p>
            <a:pPr lvl="0"/>
            <a:r>
              <a:rPr lang="en-US"/>
              <a:t>Main bullet. 18 pt. black.</a:t>
            </a:r>
          </a:p>
          <a:p>
            <a:pPr lvl="1"/>
            <a:r>
              <a:rPr lang="en-US"/>
              <a:t>Second level</a:t>
            </a:r>
          </a:p>
          <a:p>
            <a:pPr lvl="2"/>
            <a:r>
              <a:rPr lang="en-US"/>
              <a:t>Third level</a:t>
            </a:r>
          </a:p>
          <a:p>
            <a:pPr lvl="3"/>
            <a:r>
              <a:rPr lang="en-US"/>
              <a:t>Fourth level</a:t>
            </a:r>
          </a:p>
        </p:txBody>
      </p:sp>
      <p:sp>
        <p:nvSpPr>
          <p:cNvPr id="31" name="Body 1"/>
          <p:cNvSpPr>
            <a:spLocks noGrp="1"/>
          </p:cNvSpPr>
          <p:nvPr>
            <p:ph type="body" sz="quarter" idx="13" hasCustomPrompt="1"/>
          </p:nvPr>
        </p:nvSpPr>
        <p:spPr>
          <a:xfrm>
            <a:off x="698345" y="1922165"/>
            <a:ext cx="5240823" cy="1426464"/>
          </a:xfrm>
          <a:noFill/>
        </p:spPr>
        <p:txBody>
          <a:bodyPr rIns="182880"/>
          <a:lstStyle>
            <a:lvl1pPr marL="219451" indent="-219451" algn="l" defTabSz="914400" rtl="0" eaLnBrk="1" latinLnBrk="0" hangingPunct="1">
              <a:lnSpc>
                <a:spcPct val="100000"/>
              </a:lnSpc>
              <a:spcBef>
                <a:spcPct val="0"/>
              </a:spcBef>
              <a:spcAft>
                <a:spcPts val="600"/>
              </a:spcAft>
              <a:buClr>
                <a:srgbClr val="CE1126"/>
              </a:buClr>
              <a:buSzPct val="75000"/>
              <a:buFont typeface="Arial" panose="020B0604020202020204" pitchFamily="34" charset="0"/>
              <a:buChar char="•"/>
              <a:defRPr lang="en-US" sz="1800" kern="1200" baseline="0" dirty="0" smtClean="0">
                <a:solidFill>
                  <a:schemeClr val="tx1"/>
                </a:solidFill>
                <a:latin typeface="+mn-lt"/>
                <a:ea typeface="+mn-ea"/>
                <a:cs typeface="+mn-cs"/>
              </a:defRPr>
            </a:lvl1pPr>
            <a:lvl2pPr marL="438912" indent="-219456" algn="l" defTabSz="914400" rtl="0" eaLnBrk="1" latinLnBrk="0" hangingPunct="1">
              <a:lnSpc>
                <a:spcPct val="100000"/>
              </a:lnSpc>
              <a:spcBef>
                <a:spcPts val="0"/>
              </a:spcBef>
              <a:spcAft>
                <a:spcPts val="600"/>
              </a:spcAft>
              <a:buClr>
                <a:schemeClr val="accent1"/>
              </a:buClr>
              <a:buSzPct val="100000"/>
              <a:buFont typeface="Arial" panose="020B0604020202020204" pitchFamily="34" charset="0"/>
              <a:buChar char="–"/>
              <a:defRPr lang="en-US" sz="1800" kern="1200" dirty="0" smtClean="0">
                <a:solidFill>
                  <a:schemeClr val="tx1"/>
                </a:solidFill>
                <a:latin typeface="+mn-lt"/>
                <a:ea typeface="+mn-ea"/>
                <a:cs typeface="+mn-cs"/>
              </a:defRPr>
            </a:lvl2pPr>
            <a:lvl3pPr marL="621792" indent="-219456" algn="l" defTabSz="914400" rtl="0" eaLnBrk="1" latinLnBrk="0" hangingPunct="1">
              <a:lnSpc>
                <a:spcPct val="100000"/>
              </a:lnSpc>
              <a:spcBef>
                <a:spcPts val="0"/>
              </a:spcBef>
              <a:spcAft>
                <a:spcPts val="600"/>
              </a:spcAft>
              <a:buClr>
                <a:schemeClr val="tx2"/>
              </a:buClr>
              <a:buSzPct val="75000"/>
              <a:buFont typeface="Arial" panose="020B0604020202020204" pitchFamily="34" charset="0"/>
              <a:buChar char="•"/>
              <a:defRPr lang="en-US" sz="1800" kern="1200" dirty="0" smtClean="0">
                <a:solidFill>
                  <a:schemeClr val="tx1"/>
                </a:solidFill>
                <a:latin typeface="+mn-lt"/>
                <a:ea typeface="+mn-ea"/>
                <a:cs typeface="+mn-cs"/>
              </a:defRPr>
            </a:lvl3pPr>
            <a:lvl4pPr indent="-219456" algn="l" defTabSz="914400" rtl="0" eaLnBrk="1" latinLnBrk="0" hangingPunct="1">
              <a:lnSpc>
                <a:spcPct val="100000"/>
              </a:lnSpc>
              <a:spcBef>
                <a:spcPts val="0"/>
              </a:spcBef>
              <a:spcAft>
                <a:spcPts val="600"/>
              </a:spcAft>
              <a:buClr>
                <a:schemeClr val="accent1"/>
              </a:buClr>
              <a:buFont typeface="Arial" panose="020B0604020202020204" pitchFamily="34" charset="0"/>
              <a:defRPr lang="en-US" sz="1800" kern="1200" dirty="0" smtClean="0">
                <a:solidFill>
                  <a:schemeClr val="tx1"/>
                </a:solidFill>
                <a:latin typeface="+mn-lt"/>
                <a:ea typeface="+mn-ea"/>
                <a:cs typeface="+mn-cs"/>
              </a:defRPr>
            </a:lvl4pPr>
            <a:lvl5pPr indent="-219456" algn="l" defTabSz="914400" rtl="0" eaLnBrk="1" latinLnBrk="0" hangingPunct="1">
              <a:lnSpc>
                <a:spcPct val="100000"/>
              </a:lnSpc>
              <a:spcBef>
                <a:spcPts val="0"/>
              </a:spcBef>
              <a:spcAft>
                <a:spcPts val="600"/>
              </a:spcAft>
              <a:buFont typeface="Arial" panose="020B0604020202020204" pitchFamily="34" charset="0"/>
              <a:defRPr lang="en-US" sz="1800" kern="1200" dirty="0">
                <a:solidFill>
                  <a:schemeClr val="tx1"/>
                </a:solidFill>
                <a:latin typeface="+mn-lt"/>
                <a:ea typeface="+mn-ea"/>
                <a:cs typeface="+mn-cs"/>
              </a:defRPr>
            </a:lvl5pPr>
          </a:lstStyle>
          <a:p>
            <a:pPr lvl="0"/>
            <a:r>
              <a:rPr lang="en-US"/>
              <a:t>Main bullet. 18 pt. black.</a:t>
            </a:r>
          </a:p>
          <a:p>
            <a:pPr lvl="1"/>
            <a:r>
              <a:rPr lang="en-US"/>
              <a:t>Second level</a:t>
            </a:r>
          </a:p>
          <a:p>
            <a:pPr lvl="2"/>
            <a:r>
              <a:rPr lang="en-US"/>
              <a:t>Third level</a:t>
            </a:r>
          </a:p>
          <a:p>
            <a:pPr lvl="3"/>
            <a:r>
              <a:rPr lang="en-US"/>
              <a:t>Fourth level</a:t>
            </a:r>
          </a:p>
        </p:txBody>
      </p:sp>
      <p:sp>
        <p:nvSpPr>
          <p:cNvPr id="23" name="Slide number"/>
          <p:cNvSpPr>
            <a:spLocks noGrp="1"/>
          </p:cNvSpPr>
          <p:nvPr>
            <p:ph type="sldNum" sz="quarter" idx="4"/>
          </p:nvPr>
        </p:nvSpPr>
        <p:spPr>
          <a:xfrm>
            <a:off x="10983397" y="6380414"/>
            <a:ext cx="531946" cy="365125"/>
          </a:xfrm>
          <a:prstGeom prst="rect">
            <a:avLst/>
          </a:prstGeom>
        </p:spPr>
        <p:txBody>
          <a:bodyPr vert="horz" lIns="0" tIns="0" rIns="0" bIns="0" rtlCol="0" anchor="t" anchorCtr="0"/>
          <a:lstStyle>
            <a:lvl1pPr algn="r">
              <a:defRPr lang="en-US" sz="1200" kern="1200" smtClean="0">
                <a:solidFill>
                  <a:schemeClr val="tx1">
                    <a:tint val="75000"/>
                  </a:schemeClr>
                </a:solidFill>
                <a:latin typeface="+mn-lt"/>
                <a:ea typeface="+mn-ea"/>
                <a:cs typeface="+mn-cs"/>
              </a:defRPr>
            </a:lvl1pPr>
          </a:lstStyle>
          <a:p>
            <a:fld id="{07165E6F-54ED-4977-A15E-D44BE7238A65}" type="slidenum">
              <a:rPr lang="en-US" smtClean="0"/>
              <a:pPr/>
              <a:t>‹#›</a:t>
            </a:fld>
            <a:endParaRPr lang="en-US"/>
          </a:p>
        </p:txBody>
      </p:sp>
      <p:sp>
        <p:nvSpPr>
          <p:cNvPr id="15" name="Text Placeholder 2"/>
          <p:cNvSpPr>
            <a:spLocks noGrp="1"/>
          </p:cNvSpPr>
          <p:nvPr>
            <p:ph type="body" sz="quarter" idx="21" hasCustomPrompt="1"/>
          </p:nvPr>
        </p:nvSpPr>
        <p:spPr>
          <a:xfrm>
            <a:off x="6271500" y="1580534"/>
            <a:ext cx="5243843" cy="341632"/>
          </a:xfrm>
          <a:noFill/>
        </p:spPr>
        <p:txBody>
          <a:bodyPr wrap="square" bIns="91440">
            <a:spAutoFit/>
          </a:bodyPr>
          <a:lstStyle>
            <a:lvl1pPr marL="0" marR="0" indent="0" algn="l" defTabSz="914400" rtl="0" eaLnBrk="1" fontAlgn="auto" latinLnBrk="0" hangingPunct="1">
              <a:lnSpc>
                <a:spcPct val="90000"/>
              </a:lnSpc>
              <a:spcBef>
                <a:spcPts val="0"/>
              </a:spcBef>
              <a:spcAft>
                <a:spcPts val="0"/>
              </a:spcAft>
              <a:buClrTx/>
              <a:buSzPct val="115000"/>
              <a:buFont typeface="Arial" panose="020B0604020202020204" pitchFamily="34" charset="0"/>
              <a:buNone/>
              <a:tabLst/>
              <a:defRPr sz="1800" b="1" baseline="0">
                <a:solidFill>
                  <a:schemeClr val="tx2"/>
                </a:solidFill>
              </a:defRPr>
            </a:lvl1pPr>
          </a:lstStyle>
          <a:p>
            <a:pPr marL="0" marR="0" lvl="0" indent="0" algn="l" defTabSz="914400" rtl="0" eaLnBrk="1" fontAlgn="auto" latinLnBrk="0" hangingPunct="1">
              <a:lnSpc>
                <a:spcPct val="90000"/>
              </a:lnSpc>
              <a:spcBef>
                <a:spcPts val="0"/>
              </a:spcBef>
              <a:spcAft>
                <a:spcPts val="0"/>
              </a:spcAft>
              <a:buClrTx/>
              <a:buSzPct val="115000"/>
              <a:buFont typeface="Arial" panose="020B0604020202020204" pitchFamily="34" charset="0"/>
              <a:buNone/>
              <a:tabLst/>
              <a:defRPr/>
            </a:pPr>
            <a:r>
              <a:rPr lang="en-US"/>
              <a:t>Subhead 18 pt. RTX red. Bold. Sentence case.</a:t>
            </a:r>
          </a:p>
        </p:txBody>
      </p:sp>
      <p:sp>
        <p:nvSpPr>
          <p:cNvPr id="16" name="Text Placeholder 2"/>
          <p:cNvSpPr>
            <a:spLocks noGrp="1"/>
          </p:cNvSpPr>
          <p:nvPr>
            <p:ph type="body" sz="quarter" idx="25" hasCustomPrompt="1"/>
          </p:nvPr>
        </p:nvSpPr>
        <p:spPr>
          <a:xfrm>
            <a:off x="699757" y="1580534"/>
            <a:ext cx="5243843" cy="341632"/>
          </a:xfrm>
          <a:noFill/>
        </p:spPr>
        <p:txBody>
          <a:bodyPr wrap="square" bIns="91440">
            <a:spAutoFit/>
          </a:bodyPr>
          <a:lstStyle>
            <a:lvl1pPr marL="0" marR="0" indent="0" algn="l" defTabSz="914400" rtl="0" eaLnBrk="1" fontAlgn="auto" latinLnBrk="0" hangingPunct="1">
              <a:lnSpc>
                <a:spcPct val="90000"/>
              </a:lnSpc>
              <a:spcBef>
                <a:spcPts val="0"/>
              </a:spcBef>
              <a:spcAft>
                <a:spcPts val="0"/>
              </a:spcAft>
              <a:buClrTx/>
              <a:buSzPct val="115000"/>
              <a:buFont typeface="Arial" panose="020B0604020202020204" pitchFamily="34" charset="0"/>
              <a:buNone/>
              <a:tabLst/>
              <a:defRPr sz="1800" b="1" baseline="0">
                <a:solidFill>
                  <a:schemeClr val="tx2"/>
                </a:solidFill>
              </a:defRPr>
            </a:lvl1pPr>
          </a:lstStyle>
          <a:p>
            <a:pPr marL="0" marR="0" lvl="0" indent="0" algn="l" defTabSz="914400" rtl="0" eaLnBrk="1" fontAlgn="auto" latinLnBrk="0" hangingPunct="1">
              <a:lnSpc>
                <a:spcPct val="90000"/>
              </a:lnSpc>
              <a:spcBef>
                <a:spcPts val="0"/>
              </a:spcBef>
              <a:spcAft>
                <a:spcPts val="0"/>
              </a:spcAft>
              <a:buClrTx/>
              <a:buSzPct val="115000"/>
              <a:buFont typeface="Arial" panose="020B0604020202020204" pitchFamily="34" charset="0"/>
              <a:buNone/>
              <a:tabLst/>
              <a:defRPr/>
            </a:pPr>
            <a:r>
              <a:rPr lang="en-US"/>
              <a:t>Subhead 18 pt. RTX red. Bold. Sentence case.</a:t>
            </a:r>
          </a:p>
        </p:txBody>
      </p:sp>
      <p:sp>
        <p:nvSpPr>
          <p:cNvPr id="17" name="Text Placeholder 2"/>
          <p:cNvSpPr>
            <a:spLocks noGrp="1"/>
          </p:cNvSpPr>
          <p:nvPr>
            <p:ph type="body" sz="quarter" idx="26" hasCustomPrompt="1"/>
          </p:nvPr>
        </p:nvSpPr>
        <p:spPr>
          <a:xfrm>
            <a:off x="6271500" y="3714404"/>
            <a:ext cx="5243843" cy="341632"/>
          </a:xfrm>
          <a:noFill/>
        </p:spPr>
        <p:txBody>
          <a:bodyPr wrap="square" bIns="91440">
            <a:spAutoFit/>
          </a:bodyPr>
          <a:lstStyle>
            <a:lvl1pPr marL="0" marR="0" indent="0" algn="l" defTabSz="914400" rtl="0" eaLnBrk="1" fontAlgn="auto" latinLnBrk="0" hangingPunct="1">
              <a:lnSpc>
                <a:spcPct val="90000"/>
              </a:lnSpc>
              <a:spcBef>
                <a:spcPts val="0"/>
              </a:spcBef>
              <a:spcAft>
                <a:spcPts val="0"/>
              </a:spcAft>
              <a:buClrTx/>
              <a:buSzPct val="115000"/>
              <a:buFont typeface="Arial" panose="020B0604020202020204" pitchFamily="34" charset="0"/>
              <a:buNone/>
              <a:tabLst/>
              <a:defRPr sz="1800" b="1" baseline="0">
                <a:solidFill>
                  <a:schemeClr val="tx2"/>
                </a:solidFill>
              </a:defRPr>
            </a:lvl1pPr>
          </a:lstStyle>
          <a:p>
            <a:pPr marL="0" marR="0" lvl="0" indent="0" algn="l" defTabSz="914400" rtl="0" eaLnBrk="1" fontAlgn="auto" latinLnBrk="0" hangingPunct="1">
              <a:lnSpc>
                <a:spcPct val="90000"/>
              </a:lnSpc>
              <a:spcBef>
                <a:spcPts val="0"/>
              </a:spcBef>
              <a:spcAft>
                <a:spcPts val="0"/>
              </a:spcAft>
              <a:buClrTx/>
              <a:buSzPct val="115000"/>
              <a:buFont typeface="Arial" panose="020B0604020202020204" pitchFamily="34" charset="0"/>
              <a:buNone/>
              <a:tabLst/>
              <a:defRPr/>
            </a:pPr>
            <a:r>
              <a:rPr lang="en-US"/>
              <a:t>Subhead 18 pt. RTX red. Bold. Sentence case.</a:t>
            </a:r>
          </a:p>
        </p:txBody>
      </p:sp>
      <p:sp>
        <p:nvSpPr>
          <p:cNvPr id="18" name="Text Placeholder 2"/>
          <p:cNvSpPr>
            <a:spLocks noGrp="1"/>
          </p:cNvSpPr>
          <p:nvPr>
            <p:ph type="body" sz="quarter" idx="27" hasCustomPrompt="1"/>
          </p:nvPr>
        </p:nvSpPr>
        <p:spPr>
          <a:xfrm>
            <a:off x="699757" y="3714404"/>
            <a:ext cx="5243843" cy="341632"/>
          </a:xfrm>
          <a:noFill/>
        </p:spPr>
        <p:txBody>
          <a:bodyPr wrap="square" bIns="91440">
            <a:spAutoFit/>
          </a:bodyPr>
          <a:lstStyle>
            <a:lvl1pPr marL="0" marR="0" indent="0" algn="l" defTabSz="914400" rtl="0" eaLnBrk="1" fontAlgn="auto" latinLnBrk="0" hangingPunct="1">
              <a:lnSpc>
                <a:spcPct val="90000"/>
              </a:lnSpc>
              <a:spcBef>
                <a:spcPts val="0"/>
              </a:spcBef>
              <a:spcAft>
                <a:spcPts val="0"/>
              </a:spcAft>
              <a:buClrTx/>
              <a:buSzPct val="115000"/>
              <a:buFont typeface="Arial" panose="020B0604020202020204" pitchFamily="34" charset="0"/>
              <a:buNone/>
              <a:tabLst/>
              <a:defRPr sz="1800" b="1" baseline="0">
                <a:solidFill>
                  <a:schemeClr val="tx2"/>
                </a:solidFill>
              </a:defRPr>
            </a:lvl1pPr>
          </a:lstStyle>
          <a:p>
            <a:pPr marL="0" marR="0" lvl="0" indent="0" algn="l" defTabSz="914400" rtl="0" eaLnBrk="1" fontAlgn="auto" latinLnBrk="0" hangingPunct="1">
              <a:lnSpc>
                <a:spcPct val="90000"/>
              </a:lnSpc>
              <a:spcBef>
                <a:spcPts val="0"/>
              </a:spcBef>
              <a:spcAft>
                <a:spcPts val="0"/>
              </a:spcAft>
              <a:buClrTx/>
              <a:buSzPct val="115000"/>
              <a:buFont typeface="Arial" panose="020B0604020202020204" pitchFamily="34" charset="0"/>
              <a:buNone/>
              <a:tabLst/>
              <a:defRPr/>
            </a:pPr>
            <a:r>
              <a:rPr lang="en-US"/>
              <a:t>Subhead 18 pt. RTX red. Bold. Sentence case.</a:t>
            </a:r>
          </a:p>
        </p:txBody>
      </p:sp>
      <p:sp>
        <p:nvSpPr>
          <p:cNvPr id="19" name="Title 5"/>
          <p:cNvSpPr>
            <a:spLocks noGrp="1"/>
          </p:cNvSpPr>
          <p:nvPr>
            <p:ph type="title" hasCustomPrompt="1"/>
          </p:nvPr>
        </p:nvSpPr>
        <p:spPr>
          <a:xfrm>
            <a:off x="694944" y="514473"/>
            <a:ext cx="10811256" cy="676653"/>
          </a:xfrm>
          <a:prstGeom prst="rect">
            <a:avLst/>
          </a:prstGeom>
        </p:spPr>
        <p:txBody>
          <a:bodyPr/>
          <a:lstStyle>
            <a:lvl1pPr>
              <a:lnSpc>
                <a:spcPct val="80000"/>
              </a:lnSpc>
              <a:defRPr/>
            </a:lvl1pPr>
          </a:lstStyle>
          <a:p>
            <a:r>
              <a:rPr lang="en-US"/>
              <a:t>TITLE. 32 PT. BLACK. REGULAR. UPPERCASE. TWO LINES MAX.</a:t>
            </a:r>
          </a:p>
        </p:txBody>
      </p:sp>
      <p:sp>
        <p:nvSpPr>
          <p:cNvPr id="21" name="Takeaway bar"/>
          <p:cNvSpPr>
            <a:spLocks noGrp="1"/>
          </p:cNvSpPr>
          <p:nvPr>
            <p:ph type="body" sz="quarter" idx="15" hasCustomPrompt="1"/>
          </p:nvPr>
        </p:nvSpPr>
        <p:spPr>
          <a:xfrm>
            <a:off x="694944" y="5912568"/>
            <a:ext cx="10820399" cy="273280"/>
          </a:xfrm>
          <a:solidFill>
            <a:schemeClr val="accent1"/>
          </a:solidFill>
        </p:spPr>
        <p:txBody>
          <a:bodyPr vert="horz" wrap="square" lIns="621792" tIns="64008" rIns="621792" bIns="36576" rtlCol="0" anchor="b" anchorCtr="0">
            <a:spAutoFit/>
          </a:bodyPr>
          <a:lstStyle>
            <a:lvl1pPr marL="0" indent="0" algn="ctr" defTabSz="0">
              <a:lnSpc>
                <a:spcPts val="1300"/>
              </a:lnSpc>
              <a:spcBef>
                <a:spcPts val="0"/>
              </a:spcBef>
              <a:buFontTx/>
              <a:buNone/>
              <a:defRPr lang="en-US" sz="1600" b="1" dirty="0">
                <a:solidFill>
                  <a:schemeClr val="bg1"/>
                </a:solidFill>
                <a:latin typeface="Arial" panose="020B0604020202020204" pitchFamily="34" charset="0"/>
                <a:ea typeface="+mj-ea"/>
                <a:cs typeface="Arial" panose="020B0604020202020204" pitchFamily="34" charset="0"/>
              </a:defRPr>
            </a:lvl1pPr>
          </a:lstStyle>
          <a:p>
            <a:pPr marL="0" lvl="0" indent="0" algn="ctr">
              <a:buNone/>
            </a:pPr>
            <a:r>
              <a:rPr lang="en-US"/>
              <a:t>Optional takeaway bar. White. Bold. 16 pt. Centered. Sentence case.</a:t>
            </a:r>
          </a:p>
        </p:txBody>
      </p:sp>
      <p:sp>
        <p:nvSpPr>
          <p:cNvPr id="2" name="Footer Placeholder 1">
            <a:extLst>
              <a:ext uri="{FF2B5EF4-FFF2-40B4-BE49-F238E27FC236}">
                <a16:creationId xmlns:a16="http://schemas.microsoft.com/office/drawing/2014/main" id="{7B211ECA-3F10-BA4A-9903-326CCDC73263}"/>
              </a:ext>
            </a:extLst>
          </p:cNvPr>
          <p:cNvSpPr>
            <a:spLocks noGrp="1"/>
          </p:cNvSpPr>
          <p:nvPr>
            <p:ph type="ftr" sz="quarter" idx="28"/>
          </p:nvPr>
        </p:nvSpPr>
        <p:spPr/>
        <p:txBody>
          <a:bodyPr/>
          <a:lstStyle/>
          <a:p>
            <a:r>
              <a:rPr lang="en-US">
                <a:cs typeface="DIN-Light"/>
              </a:rPr>
              <a:t>CS Agentic Development</a:t>
            </a:r>
            <a:endParaRPr lang="en-US"/>
          </a:p>
        </p:txBody>
      </p:sp>
    </p:spTree>
    <p:extLst>
      <p:ext uri="{BB962C8B-B14F-4D97-AF65-F5344CB8AC3E}">
        <p14:creationId xmlns:p14="http://schemas.microsoft.com/office/powerpoint/2010/main" val="1445225690"/>
      </p:ext>
    </p:extLst>
  </p:cSld>
  <p:clrMapOvr>
    <a:masterClrMapping/>
  </p:clrMapOvr>
  <p:extLst>
    <p:ext uri="{DCECCB84-F9BA-43D5-87BE-67443E8EF086}">
      <p15:sldGuideLst xmlns:p15="http://schemas.microsoft.com/office/powerpoint/2012/main"/>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Content" type="obj">
  <p:cSld name="Title and Content">
    <p:spTree>
      <p:nvGrpSpPr>
        <p:cNvPr id="1" name="Shape 62"/>
        <p:cNvGrpSpPr/>
        <p:nvPr/>
      </p:nvGrpSpPr>
      <p:grpSpPr>
        <a:xfrm>
          <a:off x="0" y="0"/>
          <a:ext cx="0" cy="0"/>
          <a:chOff x="0" y="0"/>
          <a:chExt cx="0" cy="0"/>
        </a:xfrm>
      </p:grpSpPr>
      <p:sp>
        <p:nvSpPr>
          <p:cNvPr id="63" name="Google Shape;63;p15"/>
          <p:cNvSpPr txBox="1">
            <a:spLocks noGrp="1"/>
          </p:cNvSpPr>
          <p:nvPr>
            <p:ph type="title"/>
          </p:nvPr>
        </p:nvSpPr>
        <p:spPr>
          <a:xfrm>
            <a:off x="838200" y="365125"/>
            <a:ext cx="10515600" cy="1325563"/>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64" name="Google Shape;64;p15"/>
          <p:cNvSpPr txBox="1">
            <a:spLocks noGrp="1"/>
          </p:cNvSpPr>
          <p:nvPr>
            <p:ph type="body" idx="1"/>
          </p:nvPr>
        </p:nvSpPr>
        <p:spPr>
          <a:xfrm>
            <a:off x="838200" y="1825625"/>
            <a:ext cx="10515600" cy="4351339"/>
          </a:xfrm>
          <a:prstGeom prst="rect">
            <a:avLst/>
          </a:prstGeom>
          <a:noFill/>
          <a:ln>
            <a:noFill/>
          </a:ln>
        </p:spPr>
        <p:txBody>
          <a:bodyPr spcFirstLastPara="1" wrap="square" lIns="68575" tIns="34275" rIns="68575" bIns="34275" anchor="t" anchorCtr="0">
            <a:normAutofit/>
          </a:bodyPr>
          <a:lstStyle>
            <a:lvl1pPr marL="609585" lvl="0" indent="-423323" algn="l">
              <a:lnSpc>
                <a:spcPct val="90000"/>
              </a:lnSpc>
              <a:spcBef>
                <a:spcPts val="1067"/>
              </a:spcBef>
              <a:spcAft>
                <a:spcPts val="0"/>
              </a:spcAft>
              <a:buClr>
                <a:schemeClr val="dk1"/>
              </a:buClr>
              <a:buSzPts val="1400"/>
              <a:buChar char="•"/>
              <a:defRPr/>
            </a:lvl1pPr>
            <a:lvl2pPr marL="1219170" lvl="1" indent="-423323" algn="l">
              <a:lnSpc>
                <a:spcPct val="90000"/>
              </a:lnSpc>
              <a:spcBef>
                <a:spcPts val="533"/>
              </a:spcBef>
              <a:spcAft>
                <a:spcPts val="0"/>
              </a:spcAft>
              <a:buClr>
                <a:schemeClr val="dk1"/>
              </a:buClr>
              <a:buSzPts val="1400"/>
              <a:buChar char="•"/>
              <a:defRPr/>
            </a:lvl2pPr>
            <a:lvl3pPr marL="1828754" lvl="2" indent="-423323" algn="l">
              <a:lnSpc>
                <a:spcPct val="90000"/>
              </a:lnSpc>
              <a:spcBef>
                <a:spcPts val="533"/>
              </a:spcBef>
              <a:spcAft>
                <a:spcPts val="0"/>
              </a:spcAft>
              <a:buClr>
                <a:schemeClr val="dk1"/>
              </a:buClr>
              <a:buSzPts val="1400"/>
              <a:buChar char="•"/>
              <a:defRPr/>
            </a:lvl3pPr>
            <a:lvl4pPr marL="2438339" lvl="3" indent="-423323" algn="l">
              <a:lnSpc>
                <a:spcPct val="90000"/>
              </a:lnSpc>
              <a:spcBef>
                <a:spcPts val="533"/>
              </a:spcBef>
              <a:spcAft>
                <a:spcPts val="0"/>
              </a:spcAft>
              <a:buClr>
                <a:schemeClr val="dk1"/>
              </a:buClr>
              <a:buSzPts val="1400"/>
              <a:buChar char="•"/>
              <a:defRPr/>
            </a:lvl4pPr>
            <a:lvl5pPr marL="3047924" lvl="4" indent="-423323" algn="l">
              <a:lnSpc>
                <a:spcPct val="90000"/>
              </a:lnSpc>
              <a:spcBef>
                <a:spcPts val="533"/>
              </a:spcBef>
              <a:spcAft>
                <a:spcPts val="0"/>
              </a:spcAft>
              <a:buClr>
                <a:schemeClr val="dk1"/>
              </a:buClr>
              <a:buSzPts val="1400"/>
              <a:buChar char="•"/>
              <a:defRPr/>
            </a:lvl5pPr>
            <a:lvl6pPr marL="3657509" lvl="5" indent="-423323" algn="l">
              <a:lnSpc>
                <a:spcPct val="90000"/>
              </a:lnSpc>
              <a:spcBef>
                <a:spcPts val="533"/>
              </a:spcBef>
              <a:spcAft>
                <a:spcPts val="0"/>
              </a:spcAft>
              <a:buClr>
                <a:schemeClr val="dk1"/>
              </a:buClr>
              <a:buSzPts val="1400"/>
              <a:buChar char="•"/>
              <a:defRPr/>
            </a:lvl6pPr>
            <a:lvl7pPr marL="4267093" lvl="6" indent="-423323" algn="l">
              <a:lnSpc>
                <a:spcPct val="90000"/>
              </a:lnSpc>
              <a:spcBef>
                <a:spcPts val="533"/>
              </a:spcBef>
              <a:spcAft>
                <a:spcPts val="0"/>
              </a:spcAft>
              <a:buClr>
                <a:schemeClr val="dk1"/>
              </a:buClr>
              <a:buSzPts val="1400"/>
              <a:buChar char="•"/>
              <a:defRPr/>
            </a:lvl7pPr>
            <a:lvl8pPr marL="4876678" lvl="7" indent="-423323" algn="l">
              <a:lnSpc>
                <a:spcPct val="90000"/>
              </a:lnSpc>
              <a:spcBef>
                <a:spcPts val="533"/>
              </a:spcBef>
              <a:spcAft>
                <a:spcPts val="0"/>
              </a:spcAft>
              <a:buClr>
                <a:schemeClr val="dk1"/>
              </a:buClr>
              <a:buSzPts val="1400"/>
              <a:buChar char="•"/>
              <a:defRPr/>
            </a:lvl8pPr>
            <a:lvl9pPr marL="5486263" lvl="8" indent="-423323" algn="l">
              <a:lnSpc>
                <a:spcPct val="90000"/>
              </a:lnSpc>
              <a:spcBef>
                <a:spcPts val="533"/>
              </a:spcBef>
              <a:spcAft>
                <a:spcPts val="0"/>
              </a:spcAft>
              <a:buClr>
                <a:schemeClr val="dk1"/>
              </a:buClr>
              <a:buSzPts val="1400"/>
              <a:buChar char="•"/>
              <a:defRPr/>
            </a:lvl9pPr>
          </a:lstStyle>
          <a:p>
            <a:endParaRPr/>
          </a:p>
        </p:txBody>
      </p:sp>
      <p:sp>
        <p:nvSpPr>
          <p:cNvPr id="65" name="Google Shape;65;p15"/>
          <p:cNvSpPr txBox="1">
            <a:spLocks noGrp="1"/>
          </p:cNvSpPr>
          <p:nvPr>
            <p:ph type="dt" idx="10"/>
          </p:nvPr>
        </p:nvSpPr>
        <p:spPr>
          <a:xfrm>
            <a:off x="838200" y="6356351"/>
            <a:ext cx="2743200" cy="365125"/>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6" name="Google Shape;66;p15"/>
          <p:cNvSpPr txBox="1">
            <a:spLocks noGrp="1"/>
          </p:cNvSpPr>
          <p:nvPr>
            <p:ph type="ftr" idx="11"/>
          </p:nvPr>
        </p:nvSpPr>
        <p:spPr>
          <a:xfrm>
            <a:off x="4038600" y="6356351"/>
            <a:ext cx="4114800" cy="365125"/>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r>
              <a:rPr lang="en-US"/>
              <a:t>CS Agentic Development</a:t>
            </a:r>
            <a:endParaRPr/>
          </a:p>
        </p:txBody>
      </p:sp>
      <p:sp>
        <p:nvSpPr>
          <p:cNvPr id="67" name="Google Shape;67;p15"/>
          <p:cNvSpPr txBox="1">
            <a:spLocks noGrp="1"/>
          </p:cNvSpPr>
          <p:nvPr>
            <p:ph type="sldNum" idx="12"/>
          </p:nvPr>
        </p:nvSpPr>
        <p:spPr>
          <a:xfrm>
            <a:off x="8610600" y="6356351"/>
            <a:ext cx="2743200" cy="365125"/>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27112120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llins Section Break">
    <p:spTree>
      <p:nvGrpSpPr>
        <p:cNvPr id="1" name=""/>
        <p:cNvGrpSpPr/>
        <p:nvPr/>
      </p:nvGrpSpPr>
      <p:grpSpPr>
        <a:xfrm>
          <a:off x="0" y="0"/>
          <a:ext cx="0" cy="0"/>
          <a:chOff x="0" y="0"/>
          <a:chExt cx="0" cy="0"/>
        </a:xfrm>
      </p:grpSpPr>
      <p:sp>
        <p:nvSpPr>
          <p:cNvPr id="9" name="Slide number"/>
          <p:cNvSpPr>
            <a:spLocks noGrp="1"/>
          </p:cNvSpPr>
          <p:nvPr>
            <p:ph type="sldNum" sz="quarter" idx="4"/>
          </p:nvPr>
        </p:nvSpPr>
        <p:spPr>
          <a:xfrm>
            <a:off x="10983397" y="6380414"/>
            <a:ext cx="531946" cy="365125"/>
          </a:xfrm>
          <a:prstGeom prst="rect">
            <a:avLst/>
          </a:prstGeom>
        </p:spPr>
        <p:txBody>
          <a:bodyPr vert="horz" lIns="0" tIns="0" rIns="0" bIns="0" rtlCol="0" anchor="t" anchorCtr="0"/>
          <a:lstStyle>
            <a:lvl1pPr algn="r">
              <a:defRPr lang="en-US" sz="1200" kern="1200" smtClean="0">
                <a:solidFill>
                  <a:schemeClr val="tx1">
                    <a:tint val="75000"/>
                  </a:schemeClr>
                </a:solidFill>
                <a:latin typeface="+mn-lt"/>
                <a:ea typeface="+mn-ea"/>
                <a:cs typeface="+mn-cs"/>
              </a:defRPr>
            </a:lvl1pPr>
          </a:lstStyle>
          <a:p>
            <a:fld id="{07165E6F-54ED-4977-A15E-D44BE7238A65}" type="slidenum">
              <a:rPr lang="en-US" smtClean="0"/>
              <a:pPr/>
              <a:t>‹#›</a:t>
            </a:fld>
            <a:endParaRPr lang="en-US"/>
          </a:p>
        </p:txBody>
      </p:sp>
      <p:sp>
        <p:nvSpPr>
          <p:cNvPr id="6" name="Presenters"/>
          <p:cNvSpPr>
            <a:spLocks noGrp="1"/>
          </p:cNvSpPr>
          <p:nvPr>
            <p:ph type="body" sz="quarter" idx="13" hasCustomPrompt="1"/>
          </p:nvPr>
        </p:nvSpPr>
        <p:spPr>
          <a:xfrm>
            <a:off x="694943" y="5387546"/>
            <a:ext cx="8980931" cy="380208"/>
          </a:xfrm>
          <a:noFill/>
        </p:spPr>
        <p:txBody>
          <a:bodyPr vert="horz" lIns="0" tIns="0" rIns="0" bIns="0" rtlCol="0" anchor="b" anchorCtr="0">
            <a:noAutofit/>
          </a:bodyPr>
          <a:lstStyle>
            <a:lvl1pPr marL="0" marR="0" indent="0" algn="l" defTabSz="914400" rtl="0" eaLnBrk="1" fontAlgn="auto" latinLnBrk="0" hangingPunct="1">
              <a:lnSpc>
                <a:spcPct val="90000"/>
              </a:lnSpc>
              <a:spcBef>
                <a:spcPts val="0"/>
              </a:spcBef>
              <a:spcAft>
                <a:spcPts val="0"/>
              </a:spcAft>
              <a:buClrTx/>
              <a:buSzPct val="115000"/>
              <a:buFont typeface="Arial" panose="020B0604020202020204" pitchFamily="34" charset="0"/>
              <a:buNone/>
              <a:tabLst/>
              <a:defRPr lang="en-US" sz="1600" b="0" baseline="0">
                <a:solidFill>
                  <a:schemeClr val="tx1"/>
                </a:solidFill>
              </a:defRPr>
            </a:lvl1pPr>
          </a:lstStyle>
          <a:p>
            <a:pPr marL="0" marR="0" lvl="0" indent="0" algn="l" defTabSz="914400" rtl="0" eaLnBrk="1" fontAlgn="auto" latinLnBrk="0" hangingPunct="1">
              <a:lnSpc>
                <a:spcPct val="90000"/>
              </a:lnSpc>
              <a:spcBef>
                <a:spcPts val="0"/>
              </a:spcBef>
              <a:spcAft>
                <a:spcPts val="0"/>
              </a:spcAft>
              <a:buClrTx/>
              <a:buSzPct val="115000"/>
              <a:buFont typeface="Arial" panose="020B0604020202020204" pitchFamily="34" charset="0"/>
              <a:buNone/>
              <a:tabLst/>
              <a:defRPr/>
            </a:pPr>
            <a:r>
              <a:rPr lang="en-US"/>
              <a:t>Subhead 16 pt. black. Sentence case.</a:t>
            </a:r>
          </a:p>
        </p:txBody>
      </p:sp>
      <p:sp>
        <p:nvSpPr>
          <p:cNvPr id="5" name="Freeform 4">
            <a:extLst>
              <a:ext uri="{FF2B5EF4-FFF2-40B4-BE49-F238E27FC236}">
                <a16:creationId xmlns:a16="http://schemas.microsoft.com/office/drawing/2014/main" id="{007B205E-F640-7242-8F99-8DBCDE90BFA9}"/>
              </a:ext>
            </a:extLst>
          </p:cNvPr>
          <p:cNvSpPr/>
          <p:nvPr userDrawn="1"/>
        </p:nvSpPr>
        <p:spPr>
          <a:xfrm>
            <a:off x="358346" y="345295"/>
            <a:ext cx="11479427" cy="5598305"/>
          </a:xfrm>
          <a:custGeom>
            <a:avLst/>
            <a:gdLst>
              <a:gd name="connsiteX0" fmla="*/ 385314 w 8620665"/>
              <a:gd name="connsiteY0" fmla="*/ 0 h 4014159"/>
              <a:gd name="connsiteX1" fmla="*/ 8620665 w 8620665"/>
              <a:gd name="connsiteY1" fmla="*/ 0 h 4014159"/>
              <a:gd name="connsiteX2" fmla="*/ 8620665 w 8620665"/>
              <a:gd name="connsiteY2" fmla="*/ 4014159 h 4014159"/>
              <a:gd name="connsiteX3" fmla="*/ 0 w 8620665"/>
              <a:gd name="connsiteY3" fmla="*/ 4014159 h 4014159"/>
              <a:gd name="connsiteX4" fmla="*/ 0 w 8620665"/>
              <a:gd name="connsiteY4" fmla="*/ 408317 h 4014159"/>
              <a:gd name="connsiteX0" fmla="*/ 304632 w 8620665"/>
              <a:gd name="connsiteY0" fmla="*/ 8965 h 4014159"/>
              <a:gd name="connsiteX1" fmla="*/ 8620665 w 8620665"/>
              <a:gd name="connsiteY1" fmla="*/ 0 h 4014159"/>
              <a:gd name="connsiteX2" fmla="*/ 8620665 w 8620665"/>
              <a:gd name="connsiteY2" fmla="*/ 4014159 h 4014159"/>
              <a:gd name="connsiteX3" fmla="*/ 0 w 8620665"/>
              <a:gd name="connsiteY3" fmla="*/ 4014159 h 4014159"/>
              <a:gd name="connsiteX4" fmla="*/ 0 w 8620665"/>
              <a:gd name="connsiteY4" fmla="*/ 408317 h 40141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20665" h="4014159">
                <a:moveTo>
                  <a:pt x="304632" y="8965"/>
                </a:moveTo>
                <a:lnTo>
                  <a:pt x="8620665" y="0"/>
                </a:lnTo>
                <a:lnTo>
                  <a:pt x="8620665" y="4014159"/>
                </a:lnTo>
                <a:lnTo>
                  <a:pt x="0" y="4014159"/>
                </a:lnTo>
                <a:lnTo>
                  <a:pt x="0" y="408317"/>
                </a:lnTo>
              </a:path>
            </a:pathLst>
          </a:custGeom>
          <a:noFill/>
          <a:ln w="19050">
            <a:solidFill>
              <a:srgbClr val="CE1126"/>
            </a:solidFill>
            <a:headEnd type="oval" w="sm" len="sm"/>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8" name="Section title">
            <a:extLst>
              <a:ext uri="{FF2B5EF4-FFF2-40B4-BE49-F238E27FC236}">
                <a16:creationId xmlns:a16="http://schemas.microsoft.com/office/drawing/2014/main" id="{FB96A9C0-602E-4E40-BB2F-1E0A929E9E44}"/>
              </a:ext>
            </a:extLst>
          </p:cNvPr>
          <p:cNvSpPr>
            <a:spLocks noGrp="1"/>
          </p:cNvSpPr>
          <p:nvPr>
            <p:ph type="title" hasCustomPrompt="1"/>
          </p:nvPr>
        </p:nvSpPr>
        <p:spPr>
          <a:xfrm>
            <a:off x="694944" y="2854411"/>
            <a:ext cx="8980931" cy="2533135"/>
          </a:xfrm>
          <a:noFill/>
        </p:spPr>
        <p:txBody>
          <a:bodyPr vert="horz" wrap="square" lIns="0" tIns="0" rIns="0" bIns="0" rtlCol="0" anchor="b" anchorCtr="0">
            <a:noAutofit/>
          </a:bodyPr>
          <a:lstStyle>
            <a:lvl1pPr>
              <a:defRPr lang="en-US" sz="4500" b="0" cap="all" baseline="0" dirty="0">
                <a:latin typeface="Arial" panose="020B0604020202020204" pitchFamily="34" charset="0"/>
                <a:ea typeface="+mn-ea"/>
                <a:cs typeface="Arial" panose="020B0604020202020204" pitchFamily="34" charset="0"/>
              </a:defRPr>
            </a:lvl1pPr>
          </a:lstStyle>
          <a:p>
            <a:pPr marL="0" lvl="0">
              <a:spcBef>
                <a:spcPts val="1000"/>
              </a:spcBef>
              <a:buSzPct val="115000"/>
              <a:buFont typeface="Arial" panose="020B0604020202020204" pitchFamily="34" charset="0"/>
            </a:pPr>
            <a:r>
              <a:rPr lang="en-US"/>
              <a:t>SECTION TITLE. 45 PT. BLACK. REGULAR. UPPERCASE</a:t>
            </a:r>
          </a:p>
        </p:txBody>
      </p:sp>
      <p:sp>
        <p:nvSpPr>
          <p:cNvPr id="2" name="Footer Placeholder 1">
            <a:extLst>
              <a:ext uri="{FF2B5EF4-FFF2-40B4-BE49-F238E27FC236}">
                <a16:creationId xmlns:a16="http://schemas.microsoft.com/office/drawing/2014/main" id="{A31D75C1-9F8C-0245-BAA7-15A97DC4E16F}"/>
              </a:ext>
            </a:extLst>
          </p:cNvPr>
          <p:cNvSpPr>
            <a:spLocks noGrp="1"/>
          </p:cNvSpPr>
          <p:nvPr>
            <p:ph type="ftr" sz="quarter" idx="14"/>
          </p:nvPr>
        </p:nvSpPr>
        <p:spPr/>
        <p:txBody>
          <a:bodyPr/>
          <a:lstStyle/>
          <a:p>
            <a:r>
              <a:rPr lang="en-US">
                <a:cs typeface="DIN-Light"/>
              </a:rPr>
              <a:t>CS Agentic Development</a:t>
            </a:r>
            <a:endParaRPr lang="en-US"/>
          </a:p>
        </p:txBody>
      </p:sp>
    </p:spTree>
    <p:extLst>
      <p:ext uri="{BB962C8B-B14F-4D97-AF65-F5344CB8AC3E}">
        <p14:creationId xmlns:p14="http://schemas.microsoft.com/office/powerpoint/2010/main" val="4061451187"/>
      </p:ext>
    </p:extLst>
  </p:cSld>
  <p:clrMapOvr>
    <a:masterClrMapping/>
  </p:clrMapOvr>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llins Content: 1 column">
    <p:spTree>
      <p:nvGrpSpPr>
        <p:cNvPr id="1" name=""/>
        <p:cNvGrpSpPr/>
        <p:nvPr/>
      </p:nvGrpSpPr>
      <p:grpSpPr>
        <a:xfrm>
          <a:off x="0" y="0"/>
          <a:ext cx="0" cy="0"/>
          <a:chOff x="0" y="0"/>
          <a:chExt cx="0" cy="0"/>
        </a:xfrm>
      </p:grpSpPr>
      <p:sp>
        <p:nvSpPr>
          <p:cNvPr id="31" name="Body"/>
          <p:cNvSpPr>
            <a:spLocks noGrp="1"/>
          </p:cNvSpPr>
          <p:nvPr>
            <p:ph type="body" sz="quarter" idx="13" hasCustomPrompt="1"/>
          </p:nvPr>
        </p:nvSpPr>
        <p:spPr>
          <a:xfrm>
            <a:off x="685799" y="1475700"/>
            <a:ext cx="10829543" cy="3782798"/>
          </a:xfrm>
          <a:noFill/>
        </p:spPr>
        <p:txBody>
          <a:bodyPr/>
          <a:lstStyle>
            <a:lvl1pPr marL="219456" indent="-219456" algn="l" defTabSz="914400" rtl="0" eaLnBrk="1" latinLnBrk="0" hangingPunct="1">
              <a:lnSpc>
                <a:spcPct val="100000"/>
              </a:lnSpc>
              <a:spcBef>
                <a:spcPts val="0"/>
              </a:spcBef>
              <a:spcAft>
                <a:spcPts val="600"/>
              </a:spcAft>
              <a:buClr>
                <a:srgbClr val="CE1126"/>
              </a:buClr>
              <a:buSzPct val="75000"/>
              <a:buFont typeface="Arial" panose="020B0604020202020204" pitchFamily="34" charset="0"/>
              <a:buChar char="•"/>
              <a:defRPr lang="en-US" sz="2200" kern="1200" baseline="0" dirty="0" smtClean="0">
                <a:solidFill>
                  <a:schemeClr val="tx1"/>
                </a:solidFill>
                <a:latin typeface="Arial" panose="020B0604020202020204" pitchFamily="34" charset="0"/>
                <a:ea typeface="+mn-ea"/>
                <a:cs typeface="+mn-cs"/>
              </a:defRPr>
            </a:lvl1pPr>
            <a:lvl2pPr indent="-219456" algn="l" defTabSz="914400" rtl="0" eaLnBrk="1" latinLnBrk="0" hangingPunct="1">
              <a:lnSpc>
                <a:spcPct val="100000"/>
              </a:lnSpc>
              <a:spcBef>
                <a:spcPts val="0"/>
              </a:spcBef>
              <a:spcAft>
                <a:spcPts val="600"/>
              </a:spcAft>
              <a:buClr>
                <a:schemeClr val="accent1"/>
              </a:buClr>
              <a:buFont typeface="Arial" panose="020B0604020202020204" pitchFamily="34" charset="0"/>
              <a:defRPr lang="en-US" sz="2000" kern="1200" baseline="0" dirty="0" smtClean="0">
                <a:solidFill>
                  <a:schemeClr val="tx1"/>
                </a:solidFill>
                <a:latin typeface="Arial" panose="020B0604020202020204" pitchFamily="34" charset="0"/>
                <a:ea typeface="+mn-ea"/>
                <a:cs typeface="+mn-cs"/>
              </a:defRPr>
            </a:lvl2pPr>
            <a:lvl3pPr indent="-219456" algn="l" defTabSz="914400" rtl="0" eaLnBrk="1" latinLnBrk="0" hangingPunct="1">
              <a:lnSpc>
                <a:spcPct val="100000"/>
              </a:lnSpc>
              <a:spcBef>
                <a:spcPts val="0"/>
              </a:spcBef>
              <a:spcAft>
                <a:spcPts val="600"/>
              </a:spcAft>
              <a:buFont typeface="Arial" panose="020B0604020202020204" pitchFamily="34" charset="0"/>
              <a:defRPr lang="en-US" sz="1800" kern="1200" baseline="0" dirty="0" smtClean="0">
                <a:solidFill>
                  <a:schemeClr val="tx1"/>
                </a:solidFill>
                <a:latin typeface="Arial" panose="020B0604020202020204" pitchFamily="34" charset="0"/>
                <a:ea typeface="+mn-ea"/>
                <a:cs typeface="+mn-cs"/>
              </a:defRPr>
            </a:lvl3pPr>
            <a:lvl4pPr indent="-219456" algn="l" defTabSz="914400" rtl="0" eaLnBrk="1" latinLnBrk="0" hangingPunct="1">
              <a:lnSpc>
                <a:spcPct val="100000"/>
              </a:lnSpc>
              <a:spcBef>
                <a:spcPts val="0"/>
              </a:spcBef>
              <a:spcAft>
                <a:spcPts val="600"/>
              </a:spcAft>
              <a:buClr>
                <a:schemeClr val="accent1"/>
              </a:buClr>
              <a:buFont typeface="Arial" panose="020B0604020202020204" pitchFamily="34" charset="0"/>
              <a:defRPr lang="en-US" sz="1600" kern="1200" dirty="0" smtClean="0">
                <a:solidFill>
                  <a:schemeClr val="tx1"/>
                </a:solidFill>
                <a:latin typeface="+mn-lt"/>
                <a:ea typeface="+mn-ea"/>
                <a:cs typeface="+mn-cs"/>
              </a:defRPr>
            </a:lvl4pPr>
            <a:lvl5pPr indent="-219456" algn="l" defTabSz="914400" rtl="0" eaLnBrk="1" latinLnBrk="0" hangingPunct="1">
              <a:lnSpc>
                <a:spcPct val="100000"/>
              </a:lnSpc>
              <a:spcBef>
                <a:spcPts val="0"/>
              </a:spcBef>
              <a:spcAft>
                <a:spcPts val="600"/>
              </a:spcAft>
              <a:buFont typeface="Arial" panose="020B0604020202020204" pitchFamily="34" charset="0"/>
              <a:defRPr lang="en-US" sz="1600" kern="1200" dirty="0">
                <a:solidFill>
                  <a:schemeClr val="tx1"/>
                </a:solidFill>
                <a:latin typeface="+mn-lt"/>
                <a:ea typeface="+mn-ea"/>
                <a:cs typeface="+mn-cs"/>
              </a:defRPr>
            </a:lvl5pPr>
          </a:lstStyle>
          <a:p>
            <a:pPr lvl="0"/>
            <a:r>
              <a:rPr lang="en-US"/>
              <a:t>Main bullet. 22 pt. black. Regular. Sentence case.</a:t>
            </a:r>
          </a:p>
          <a:p>
            <a:pPr lvl="1"/>
            <a:r>
              <a:rPr lang="en-US"/>
              <a:t>Second level</a:t>
            </a:r>
          </a:p>
          <a:p>
            <a:pPr lvl="2"/>
            <a:r>
              <a:rPr lang="en-US"/>
              <a:t>Third level</a:t>
            </a:r>
          </a:p>
          <a:p>
            <a:pPr lvl="3"/>
            <a:r>
              <a:rPr lang="en-US"/>
              <a:t>Fourth level</a:t>
            </a:r>
          </a:p>
          <a:p>
            <a:pPr lvl="4"/>
            <a:r>
              <a:rPr lang="en-US"/>
              <a:t>Fifth level</a:t>
            </a:r>
          </a:p>
        </p:txBody>
      </p:sp>
      <p:sp>
        <p:nvSpPr>
          <p:cNvPr id="6" name="Title 5"/>
          <p:cNvSpPr>
            <a:spLocks noGrp="1"/>
          </p:cNvSpPr>
          <p:nvPr>
            <p:ph type="title" hasCustomPrompt="1"/>
          </p:nvPr>
        </p:nvSpPr>
        <p:spPr>
          <a:xfrm>
            <a:off x="694944" y="514473"/>
            <a:ext cx="10811256" cy="676653"/>
          </a:xfrm>
          <a:prstGeom prst="rect">
            <a:avLst/>
          </a:prstGeom>
        </p:spPr>
        <p:txBody>
          <a:bodyPr/>
          <a:lstStyle>
            <a:lvl1pPr>
              <a:lnSpc>
                <a:spcPct val="80000"/>
              </a:lnSpc>
              <a:defRPr b="0"/>
            </a:lvl1pPr>
          </a:lstStyle>
          <a:p>
            <a:r>
              <a:rPr lang="en-US"/>
              <a:t>TITLE. 32 PT. BLACK. REGULAR. UPPERCASE. TWO LINES MAX.</a:t>
            </a:r>
          </a:p>
        </p:txBody>
      </p:sp>
      <p:sp>
        <p:nvSpPr>
          <p:cNvPr id="8" name="Takeaway bar"/>
          <p:cNvSpPr>
            <a:spLocks noGrp="1"/>
          </p:cNvSpPr>
          <p:nvPr>
            <p:ph type="body" sz="quarter" idx="15" hasCustomPrompt="1"/>
          </p:nvPr>
        </p:nvSpPr>
        <p:spPr>
          <a:xfrm>
            <a:off x="694944" y="5917569"/>
            <a:ext cx="10820399" cy="268279"/>
          </a:xfrm>
          <a:solidFill>
            <a:schemeClr val="accent1"/>
          </a:solidFill>
        </p:spPr>
        <p:txBody>
          <a:bodyPr vert="horz" wrap="square" lIns="621792" tIns="64008" rIns="621792" bIns="36576" rtlCol="0" anchor="b" anchorCtr="0">
            <a:spAutoFit/>
          </a:bodyPr>
          <a:lstStyle>
            <a:lvl1pPr marL="0" indent="0" algn="ctr" defTabSz="0">
              <a:lnSpc>
                <a:spcPts val="1300"/>
              </a:lnSpc>
              <a:spcBef>
                <a:spcPts val="0"/>
              </a:spcBef>
              <a:buFontTx/>
              <a:buNone/>
              <a:defRPr lang="en-US" sz="1600" b="1" dirty="0">
                <a:solidFill>
                  <a:schemeClr val="bg1"/>
                </a:solidFill>
                <a:latin typeface="Arial" panose="020B0604020202020204" pitchFamily="34" charset="0"/>
                <a:ea typeface="+mj-ea"/>
                <a:cs typeface="Arial" panose="020B0604020202020204" pitchFamily="34" charset="0"/>
              </a:defRPr>
            </a:lvl1pPr>
          </a:lstStyle>
          <a:p>
            <a:pPr marL="0" lvl="0" indent="0" algn="ctr">
              <a:buNone/>
            </a:pPr>
            <a:r>
              <a:rPr lang="en-US"/>
              <a:t>Optional takeaway bar. White. Bold. 16 pt. Centered. Sentence case.</a:t>
            </a:r>
          </a:p>
        </p:txBody>
      </p:sp>
      <p:sp>
        <p:nvSpPr>
          <p:cNvPr id="2" name="Footer Placeholder 1">
            <a:extLst>
              <a:ext uri="{FF2B5EF4-FFF2-40B4-BE49-F238E27FC236}">
                <a16:creationId xmlns:a16="http://schemas.microsoft.com/office/drawing/2014/main" id="{B9F5C71E-79B8-7049-9636-B2B029152168}"/>
              </a:ext>
            </a:extLst>
          </p:cNvPr>
          <p:cNvSpPr>
            <a:spLocks noGrp="1"/>
          </p:cNvSpPr>
          <p:nvPr>
            <p:ph type="ftr" sz="quarter" idx="16"/>
          </p:nvPr>
        </p:nvSpPr>
        <p:spPr/>
        <p:txBody>
          <a:bodyPr/>
          <a:lstStyle/>
          <a:p>
            <a:r>
              <a:rPr lang="en-US">
                <a:cs typeface="DIN-Light"/>
              </a:rPr>
              <a:t>CS Agentic Development</a:t>
            </a:r>
            <a:endParaRPr lang="en-US"/>
          </a:p>
        </p:txBody>
      </p:sp>
      <p:sp>
        <p:nvSpPr>
          <p:cNvPr id="9" name="Slide number">
            <a:extLst>
              <a:ext uri="{FF2B5EF4-FFF2-40B4-BE49-F238E27FC236}">
                <a16:creationId xmlns:a16="http://schemas.microsoft.com/office/drawing/2014/main" id="{1DD3CA96-41CC-4F68-9DE7-C0728C4945FB}"/>
              </a:ext>
            </a:extLst>
          </p:cNvPr>
          <p:cNvSpPr>
            <a:spLocks noGrp="1"/>
          </p:cNvSpPr>
          <p:nvPr>
            <p:ph type="sldNum" sz="quarter" idx="4"/>
          </p:nvPr>
        </p:nvSpPr>
        <p:spPr>
          <a:xfrm>
            <a:off x="10983397" y="6380414"/>
            <a:ext cx="531946" cy="365125"/>
          </a:xfrm>
          <a:prstGeom prst="rect">
            <a:avLst/>
          </a:prstGeom>
        </p:spPr>
        <p:txBody>
          <a:bodyPr vert="horz" lIns="0" tIns="0" rIns="0" bIns="0" rtlCol="0" anchor="t" anchorCtr="0"/>
          <a:lstStyle>
            <a:lvl1pPr algn="r">
              <a:defRPr lang="en-US" sz="1050" kern="1200" smtClean="0">
                <a:solidFill>
                  <a:schemeClr val="tx1">
                    <a:tint val="75000"/>
                  </a:schemeClr>
                </a:solidFill>
                <a:latin typeface="+mn-lt"/>
                <a:ea typeface="+mn-ea"/>
                <a:cs typeface="+mn-cs"/>
              </a:defRPr>
            </a:lvl1pPr>
          </a:lstStyle>
          <a:p>
            <a:fld id="{07165E6F-54ED-4977-A15E-D44BE7238A65}" type="slidenum">
              <a:rPr lang="en-US" smtClean="0"/>
              <a:pPr/>
              <a:t>‹#›</a:t>
            </a:fld>
            <a:endParaRPr lang="en-US"/>
          </a:p>
        </p:txBody>
      </p:sp>
    </p:spTree>
    <p:extLst>
      <p:ext uri="{BB962C8B-B14F-4D97-AF65-F5344CB8AC3E}">
        <p14:creationId xmlns:p14="http://schemas.microsoft.com/office/powerpoint/2010/main" val="1587132509"/>
      </p:ext>
    </p:extLst>
  </p:cSld>
  <p:clrMapOvr>
    <a:masterClrMapping/>
  </p:clrMapOvr>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Roadmap">
    <p:spTree>
      <p:nvGrpSpPr>
        <p:cNvPr id="1" name=""/>
        <p:cNvGrpSpPr/>
        <p:nvPr/>
      </p:nvGrpSpPr>
      <p:grpSpPr>
        <a:xfrm>
          <a:off x="0" y="0"/>
          <a:ext cx="0" cy="0"/>
          <a:chOff x="0" y="0"/>
          <a:chExt cx="0" cy="0"/>
        </a:xfrm>
      </p:grpSpPr>
      <p:sp>
        <p:nvSpPr>
          <p:cNvPr id="6" name="Title 5"/>
          <p:cNvSpPr>
            <a:spLocks noGrp="1"/>
          </p:cNvSpPr>
          <p:nvPr>
            <p:ph type="title" hasCustomPrompt="1"/>
          </p:nvPr>
        </p:nvSpPr>
        <p:spPr>
          <a:xfrm>
            <a:off x="694944" y="514473"/>
            <a:ext cx="10811256" cy="676653"/>
          </a:xfrm>
          <a:prstGeom prst="rect">
            <a:avLst/>
          </a:prstGeom>
        </p:spPr>
        <p:txBody>
          <a:bodyPr/>
          <a:lstStyle>
            <a:lvl1pPr>
              <a:lnSpc>
                <a:spcPct val="80000"/>
              </a:lnSpc>
              <a:defRPr b="0"/>
            </a:lvl1pPr>
          </a:lstStyle>
          <a:p>
            <a:r>
              <a:rPr lang="en-US"/>
              <a:t>TITLE. 32 PT. BLACK. REGULAR. UPPERCASE. TWO LINES MAX.</a:t>
            </a:r>
          </a:p>
        </p:txBody>
      </p:sp>
      <p:sp>
        <p:nvSpPr>
          <p:cNvPr id="2" name="Footer Placeholder 1">
            <a:extLst>
              <a:ext uri="{FF2B5EF4-FFF2-40B4-BE49-F238E27FC236}">
                <a16:creationId xmlns:a16="http://schemas.microsoft.com/office/drawing/2014/main" id="{B9F5C71E-79B8-7049-9636-B2B029152168}"/>
              </a:ext>
            </a:extLst>
          </p:cNvPr>
          <p:cNvSpPr>
            <a:spLocks noGrp="1"/>
          </p:cNvSpPr>
          <p:nvPr>
            <p:ph type="ftr" sz="quarter" idx="16"/>
          </p:nvPr>
        </p:nvSpPr>
        <p:spPr/>
        <p:txBody>
          <a:bodyPr/>
          <a:lstStyle/>
          <a:p>
            <a:r>
              <a:rPr lang="en-US">
                <a:cs typeface="DIN-Light"/>
              </a:rPr>
              <a:t>CS Agentic Development</a:t>
            </a:r>
            <a:endParaRPr lang="en-US"/>
          </a:p>
        </p:txBody>
      </p:sp>
      <p:graphicFrame>
        <p:nvGraphicFramePr>
          <p:cNvPr id="7" name="Table 2">
            <a:extLst>
              <a:ext uri="{FF2B5EF4-FFF2-40B4-BE49-F238E27FC236}">
                <a16:creationId xmlns:a16="http://schemas.microsoft.com/office/drawing/2014/main" id="{4B346505-9EDD-40EC-8B42-DF44990DF01A}"/>
              </a:ext>
            </a:extLst>
          </p:cNvPr>
          <p:cNvGraphicFramePr>
            <a:graphicFrameLocks noGrp="1"/>
          </p:cNvGraphicFramePr>
          <p:nvPr userDrawn="1">
            <p:extLst>
              <p:ext uri="{D42A27DB-BD31-4B8C-83A1-F6EECF244321}">
                <p14:modId xmlns:p14="http://schemas.microsoft.com/office/powerpoint/2010/main" val="3125545582"/>
              </p:ext>
            </p:extLst>
          </p:nvPr>
        </p:nvGraphicFramePr>
        <p:xfrm>
          <a:off x="433552" y="1456381"/>
          <a:ext cx="11343285" cy="4711423"/>
        </p:xfrm>
        <a:graphic>
          <a:graphicData uri="http://schemas.openxmlformats.org/drawingml/2006/table">
            <a:tbl>
              <a:tblPr firstRow="1" bandRow="1"/>
              <a:tblGrid>
                <a:gridCol w="275018">
                  <a:extLst>
                    <a:ext uri="{9D8B030D-6E8A-4147-A177-3AD203B41FA5}">
                      <a16:colId xmlns:a16="http://schemas.microsoft.com/office/drawing/2014/main" val="2866497401"/>
                    </a:ext>
                  </a:extLst>
                </a:gridCol>
                <a:gridCol w="1297803">
                  <a:extLst>
                    <a:ext uri="{9D8B030D-6E8A-4147-A177-3AD203B41FA5}">
                      <a16:colId xmlns:a16="http://schemas.microsoft.com/office/drawing/2014/main" val="3332151806"/>
                    </a:ext>
                  </a:extLst>
                </a:gridCol>
                <a:gridCol w="869324">
                  <a:extLst>
                    <a:ext uri="{9D8B030D-6E8A-4147-A177-3AD203B41FA5}">
                      <a16:colId xmlns:a16="http://schemas.microsoft.com/office/drawing/2014/main" val="2067982036"/>
                    </a:ext>
                  </a:extLst>
                </a:gridCol>
                <a:gridCol w="890114">
                  <a:extLst>
                    <a:ext uri="{9D8B030D-6E8A-4147-A177-3AD203B41FA5}">
                      <a16:colId xmlns:a16="http://schemas.microsoft.com/office/drawing/2014/main" val="1567231161"/>
                    </a:ext>
                  </a:extLst>
                </a:gridCol>
                <a:gridCol w="890114">
                  <a:extLst>
                    <a:ext uri="{9D8B030D-6E8A-4147-A177-3AD203B41FA5}">
                      <a16:colId xmlns:a16="http://schemas.microsoft.com/office/drawing/2014/main" val="2474016992"/>
                    </a:ext>
                  </a:extLst>
                </a:gridCol>
                <a:gridCol w="890114">
                  <a:extLst>
                    <a:ext uri="{9D8B030D-6E8A-4147-A177-3AD203B41FA5}">
                      <a16:colId xmlns:a16="http://schemas.microsoft.com/office/drawing/2014/main" val="281310616"/>
                    </a:ext>
                  </a:extLst>
                </a:gridCol>
                <a:gridCol w="890114">
                  <a:extLst>
                    <a:ext uri="{9D8B030D-6E8A-4147-A177-3AD203B41FA5}">
                      <a16:colId xmlns:a16="http://schemas.microsoft.com/office/drawing/2014/main" val="1738999689"/>
                    </a:ext>
                  </a:extLst>
                </a:gridCol>
                <a:gridCol w="890114">
                  <a:extLst>
                    <a:ext uri="{9D8B030D-6E8A-4147-A177-3AD203B41FA5}">
                      <a16:colId xmlns:a16="http://schemas.microsoft.com/office/drawing/2014/main" val="2245625359"/>
                    </a:ext>
                  </a:extLst>
                </a:gridCol>
                <a:gridCol w="890114">
                  <a:extLst>
                    <a:ext uri="{9D8B030D-6E8A-4147-A177-3AD203B41FA5}">
                      <a16:colId xmlns:a16="http://schemas.microsoft.com/office/drawing/2014/main" val="572800727"/>
                    </a:ext>
                  </a:extLst>
                </a:gridCol>
                <a:gridCol w="890114">
                  <a:extLst>
                    <a:ext uri="{9D8B030D-6E8A-4147-A177-3AD203B41FA5}">
                      <a16:colId xmlns:a16="http://schemas.microsoft.com/office/drawing/2014/main" val="3994342556"/>
                    </a:ext>
                  </a:extLst>
                </a:gridCol>
                <a:gridCol w="890114">
                  <a:extLst>
                    <a:ext uri="{9D8B030D-6E8A-4147-A177-3AD203B41FA5}">
                      <a16:colId xmlns:a16="http://schemas.microsoft.com/office/drawing/2014/main" val="2257836887"/>
                    </a:ext>
                  </a:extLst>
                </a:gridCol>
                <a:gridCol w="890114">
                  <a:extLst>
                    <a:ext uri="{9D8B030D-6E8A-4147-A177-3AD203B41FA5}">
                      <a16:colId xmlns:a16="http://schemas.microsoft.com/office/drawing/2014/main" val="1257412795"/>
                    </a:ext>
                  </a:extLst>
                </a:gridCol>
                <a:gridCol w="890114">
                  <a:extLst>
                    <a:ext uri="{9D8B030D-6E8A-4147-A177-3AD203B41FA5}">
                      <a16:colId xmlns:a16="http://schemas.microsoft.com/office/drawing/2014/main" val="3483287529"/>
                    </a:ext>
                  </a:extLst>
                </a:gridCol>
              </a:tblGrid>
              <a:tr h="309962">
                <a:tc rowSpan="2" gridSpan="2">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en-US" sz="1100" b="0">
                        <a:solidFill>
                          <a:schemeClr val="bg1"/>
                        </a:solidFill>
                        <a:latin typeface="+mn-lt"/>
                      </a:endParaRPr>
                    </a:p>
                  </a:txBody>
                  <a:tcPr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tx1">
                        <a:lumMod val="85000"/>
                        <a:lumOff val="15000"/>
                      </a:schemeClr>
                    </a:solidFill>
                  </a:tcPr>
                </a:tc>
                <a:tc rowSpan="2" hMerge="1">
                  <a:txBody>
                    <a:bodyPr/>
                    <a:lstStyle/>
                    <a:p>
                      <a:endParaRPr lang="en-US" sz="800">
                        <a:solidFill>
                          <a:schemeClr val="bg1"/>
                        </a:solidFill>
                        <a:latin typeface="+mn-lt"/>
                      </a:endParaRPr>
                    </a:p>
                  </a:txBody>
                  <a:tcPr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64646"/>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r>
                        <a:rPr lang="en-US" sz="1100" b="0">
                          <a:solidFill>
                            <a:schemeClr val="bg1"/>
                          </a:solidFill>
                          <a:latin typeface="+mn-lt"/>
                        </a:rPr>
                        <a:t>Pre-2022</a:t>
                      </a:r>
                    </a:p>
                  </a:txBody>
                  <a:tcPr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tx1">
                        <a:lumMod val="85000"/>
                        <a:lumOff val="15000"/>
                      </a:schemeClr>
                    </a:solidFill>
                  </a:tcPr>
                </a:tc>
                <a:tc gridSpan="4">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r>
                        <a:rPr lang="en-US" sz="1100" b="0">
                          <a:solidFill>
                            <a:schemeClr val="bg1"/>
                          </a:solidFill>
                          <a:latin typeface="+mn-lt"/>
                        </a:rPr>
                        <a:t>2022</a:t>
                      </a:r>
                    </a:p>
                  </a:txBody>
                  <a:tcPr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tx1">
                        <a:lumMod val="85000"/>
                        <a:lumOff val="15000"/>
                      </a:schemeClr>
                    </a:solidFill>
                  </a:tcPr>
                </a:tc>
                <a:tc hMerge="1">
                  <a:txBody>
                    <a:bodyPr/>
                    <a:lstStyle/>
                    <a:p>
                      <a:endParaRPr lang="en-US" sz="800">
                        <a:solidFill>
                          <a:schemeClr val="bg1"/>
                        </a:solidFill>
                      </a:endParaRPr>
                    </a:p>
                  </a:txBody>
                  <a:tcPr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64646"/>
                    </a:solidFill>
                  </a:tcPr>
                </a:tc>
                <a:tc hMerge="1">
                  <a:txBody>
                    <a:bodyPr/>
                    <a:lstStyle/>
                    <a:p>
                      <a:endParaRPr lang="en-US" sz="800">
                        <a:solidFill>
                          <a:schemeClr val="bg1"/>
                        </a:solidFill>
                      </a:endParaRPr>
                    </a:p>
                  </a:txBody>
                  <a:tcPr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64646"/>
                    </a:solidFill>
                  </a:tcPr>
                </a:tc>
                <a:tc hMerge="1">
                  <a:txBody>
                    <a:bodyPr/>
                    <a:lstStyle/>
                    <a:p>
                      <a:endParaRPr lang="en-US" sz="800">
                        <a:solidFill>
                          <a:schemeClr val="bg1"/>
                        </a:solidFill>
                      </a:endParaRPr>
                    </a:p>
                  </a:txBody>
                  <a:tcPr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64646"/>
                    </a:solidFill>
                  </a:tcPr>
                </a:tc>
                <a:tc gridSpan="2">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r>
                        <a:rPr lang="en-US" sz="1100" b="0">
                          <a:solidFill>
                            <a:schemeClr val="bg1"/>
                          </a:solidFill>
                          <a:latin typeface="+mn-lt"/>
                        </a:rPr>
                        <a:t>2023</a:t>
                      </a:r>
                    </a:p>
                  </a:txBody>
                  <a:tcPr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tx1">
                        <a:lumMod val="85000"/>
                        <a:lumOff val="15000"/>
                      </a:schemeClr>
                    </a:solidFill>
                  </a:tcPr>
                </a:tc>
                <a:tc hMerge="1">
                  <a:txBody>
                    <a:bodyPr/>
                    <a:lstStyle/>
                    <a:p>
                      <a:endParaRPr lang="en-US" sz="800">
                        <a:solidFill>
                          <a:schemeClr val="bg1"/>
                        </a:solidFill>
                      </a:endParaRPr>
                    </a:p>
                  </a:txBody>
                  <a:tcPr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64646"/>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r>
                        <a:rPr lang="en-US" sz="1100" b="0">
                          <a:solidFill>
                            <a:schemeClr val="bg1"/>
                          </a:solidFill>
                          <a:latin typeface="+mn-lt"/>
                        </a:rPr>
                        <a:t>2024</a:t>
                      </a:r>
                    </a:p>
                  </a:txBody>
                  <a:tcPr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tx1">
                        <a:lumMod val="85000"/>
                        <a:lumOff val="15000"/>
                      </a:scheme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r>
                        <a:rPr lang="en-US" sz="1100" b="0">
                          <a:solidFill>
                            <a:schemeClr val="bg1"/>
                          </a:solidFill>
                          <a:latin typeface="+mn-lt"/>
                        </a:rPr>
                        <a:t>2025</a:t>
                      </a:r>
                    </a:p>
                  </a:txBody>
                  <a:tcPr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tx1">
                        <a:lumMod val="85000"/>
                        <a:lumOff val="15000"/>
                      </a:scheme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r>
                        <a:rPr lang="en-US" sz="1100" b="0">
                          <a:solidFill>
                            <a:schemeClr val="bg1"/>
                          </a:solidFill>
                          <a:latin typeface="+mn-lt"/>
                        </a:rPr>
                        <a:t>2026</a:t>
                      </a:r>
                    </a:p>
                  </a:txBody>
                  <a:tcPr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tx1">
                        <a:lumMod val="85000"/>
                        <a:lumOff val="15000"/>
                      </a:scheme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r>
                        <a:rPr lang="en-US" sz="1100" b="0">
                          <a:solidFill>
                            <a:schemeClr val="bg1"/>
                          </a:solidFill>
                          <a:latin typeface="+mn-lt"/>
                        </a:rPr>
                        <a:t>2027+</a:t>
                      </a:r>
                    </a:p>
                  </a:txBody>
                  <a:tcPr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tx1">
                        <a:lumMod val="85000"/>
                        <a:lumOff val="15000"/>
                      </a:schemeClr>
                    </a:solidFill>
                  </a:tcPr>
                </a:tc>
                <a:extLst>
                  <a:ext uri="{0D108BD9-81ED-4DB2-BD59-A6C34878D82A}">
                    <a16:rowId xmlns:a16="http://schemas.microsoft.com/office/drawing/2014/main" val="365426868"/>
                  </a:ext>
                </a:extLst>
              </a:tr>
              <a:tr h="309962">
                <a:tc gridSpan="2" vMerge="1">
                  <a:txBody>
                    <a:bodyPr/>
                    <a:lstStyle/>
                    <a:p>
                      <a:endParaRPr lang="en-US"/>
                    </a:p>
                  </a:txBody>
                  <a:tcPr/>
                </a:tc>
                <a:tc hMerge="1" vMerge="1">
                  <a:txBody>
                    <a:bodyPr/>
                    <a:lstStyle/>
                    <a:p>
                      <a:endParaRPr lang="en-US" sz="800">
                        <a:solidFill>
                          <a:schemeClr val="bg1"/>
                        </a:solidFill>
                        <a:latin typeface="+mn-lt"/>
                      </a:endParaRPr>
                    </a:p>
                  </a:txBody>
                  <a:tcPr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64646"/>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r>
                        <a:rPr lang="en-US" sz="1100" b="0">
                          <a:solidFill>
                            <a:schemeClr val="bg1"/>
                          </a:solidFill>
                          <a:latin typeface="+mn-lt"/>
                        </a:rPr>
                        <a:t>Y</a:t>
                      </a:r>
                    </a:p>
                  </a:txBody>
                  <a:tcPr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r>
                        <a:rPr lang="en-US" sz="1100" b="0">
                          <a:solidFill>
                            <a:schemeClr val="bg1"/>
                          </a:solidFill>
                          <a:latin typeface="+mn-lt"/>
                        </a:rPr>
                        <a:t>Q1</a:t>
                      </a:r>
                    </a:p>
                  </a:txBody>
                  <a:tcPr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r>
                        <a:rPr lang="en-US" sz="1100" b="0">
                          <a:solidFill>
                            <a:schemeClr val="bg1"/>
                          </a:solidFill>
                          <a:latin typeface="+mn-lt"/>
                        </a:rPr>
                        <a:t>Q2</a:t>
                      </a:r>
                    </a:p>
                  </a:txBody>
                  <a:tcPr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r>
                        <a:rPr lang="en-US" sz="1100" b="0">
                          <a:solidFill>
                            <a:schemeClr val="bg1"/>
                          </a:solidFill>
                          <a:latin typeface="+mn-lt"/>
                        </a:rPr>
                        <a:t>Q3</a:t>
                      </a:r>
                    </a:p>
                  </a:txBody>
                  <a:tcPr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r>
                        <a:rPr lang="en-US" sz="1100" b="0">
                          <a:solidFill>
                            <a:schemeClr val="bg1"/>
                          </a:solidFill>
                          <a:latin typeface="+mn-lt"/>
                        </a:rPr>
                        <a:t>Q4</a:t>
                      </a:r>
                    </a:p>
                  </a:txBody>
                  <a:tcPr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r>
                        <a:rPr lang="en-US" sz="1100" b="0">
                          <a:solidFill>
                            <a:schemeClr val="bg1"/>
                          </a:solidFill>
                          <a:latin typeface="+mn-lt"/>
                        </a:rPr>
                        <a:t>H1</a:t>
                      </a:r>
                    </a:p>
                  </a:txBody>
                  <a:tcPr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r>
                        <a:rPr lang="en-US" sz="1100" b="0">
                          <a:solidFill>
                            <a:schemeClr val="bg1"/>
                          </a:solidFill>
                          <a:latin typeface="+mn-lt"/>
                        </a:rPr>
                        <a:t>H2</a:t>
                      </a:r>
                    </a:p>
                  </a:txBody>
                  <a:tcPr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r>
                        <a:rPr lang="en-US" sz="1100" b="0">
                          <a:solidFill>
                            <a:schemeClr val="bg1"/>
                          </a:solidFill>
                          <a:latin typeface="+mn-lt"/>
                        </a:rPr>
                        <a:t>Y</a:t>
                      </a:r>
                    </a:p>
                  </a:txBody>
                  <a:tcPr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r>
                        <a:rPr lang="en-US" sz="1100" b="0">
                          <a:solidFill>
                            <a:schemeClr val="bg1"/>
                          </a:solidFill>
                          <a:latin typeface="+mn-lt"/>
                        </a:rPr>
                        <a:t>Y</a:t>
                      </a:r>
                    </a:p>
                  </a:txBody>
                  <a:tcPr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r>
                        <a:rPr lang="en-US" sz="1100" b="0">
                          <a:solidFill>
                            <a:schemeClr val="bg1"/>
                          </a:solidFill>
                          <a:latin typeface="+mn-lt"/>
                        </a:rPr>
                        <a:t>Y</a:t>
                      </a:r>
                    </a:p>
                  </a:txBody>
                  <a:tcPr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r>
                        <a:rPr lang="en-US" sz="1100" b="0">
                          <a:solidFill>
                            <a:schemeClr val="bg1"/>
                          </a:solidFill>
                          <a:latin typeface="+mn-lt"/>
                        </a:rPr>
                        <a:t>Y</a:t>
                      </a:r>
                    </a:p>
                  </a:txBody>
                  <a:tcPr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1074894671"/>
                  </a:ext>
                </a:extLst>
              </a:tr>
              <a:tr h="1363833">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a:r>
                        <a:rPr lang="en-US" sz="1050" b="0">
                          <a:solidFill>
                            <a:schemeClr val="bg1"/>
                          </a:solidFill>
                          <a:latin typeface="+mn-lt"/>
                        </a:rPr>
                        <a:t>Customers</a:t>
                      </a:r>
                    </a:p>
                  </a:txBody>
                  <a:tcPr vert="vert"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100" b="0">
                          <a:solidFill>
                            <a:schemeClr val="bg1"/>
                          </a:solidFill>
                          <a:latin typeface="+mn-lt"/>
                        </a:rPr>
                        <a:t>Platforms &amp; Subsystems</a:t>
                      </a:r>
                    </a:p>
                  </a:txBody>
                  <a:tcPr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en-US" sz="1400" b="0">
                        <a:latin typeface="+mn-lt"/>
                      </a:endParaRPr>
                    </a:p>
                  </a:txBody>
                  <a:tcP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EDEDED"/>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en-US" sz="1400" b="0">
                        <a:latin typeface="+mn-lt"/>
                      </a:endParaRPr>
                    </a:p>
                  </a:txBody>
                  <a:tcP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EDEDED"/>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en-US" sz="1400" b="0">
                        <a:latin typeface="+mn-lt"/>
                      </a:endParaRPr>
                    </a:p>
                  </a:txBody>
                  <a:tcP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EDEDED"/>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en-US" sz="1400" b="0">
                        <a:latin typeface="+mn-lt"/>
                      </a:endParaRPr>
                    </a:p>
                  </a:txBody>
                  <a:tcP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EDEDED"/>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en-US" sz="1400" b="0">
                        <a:latin typeface="+mn-lt"/>
                      </a:endParaRPr>
                    </a:p>
                  </a:txBody>
                  <a:tcP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EDEDED"/>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en-US" sz="1400" b="0">
                        <a:latin typeface="+mn-lt"/>
                      </a:endParaRPr>
                    </a:p>
                  </a:txBody>
                  <a:tcPr marL="0" marR="0">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EDEDED"/>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en-US" sz="1400" b="0">
                        <a:latin typeface="+mn-lt"/>
                      </a:endParaRPr>
                    </a:p>
                  </a:txBody>
                  <a:tcPr marL="0" marR="0">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EDEDED"/>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en-US" sz="1400" b="0">
                        <a:latin typeface="+mn-lt"/>
                      </a:endParaRPr>
                    </a:p>
                  </a:txBody>
                  <a:tcPr marL="0" marR="0">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EDEDED"/>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en-US" sz="1400" b="0">
                        <a:latin typeface="+mn-lt"/>
                      </a:endParaRPr>
                    </a:p>
                  </a:txBody>
                  <a:tcPr marL="0" marR="0">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EDEDED"/>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en-US" sz="1400" b="0">
                        <a:latin typeface="+mn-lt"/>
                      </a:endParaRPr>
                    </a:p>
                  </a:txBody>
                  <a:tcPr marL="0" marR="0">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EDEDED"/>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en-US" sz="1400" b="0">
                        <a:latin typeface="+mn-lt"/>
                      </a:endParaRPr>
                    </a:p>
                  </a:txBody>
                  <a:tcPr marL="0" marR="0">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EDEDED"/>
                    </a:solidFill>
                  </a:tcPr>
                </a:tc>
                <a:extLst>
                  <a:ext uri="{0D108BD9-81ED-4DB2-BD59-A6C34878D82A}">
                    <a16:rowId xmlns:a16="http://schemas.microsoft.com/office/drawing/2014/main" val="1943440561"/>
                  </a:ext>
                </a:extLst>
              </a:tr>
              <a:tr h="1363833">
                <a:tc rowSpan="2">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a:r>
                        <a:rPr lang="en-US" sz="1050" b="0">
                          <a:solidFill>
                            <a:schemeClr val="bg1"/>
                          </a:solidFill>
                          <a:latin typeface="+mn-lt"/>
                        </a:rPr>
                        <a:t>Technologies</a:t>
                      </a:r>
                    </a:p>
                  </a:txBody>
                  <a:tcPr vert="vert"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accent6">
                        <a:lumMod val="75000"/>
                      </a:scheme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r>
                        <a:rPr lang="en-US" sz="1100" b="0">
                          <a:solidFill>
                            <a:schemeClr val="bg1"/>
                          </a:solidFill>
                          <a:latin typeface="+mn-lt"/>
                        </a:rPr>
                        <a:t>Containers</a:t>
                      </a:r>
                    </a:p>
                  </a:txBody>
                  <a:tcPr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en-US" sz="1400" b="0">
                        <a:latin typeface="+mn-lt"/>
                      </a:endParaRPr>
                    </a:p>
                  </a:txBody>
                  <a:tcP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EDEDED"/>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en-US" sz="1400" b="0">
                        <a:latin typeface="+mn-lt"/>
                      </a:endParaRPr>
                    </a:p>
                  </a:txBody>
                  <a:tcP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EDEDED"/>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en-US" sz="1400" b="0">
                        <a:latin typeface="+mn-lt"/>
                      </a:endParaRPr>
                    </a:p>
                  </a:txBody>
                  <a:tcP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EDEDED"/>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en-US" sz="1400" b="0">
                        <a:latin typeface="+mn-lt"/>
                      </a:endParaRPr>
                    </a:p>
                  </a:txBody>
                  <a:tcP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EDEDED"/>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en-US" sz="1400" b="0">
                        <a:latin typeface="+mn-lt"/>
                      </a:endParaRPr>
                    </a:p>
                  </a:txBody>
                  <a:tcP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EDEDED"/>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en-US" sz="1400" b="0">
                        <a:latin typeface="+mn-lt"/>
                      </a:endParaRPr>
                    </a:p>
                  </a:txBody>
                  <a:tcPr marL="0" marR="0">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EDEDED"/>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en-US" sz="1400" b="0">
                        <a:latin typeface="+mn-lt"/>
                      </a:endParaRPr>
                    </a:p>
                  </a:txBody>
                  <a:tcPr marL="0" marR="0">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EDEDED"/>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en-US" sz="1400" b="0">
                        <a:latin typeface="+mn-lt"/>
                      </a:endParaRPr>
                    </a:p>
                  </a:txBody>
                  <a:tcPr marL="0" marR="0">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EDEDED"/>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en-US" sz="1400" b="0">
                        <a:latin typeface="+mn-lt"/>
                      </a:endParaRPr>
                    </a:p>
                  </a:txBody>
                  <a:tcPr marL="0" marR="0">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EDEDED"/>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en-US" sz="1400" b="0">
                        <a:latin typeface="+mn-lt"/>
                      </a:endParaRPr>
                    </a:p>
                  </a:txBody>
                  <a:tcPr marL="0" marR="0">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EDEDED"/>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en-US" sz="1400" b="0">
                        <a:latin typeface="+mn-lt"/>
                      </a:endParaRPr>
                    </a:p>
                  </a:txBody>
                  <a:tcPr marL="0" marR="0">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EDEDED"/>
                    </a:solidFill>
                  </a:tcPr>
                </a:tc>
                <a:extLst>
                  <a:ext uri="{0D108BD9-81ED-4DB2-BD59-A6C34878D82A}">
                    <a16:rowId xmlns:a16="http://schemas.microsoft.com/office/drawing/2014/main" val="3907711602"/>
                  </a:ext>
                </a:extLst>
              </a:tr>
              <a:tr h="1363833">
                <a:tc vMerge="1">
                  <a:txBody>
                    <a:bodyPr/>
                    <a:lstStyle/>
                    <a:p>
                      <a:endParaRPr lang="en-US" sz="800">
                        <a:solidFill>
                          <a:schemeClr val="bg1"/>
                        </a:solidFill>
                        <a:latin typeface="+mn-lt"/>
                      </a:endParaRPr>
                    </a:p>
                  </a:txBody>
                  <a:tcPr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75000"/>
                      </a:scheme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r>
                        <a:rPr lang="en-US" sz="1100" b="0">
                          <a:solidFill>
                            <a:schemeClr val="bg1"/>
                          </a:solidFill>
                          <a:latin typeface="+mn-lt"/>
                        </a:rPr>
                        <a:t>Microservices</a:t>
                      </a:r>
                    </a:p>
                    <a:p>
                      <a:endParaRPr lang="en-US" sz="1100" b="0">
                        <a:solidFill>
                          <a:schemeClr val="bg1"/>
                        </a:solidFill>
                        <a:latin typeface="+mn-lt"/>
                      </a:endParaRPr>
                    </a:p>
                  </a:txBody>
                  <a:tcPr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en-US" sz="1400" b="0">
                        <a:latin typeface="+mn-lt"/>
                      </a:endParaRPr>
                    </a:p>
                  </a:txBody>
                  <a:tcP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EDEDED"/>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en-US" sz="1400" b="0">
                        <a:latin typeface="+mn-lt"/>
                      </a:endParaRPr>
                    </a:p>
                  </a:txBody>
                  <a:tcP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EDEDED"/>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en-US" sz="1400" b="0">
                        <a:latin typeface="+mn-lt"/>
                      </a:endParaRPr>
                    </a:p>
                  </a:txBody>
                  <a:tcP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EDEDED"/>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en-US" sz="1400" b="0">
                        <a:latin typeface="+mn-lt"/>
                      </a:endParaRPr>
                    </a:p>
                  </a:txBody>
                  <a:tcP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EDEDED"/>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en-US" sz="1400" b="0">
                        <a:latin typeface="+mn-lt"/>
                      </a:endParaRPr>
                    </a:p>
                  </a:txBody>
                  <a:tcP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EDEDED"/>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en-US" sz="1400" b="0">
                        <a:latin typeface="+mn-lt"/>
                      </a:endParaRPr>
                    </a:p>
                  </a:txBody>
                  <a:tcPr marL="0" marR="0">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EDEDED"/>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en-US" sz="1400" b="0">
                        <a:latin typeface="+mn-lt"/>
                      </a:endParaRPr>
                    </a:p>
                  </a:txBody>
                  <a:tcPr marL="0" marR="0">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EDEDED"/>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en-US" sz="1400" b="0">
                        <a:latin typeface="+mn-lt"/>
                      </a:endParaRPr>
                    </a:p>
                  </a:txBody>
                  <a:tcPr marL="0" marR="0">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EDEDED"/>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en-US" sz="1400" b="0">
                        <a:latin typeface="+mn-lt"/>
                      </a:endParaRPr>
                    </a:p>
                  </a:txBody>
                  <a:tcPr marL="0" marR="0">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EDEDED"/>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en-US" sz="1400" b="0">
                        <a:latin typeface="+mn-lt"/>
                      </a:endParaRPr>
                    </a:p>
                  </a:txBody>
                  <a:tcPr marL="0" marR="0">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EDEDED"/>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en-US" sz="1400" b="0">
                        <a:latin typeface="+mn-lt"/>
                      </a:endParaRPr>
                    </a:p>
                  </a:txBody>
                  <a:tcPr marL="0" marR="0">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EDEDED"/>
                    </a:solidFill>
                  </a:tcPr>
                </a:tc>
                <a:extLst>
                  <a:ext uri="{0D108BD9-81ED-4DB2-BD59-A6C34878D82A}">
                    <a16:rowId xmlns:a16="http://schemas.microsoft.com/office/drawing/2014/main" val="1664464534"/>
                  </a:ext>
                </a:extLst>
              </a:tr>
            </a:tbl>
          </a:graphicData>
        </a:graphic>
      </p:graphicFrame>
      <p:sp>
        <p:nvSpPr>
          <p:cNvPr id="9" name="TextBox 8">
            <a:extLst>
              <a:ext uri="{FF2B5EF4-FFF2-40B4-BE49-F238E27FC236}">
                <a16:creationId xmlns:a16="http://schemas.microsoft.com/office/drawing/2014/main" id="{6D9B8209-8167-4E3C-A359-DF2B666EAB08}"/>
              </a:ext>
            </a:extLst>
          </p:cNvPr>
          <p:cNvSpPr txBox="1"/>
          <p:nvPr userDrawn="1"/>
        </p:nvSpPr>
        <p:spPr>
          <a:xfrm>
            <a:off x="2885583" y="1238549"/>
            <a:ext cx="3541807" cy="246221"/>
          </a:xfrm>
          <a:prstGeom prst="rect">
            <a:avLst/>
          </a:prstGeom>
          <a:noFill/>
        </p:spPr>
        <p:txBody>
          <a:bodyPr wrap="square" lIns="45720" tIns="45720" rIns="45720" bIns="45720" rtlCol="0" anchor="t">
            <a:spAutoFit/>
          </a:bodyPr>
          <a:lstStyle/>
          <a:p>
            <a:pPr algn="ctr">
              <a:buClr>
                <a:srgbClr val="000000"/>
              </a:buClr>
              <a:buFont typeface="Arial"/>
              <a:buNone/>
            </a:pPr>
            <a:r>
              <a:rPr lang="en-US" sz="1000" kern="0">
                <a:solidFill>
                  <a:srgbClr val="000000"/>
                </a:solidFill>
                <a:cs typeface="Arial"/>
                <a:sym typeface="Arial"/>
              </a:rPr>
              <a:t>Current Year</a:t>
            </a:r>
          </a:p>
        </p:txBody>
      </p:sp>
      <p:sp>
        <p:nvSpPr>
          <p:cNvPr id="10" name="TextBox 9">
            <a:extLst>
              <a:ext uri="{FF2B5EF4-FFF2-40B4-BE49-F238E27FC236}">
                <a16:creationId xmlns:a16="http://schemas.microsoft.com/office/drawing/2014/main" id="{F1B26DAB-18DF-407E-97BC-9B6B3EE1448B}"/>
              </a:ext>
            </a:extLst>
          </p:cNvPr>
          <p:cNvSpPr txBox="1"/>
          <p:nvPr userDrawn="1"/>
        </p:nvSpPr>
        <p:spPr>
          <a:xfrm>
            <a:off x="6666376" y="1238549"/>
            <a:ext cx="1322682" cy="246221"/>
          </a:xfrm>
          <a:prstGeom prst="rect">
            <a:avLst/>
          </a:prstGeom>
          <a:noFill/>
        </p:spPr>
        <p:txBody>
          <a:bodyPr wrap="square" lIns="45720" rIns="45720" rtlCol="0">
            <a:spAutoFit/>
          </a:bodyPr>
          <a:lstStyle/>
          <a:p>
            <a:pPr algn="ctr">
              <a:buClr>
                <a:srgbClr val="000000"/>
              </a:buClr>
              <a:buFont typeface="Arial"/>
              <a:buNone/>
            </a:pPr>
            <a:r>
              <a:rPr lang="en-US" sz="1000" kern="0">
                <a:solidFill>
                  <a:srgbClr val="000000"/>
                </a:solidFill>
                <a:cs typeface="Arial"/>
                <a:sym typeface="Arial"/>
              </a:rPr>
              <a:t>≥ 1 Year</a:t>
            </a:r>
          </a:p>
        </p:txBody>
      </p:sp>
      <p:sp>
        <p:nvSpPr>
          <p:cNvPr id="11" name="TextBox 10">
            <a:extLst>
              <a:ext uri="{FF2B5EF4-FFF2-40B4-BE49-F238E27FC236}">
                <a16:creationId xmlns:a16="http://schemas.microsoft.com/office/drawing/2014/main" id="{191305E2-5C0C-4FAE-A2C8-40FD941C4413}"/>
              </a:ext>
            </a:extLst>
          </p:cNvPr>
          <p:cNvSpPr txBox="1"/>
          <p:nvPr userDrawn="1"/>
        </p:nvSpPr>
        <p:spPr>
          <a:xfrm>
            <a:off x="10889856" y="1238549"/>
            <a:ext cx="868592" cy="246221"/>
          </a:xfrm>
          <a:prstGeom prst="rect">
            <a:avLst/>
          </a:prstGeom>
          <a:noFill/>
        </p:spPr>
        <p:txBody>
          <a:bodyPr wrap="square" lIns="45720" rIns="45720" rtlCol="0">
            <a:spAutoFit/>
          </a:bodyPr>
          <a:lstStyle/>
          <a:p>
            <a:pPr algn="ctr">
              <a:buClr>
                <a:srgbClr val="000000"/>
              </a:buClr>
              <a:buFont typeface="Arial"/>
              <a:buNone/>
            </a:pPr>
            <a:r>
              <a:rPr lang="en-US" sz="1000" kern="0">
                <a:solidFill>
                  <a:srgbClr val="000000"/>
                </a:solidFill>
                <a:cs typeface="Arial"/>
                <a:sym typeface="Arial"/>
              </a:rPr>
              <a:t>≥ 5 Years</a:t>
            </a:r>
          </a:p>
        </p:txBody>
      </p:sp>
      <p:sp>
        <p:nvSpPr>
          <p:cNvPr id="12" name="Isosceles Triangle 11">
            <a:extLst>
              <a:ext uri="{FF2B5EF4-FFF2-40B4-BE49-F238E27FC236}">
                <a16:creationId xmlns:a16="http://schemas.microsoft.com/office/drawing/2014/main" id="{C06CFF9B-3CC5-4158-99AA-B6CFB41FCFD8}"/>
              </a:ext>
            </a:extLst>
          </p:cNvPr>
          <p:cNvSpPr/>
          <p:nvPr userDrawn="1"/>
        </p:nvSpPr>
        <p:spPr>
          <a:xfrm rot="10800000">
            <a:off x="6353133" y="1301826"/>
            <a:ext cx="164842" cy="142106"/>
          </a:xfrm>
          <a:prstGeom prst="triangle">
            <a:avLst/>
          </a:prstGeom>
          <a:solidFill>
            <a:schemeClr val="tx2"/>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en-US" sz="11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13" name="Isosceles Triangle 12">
            <a:extLst>
              <a:ext uri="{FF2B5EF4-FFF2-40B4-BE49-F238E27FC236}">
                <a16:creationId xmlns:a16="http://schemas.microsoft.com/office/drawing/2014/main" id="{3DC88DC1-6ED9-4CF5-A01A-789FFB882113}"/>
              </a:ext>
            </a:extLst>
          </p:cNvPr>
          <p:cNvSpPr/>
          <p:nvPr userDrawn="1"/>
        </p:nvSpPr>
        <p:spPr>
          <a:xfrm rot="10800000">
            <a:off x="8131415" y="1301826"/>
            <a:ext cx="164842" cy="142106"/>
          </a:xfrm>
          <a:prstGeom prst="triangle">
            <a:avLst/>
          </a:prstGeom>
          <a:solidFill>
            <a:schemeClr val="tx2"/>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en-US" sz="11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14" name="Isosceles Triangle 13">
            <a:extLst>
              <a:ext uri="{FF2B5EF4-FFF2-40B4-BE49-F238E27FC236}">
                <a16:creationId xmlns:a16="http://schemas.microsoft.com/office/drawing/2014/main" id="{7C3A0EAB-6B23-4EEA-AD1E-A822C018DE8D}"/>
              </a:ext>
            </a:extLst>
          </p:cNvPr>
          <p:cNvSpPr/>
          <p:nvPr userDrawn="1"/>
        </p:nvSpPr>
        <p:spPr>
          <a:xfrm rot="10800000">
            <a:off x="9025086" y="1301825"/>
            <a:ext cx="164842" cy="142106"/>
          </a:xfrm>
          <a:prstGeom prst="triangle">
            <a:avLst/>
          </a:prstGeom>
          <a:solidFill>
            <a:schemeClr val="tx2"/>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en-US" sz="11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16" name="Isosceles Triangle 15">
            <a:extLst>
              <a:ext uri="{FF2B5EF4-FFF2-40B4-BE49-F238E27FC236}">
                <a16:creationId xmlns:a16="http://schemas.microsoft.com/office/drawing/2014/main" id="{E06236E6-1700-4DF1-8809-0979C23EA97F}"/>
              </a:ext>
            </a:extLst>
          </p:cNvPr>
          <p:cNvSpPr/>
          <p:nvPr userDrawn="1"/>
        </p:nvSpPr>
        <p:spPr>
          <a:xfrm rot="10800000">
            <a:off x="9914458" y="1301825"/>
            <a:ext cx="164842" cy="142106"/>
          </a:xfrm>
          <a:prstGeom prst="triangle">
            <a:avLst/>
          </a:prstGeom>
          <a:solidFill>
            <a:schemeClr val="tx2"/>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en-US" sz="11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17" name="Isosceles Triangle 16">
            <a:extLst>
              <a:ext uri="{FF2B5EF4-FFF2-40B4-BE49-F238E27FC236}">
                <a16:creationId xmlns:a16="http://schemas.microsoft.com/office/drawing/2014/main" id="{FBC8DC25-3DAA-4D2B-B35C-8D13E7F63633}"/>
              </a:ext>
            </a:extLst>
          </p:cNvPr>
          <p:cNvSpPr/>
          <p:nvPr userDrawn="1"/>
        </p:nvSpPr>
        <p:spPr>
          <a:xfrm rot="10800000">
            <a:off x="1923700" y="1301825"/>
            <a:ext cx="164842" cy="142106"/>
          </a:xfrm>
          <a:prstGeom prst="triangle">
            <a:avLst/>
          </a:prstGeom>
          <a:solidFill>
            <a:schemeClr val="tx2"/>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en-US" sz="11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18" name="Isosceles Triangle 17">
            <a:extLst>
              <a:ext uri="{FF2B5EF4-FFF2-40B4-BE49-F238E27FC236}">
                <a16:creationId xmlns:a16="http://schemas.microsoft.com/office/drawing/2014/main" id="{D0A9E58E-E33E-4E3B-8E1A-3390334FD43C}"/>
              </a:ext>
            </a:extLst>
          </p:cNvPr>
          <p:cNvSpPr/>
          <p:nvPr userDrawn="1"/>
        </p:nvSpPr>
        <p:spPr>
          <a:xfrm rot="10800000">
            <a:off x="10803830" y="1301826"/>
            <a:ext cx="164842" cy="142106"/>
          </a:xfrm>
          <a:prstGeom prst="triangle">
            <a:avLst/>
          </a:prstGeom>
          <a:solidFill>
            <a:schemeClr val="tx2"/>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en-US" sz="11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19" name="TextBox 18">
            <a:extLst>
              <a:ext uri="{FF2B5EF4-FFF2-40B4-BE49-F238E27FC236}">
                <a16:creationId xmlns:a16="http://schemas.microsoft.com/office/drawing/2014/main" id="{00BFE045-1AD2-4B18-84F3-91845E1296BA}"/>
              </a:ext>
            </a:extLst>
          </p:cNvPr>
          <p:cNvSpPr txBox="1"/>
          <p:nvPr userDrawn="1"/>
        </p:nvSpPr>
        <p:spPr>
          <a:xfrm>
            <a:off x="2021991" y="1238549"/>
            <a:ext cx="841851" cy="246221"/>
          </a:xfrm>
          <a:prstGeom prst="rect">
            <a:avLst/>
          </a:prstGeom>
          <a:noFill/>
        </p:spPr>
        <p:txBody>
          <a:bodyPr wrap="square" lIns="45720" tIns="45720" rIns="45720" bIns="45720" rtlCol="0" anchor="t">
            <a:spAutoFit/>
          </a:bodyPr>
          <a:lstStyle/>
          <a:p>
            <a:pPr algn="ctr">
              <a:buClr>
                <a:srgbClr val="000000"/>
              </a:buClr>
              <a:buFont typeface="Arial"/>
              <a:buNone/>
            </a:pPr>
            <a:r>
              <a:rPr lang="en-US" sz="1000" kern="0">
                <a:solidFill>
                  <a:srgbClr val="000000"/>
                </a:solidFill>
                <a:cs typeface="Arial"/>
                <a:sym typeface="Arial"/>
              </a:rPr>
              <a:t>Past Years</a:t>
            </a:r>
          </a:p>
        </p:txBody>
      </p:sp>
      <p:grpSp>
        <p:nvGrpSpPr>
          <p:cNvPr id="20" name="Group 19">
            <a:extLst>
              <a:ext uri="{FF2B5EF4-FFF2-40B4-BE49-F238E27FC236}">
                <a16:creationId xmlns:a16="http://schemas.microsoft.com/office/drawing/2014/main" id="{E1617F51-E1C5-4604-91EA-947998B75F7B}"/>
              </a:ext>
            </a:extLst>
          </p:cNvPr>
          <p:cNvGrpSpPr/>
          <p:nvPr userDrawn="1"/>
        </p:nvGrpSpPr>
        <p:grpSpPr>
          <a:xfrm>
            <a:off x="8476615" y="350520"/>
            <a:ext cx="3287688" cy="824977"/>
            <a:chOff x="8651875" y="342900"/>
            <a:chExt cx="3287688" cy="824977"/>
          </a:xfrm>
        </p:grpSpPr>
        <p:sp>
          <p:nvSpPr>
            <p:cNvPr id="21" name="Rectangle 20">
              <a:extLst>
                <a:ext uri="{FF2B5EF4-FFF2-40B4-BE49-F238E27FC236}">
                  <a16:creationId xmlns:a16="http://schemas.microsoft.com/office/drawing/2014/main" id="{09E7110E-75AE-4D46-8D3B-6B6D6EA1BFCB}"/>
                </a:ext>
              </a:extLst>
            </p:cNvPr>
            <p:cNvSpPr/>
            <p:nvPr userDrawn="1"/>
          </p:nvSpPr>
          <p:spPr>
            <a:xfrm>
              <a:off x="8651875" y="342900"/>
              <a:ext cx="3287688" cy="824977"/>
            </a:xfrm>
            <a:prstGeom prst="rect">
              <a:avLst/>
            </a:prstGeom>
            <a:solidFill>
              <a:srgbClr val="FFFFFF">
                <a:lumMod val="95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en-US" sz="1600" b="0" i="0" u="none" strike="noStrike" kern="0" cap="none" spc="0" normalizeH="0" baseline="0" noProof="0">
                <a:ln>
                  <a:noFill/>
                </a:ln>
                <a:solidFill>
                  <a:srgbClr val="FFFFFF"/>
                </a:solidFill>
                <a:effectLst/>
                <a:uLnTx/>
                <a:uFillTx/>
                <a:latin typeface="Arial"/>
                <a:ea typeface="+mn-ea"/>
                <a:cs typeface="+mn-cs"/>
                <a:sym typeface="Arial"/>
              </a:endParaRPr>
            </a:p>
          </p:txBody>
        </p:sp>
        <p:grpSp>
          <p:nvGrpSpPr>
            <p:cNvPr id="22" name="Group 21">
              <a:extLst>
                <a:ext uri="{FF2B5EF4-FFF2-40B4-BE49-F238E27FC236}">
                  <a16:creationId xmlns:a16="http://schemas.microsoft.com/office/drawing/2014/main" id="{99E50AF6-0B5B-4DCB-B759-ACBEA27A5FDE}"/>
                </a:ext>
              </a:extLst>
            </p:cNvPr>
            <p:cNvGrpSpPr/>
            <p:nvPr/>
          </p:nvGrpSpPr>
          <p:grpSpPr>
            <a:xfrm>
              <a:off x="11082594" y="391010"/>
              <a:ext cx="856969" cy="215444"/>
              <a:chOff x="11082594" y="392616"/>
              <a:chExt cx="856969" cy="215444"/>
            </a:xfrm>
          </p:grpSpPr>
          <p:sp>
            <p:nvSpPr>
              <p:cNvPr id="51" name="Oval 50">
                <a:extLst>
                  <a:ext uri="{FF2B5EF4-FFF2-40B4-BE49-F238E27FC236}">
                    <a16:creationId xmlns:a16="http://schemas.microsoft.com/office/drawing/2014/main" id="{652B6610-FE6B-40DE-B5DE-330D9B5F8682}"/>
                  </a:ext>
                </a:extLst>
              </p:cNvPr>
              <p:cNvSpPr/>
              <p:nvPr/>
            </p:nvSpPr>
            <p:spPr>
              <a:xfrm>
                <a:off x="11082594" y="432835"/>
                <a:ext cx="116827" cy="116827"/>
              </a:xfrm>
              <a:prstGeom prst="ellipse">
                <a:avLst/>
              </a:prstGeom>
              <a:solidFill>
                <a:srgbClr val="FFFFFF"/>
              </a:solidFill>
              <a:ln w="12700" cap="flat" cmpd="sng" algn="ctr">
                <a:solidFill>
                  <a:srgbClr val="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en-US" sz="8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52" name="TextBox 51">
                <a:extLst>
                  <a:ext uri="{FF2B5EF4-FFF2-40B4-BE49-F238E27FC236}">
                    <a16:creationId xmlns:a16="http://schemas.microsoft.com/office/drawing/2014/main" id="{4427C932-9561-456A-A646-9FAE0196F74F}"/>
                  </a:ext>
                </a:extLst>
              </p:cNvPr>
              <p:cNvSpPr txBox="1"/>
              <p:nvPr/>
            </p:nvSpPr>
            <p:spPr>
              <a:xfrm>
                <a:off x="11190836" y="392616"/>
                <a:ext cx="748727" cy="215444"/>
              </a:xfrm>
              <a:prstGeom prst="rect">
                <a:avLst/>
              </a:prstGeom>
              <a:noFill/>
            </p:spPr>
            <p:txBody>
              <a:bodyPr wrap="square" lIns="45720" rIns="45720" rtlCol="0">
                <a:sp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r>
                  <a:rPr kumimoji="0" lang="en-US" sz="800" b="0" i="0" u="none" strike="noStrike" kern="0" cap="none" spc="0" normalizeH="0" baseline="0" noProof="0">
                    <a:ln>
                      <a:noFill/>
                    </a:ln>
                    <a:solidFill>
                      <a:srgbClr val="000000"/>
                    </a:solidFill>
                    <a:effectLst/>
                    <a:uLnTx/>
                    <a:uFillTx/>
                    <a:cs typeface="Arial"/>
                    <a:sym typeface="Arial"/>
                  </a:rPr>
                  <a:t>Unfunded</a:t>
                </a:r>
              </a:p>
            </p:txBody>
          </p:sp>
        </p:grpSp>
        <p:grpSp>
          <p:nvGrpSpPr>
            <p:cNvPr id="23" name="Group 22">
              <a:extLst>
                <a:ext uri="{FF2B5EF4-FFF2-40B4-BE49-F238E27FC236}">
                  <a16:creationId xmlns:a16="http://schemas.microsoft.com/office/drawing/2014/main" id="{BF733092-CC62-475C-B24E-311EE685533D}"/>
                </a:ext>
              </a:extLst>
            </p:cNvPr>
            <p:cNvGrpSpPr/>
            <p:nvPr/>
          </p:nvGrpSpPr>
          <p:grpSpPr>
            <a:xfrm>
              <a:off x="11087258" y="560944"/>
              <a:ext cx="845662" cy="215444"/>
              <a:chOff x="11087258" y="553812"/>
              <a:chExt cx="845662" cy="215444"/>
            </a:xfrm>
          </p:grpSpPr>
          <p:sp>
            <p:nvSpPr>
              <p:cNvPr id="49" name="Rectangle 48">
                <a:extLst>
                  <a:ext uri="{FF2B5EF4-FFF2-40B4-BE49-F238E27FC236}">
                    <a16:creationId xmlns:a16="http://schemas.microsoft.com/office/drawing/2014/main" id="{E83097AA-CD21-4807-A313-6AA1305DC341}"/>
                  </a:ext>
                </a:extLst>
              </p:cNvPr>
              <p:cNvSpPr/>
              <p:nvPr/>
            </p:nvSpPr>
            <p:spPr>
              <a:xfrm>
                <a:off x="11087258" y="609062"/>
                <a:ext cx="106067" cy="104945"/>
              </a:xfrm>
              <a:prstGeom prst="rect">
                <a:avLst/>
              </a:prstGeom>
              <a:solidFill>
                <a:srgbClr val="6D9EEB"/>
              </a:solidFill>
              <a:ln w="12700" cap="flat" cmpd="sng" algn="ctr">
                <a:solidFill>
                  <a:srgbClr val="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en-US" sz="8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50" name="TextBox 49">
                <a:extLst>
                  <a:ext uri="{FF2B5EF4-FFF2-40B4-BE49-F238E27FC236}">
                    <a16:creationId xmlns:a16="http://schemas.microsoft.com/office/drawing/2014/main" id="{73C62CF1-AE2A-4FBE-A8C0-236039A15596}"/>
                  </a:ext>
                </a:extLst>
              </p:cNvPr>
              <p:cNvSpPr txBox="1"/>
              <p:nvPr/>
            </p:nvSpPr>
            <p:spPr>
              <a:xfrm>
                <a:off x="11190433" y="553812"/>
                <a:ext cx="742487" cy="215444"/>
              </a:xfrm>
              <a:prstGeom prst="rect">
                <a:avLst/>
              </a:prstGeom>
              <a:noFill/>
            </p:spPr>
            <p:txBody>
              <a:bodyPr wrap="square" lIns="45720" rIns="45720" rtlCol="0">
                <a:sp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r>
                  <a:rPr kumimoji="0" lang="en-US" sz="800" b="0" i="0" u="none" strike="noStrike" kern="0" cap="none" spc="0" normalizeH="0" baseline="0" noProof="0">
                    <a:ln>
                      <a:noFill/>
                    </a:ln>
                    <a:solidFill>
                      <a:srgbClr val="000000"/>
                    </a:solidFill>
                    <a:effectLst/>
                    <a:uLnTx/>
                    <a:uFillTx/>
                    <a:cs typeface="Arial"/>
                    <a:sym typeface="Arial"/>
                  </a:rPr>
                  <a:t>Gate Review</a:t>
                </a:r>
              </a:p>
            </p:txBody>
          </p:sp>
        </p:grpSp>
        <p:grpSp>
          <p:nvGrpSpPr>
            <p:cNvPr id="24" name="Group 23">
              <a:extLst>
                <a:ext uri="{FF2B5EF4-FFF2-40B4-BE49-F238E27FC236}">
                  <a16:creationId xmlns:a16="http://schemas.microsoft.com/office/drawing/2014/main" id="{FFC5E8AE-F03C-49D1-9B0D-A2C08B6259D7}"/>
                </a:ext>
              </a:extLst>
            </p:cNvPr>
            <p:cNvGrpSpPr/>
            <p:nvPr/>
          </p:nvGrpSpPr>
          <p:grpSpPr>
            <a:xfrm>
              <a:off x="8766462" y="900811"/>
              <a:ext cx="934147" cy="215444"/>
              <a:chOff x="8766462" y="892960"/>
              <a:chExt cx="934147" cy="215444"/>
            </a:xfrm>
          </p:grpSpPr>
          <p:sp>
            <p:nvSpPr>
              <p:cNvPr id="47" name="Isosceles Triangle 46">
                <a:extLst>
                  <a:ext uri="{FF2B5EF4-FFF2-40B4-BE49-F238E27FC236}">
                    <a16:creationId xmlns:a16="http://schemas.microsoft.com/office/drawing/2014/main" id="{4F995872-FD30-4955-9744-681E7EA6209F}"/>
                  </a:ext>
                </a:extLst>
              </p:cNvPr>
              <p:cNvSpPr/>
              <p:nvPr userDrawn="1"/>
            </p:nvSpPr>
            <p:spPr>
              <a:xfrm>
                <a:off x="8766462" y="952584"/>
                <a:ext cx="108222" cy="96197"/>
              </a:xfrm>
              <a:prstGeom prst="triangle">
                <a:avLst/>
              </a:prstGeom>
              <a:solidFill>
                <a:srgbClr val="00AB8E">
                  <a:lumMod val="40000"/>
                  <a:lumOff val="60000"/>
                </a:srgbClr>
              </a:solidFill>
              <a:ln w="12700" cap="flat" cmpd="sng" algn="ctr">
                <a:solidFill>
                  <a:srgbClr val="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en-US" sz="8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48" name="TextBox 47">
                <a:extLst>
                  <a:ext uri="{FF2B5EF4-FFF2-40B4-BE49-F238E27FC236}">
                    <a16:creationId xmlns:a16="http://schemas.microsoft.com/office/drawing/2014/main" id="{A42900C3-9CE2-4503-9319-203F771C0006}"/>
                  </a:ext>
                </a:extLst>
              </p:cNvPr>
              <p:cNvSpPr txBox="1"/>
              <p:nvPr userDrawn="1"/>
            </p:nvSpPr>
            <p:spPr>
              <a:xfrm>
                <a:off x="8878783" y="892960"/>
                <a:ext cx="821826" cy="215444"/>
              </a:xfrm>
              <a:prstGeom prst="rect">
                <a:avLst/>
              </a:prstGeom>
              <a:noFill/>
            </p:spPr>
            <p:txBody>
              <a:bodyPr wrap="square" lIns="45720" rIns="45720" rtlCol="0">
                <a:sp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r>
                  <a:rPr kumimoji="0" lang="en-US" sz="800" b="0" i="0" u="none" strike="noStrike" kern="0" cap="none" spc="0" normalizeH="0" baseline="0" noProof="0">
                    <a:ln>
                      <a:noFill/>
                    </a:ln>
                    <a:solidFill>
                      <a:srgbClr val="000000"/>
                    </a:solidFill>
                    <a:effectLst/>
                    <a:uLnTx/>
                    <a:uFillTx/>
                    <a:cs typeface="Arial"/>
                    <a:sym typeface="Arial"/>
                  </a:rPr>
                  <a:t>Other Funding</a:t>
                </a:r>
              </a:p>
            </p:txBody>
          </p:sp>
        </p:grpSp>
        <p:grpSp>
          <p:nvGrpSpPr>
            <p:cNvPr id="25" name="Group 24">
              <a:extLst>
                <a:ext uri="{FF2B5EF4-FFF2-40B4-BE49-F238E27FC236}">
                  <a16:creationId xmlns:a16="http://schemas.microsoft.com/office/drawing/2014/main" id="{9B3FEEE0-3823-4DB9-A4C7-A8A691024AF0}"/>
                </a:ext>
              </a:extLst>
            </p:cNvPr>
            <p:cNvGrpSpPr/>
            <p:nvPr/>
          </p:nvGrpSpPr>
          <p:grpSpPr>
            <a:xfrm>
              <a:off x="8762048" y="391010"/>
              <a:ext cx="1082921" cy="215444"/>
              <a:chOff x="8762048" y="392616"/>
              <a:chExt cx="1082921" cy="215444"/>
            </a:xfrm>
          </p:grpSpPr>
          <p:sp>
            <p:nvSpPr>
              <p:cNvPr id="45" name="Isosceles Triangle 44">
                <a:extLst>
                  <a:ext uri="{FF2B5EF4-FFF2-40B4-BE49-F238E27FC236}">
                    <a16:creationId xmlns:a16="http://schemas.microsoft.com/office/drawing/2014/main" id="{57E10DD5-E580-40B6-AD69-4AE9E9B844CC}"/>
                  </a:ext>
                </a:extLst>
              </p:cNvPr>
              <p:cNvSpPr/>
              <p:nvPr userDrawn="1"/>
            </p:nvSpPr>
            <p:spPr>
              <a:xfrm>
                <a:off x="8762048" y="443567"/>
                <a:ext cx="108222" cy="96197"/>
              </a:xfrm>
              <a:prstGeom prst="triangle">
                <a:avLst/>
              </a:prstGeom>
              <a:solidFill>
                <a:srgbClr val="7F7F7F"/>
              </a:solidFill>
              <a:ln w="12700" cap="flat" cmpd="sng" algn="ctr">
                <a:solidFill>
                  <a:srgbClr val="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en-US" sz="8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46" name="TextBox 45">
                <a:extLst>
                  <a:ext uri="{FF2B5EF4-FFF2-40B4-BE49-F238E27FC236}">
                    <a16:creationId xmlns:a16="http://schemas.microsoft.com/office/drawing/2014/main" id="{AD8FF36D-E598-4F01-B3A3-6F55528C5E7A}"/>
                  </a:ext>
                </a:extLst>
              </p:cNvPr>
              <p:cNvSpPr txBox="1"/>
              <p:nvPr userDrawn="1"/>
            </p:nvSpPr>
            <p:spPr>
              <a:xfrm>
                <a:off x="8879985" y="392616"/>
                <a:ext cx="964984" cy="215444"/>
              </a:xfrm>
              <a:prstGeom prst="rect">
                <a:avLst/>
              </a:prstGeom>
              <a:noFill/>
            </p:spPr>
            <p:txBody>
              <a:bodyPr wrap="square" lIns="45720" rIns="45720" rtlCol="0">
                <a:sp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r>
                  <a:rPr kumimoji="0" lang="en-US" sz="800" b="0" i="0" u="none" strike="noStrike" kern="0" cap="none" spc="0" normalizeH="0" baseline="0" noProof="0">
                    <a:ln>
                      <a:noFill/>
                    </a:ln>
                    <a:solidFill>
                      <a:srgbClr val="000000"/>
                    </a:solidFill>
                    <a:effectLst/>
                    <a:uLnTx/>
                    <a:uFillTx/>
                    <a:cs typeface="Arial"/>
                    <a:sym typeface="Arial"/>
                  </a:rPr>
                  <a:t>Customer Funded</a:t>
                </a:r>
              </a:p>
            </p:txBody>
          </p:sp>
        </p:grpSp>
        <p:grpSp>
          <p:nvGrpSpPr>
            <p:cNvPr id="26" name="Group 25">
              <a:extLst>
                <a:ext uri="{FF2B5EF4-FFF2-40B4-BE49-F238E27FC236}">
                  <a16:creationId xmlns:a16="http://schemas.microsoft.com/office/drawing/2014/main" id="{24D002EB-67D4-4710-8AE1-4B255527116F}"/>
                </a:ext>
              </a:extLst>
            </p:cNvPr>
            <p:cNvGrpSpPr/>
            <p:nvPr/>
          </p:nvGrpSpPr>
          <p:grpSpPr>
            <a:xfrm>
              <a:off x="8762048" y="560944"/>
              <a:ext cx="987942" cy="215444"/>
              <a:chOff x="8762048" y="538752"/>
              <a:chExt cx="987942" cy="215444"/>
            </a:xfrm>
          </p:grpSpPr>
          <p:sp>
            <p:nvSpPr>
              <p:cNvPr id="43" name="Isosceles Triangle 42">
                <a:extLst>
                  <a:ext uri="{FF2B5EF4-FFF2-40B4-BE49-F238E27FC236}">
                    <a16:creationId xmlns:a16="http://schemas.microsoft.com/office/drawing/2014/main" id="{E0594A86-4CA6-40D4-9C35-A325E2998152}"/>
                  </a:ext>
                </a:extLst>
              </p:cNvPr>
              <p:cNvSpPr/>
              <p:nvPr userDrawn="1"/>
            </p:nvSpPr>
            <p:spPr>
              <a:xfrm>
                <a:off x="8762048" y="598376"/>
                <a:ext cx="108222" cy="96197"/>
              </a:xfrm>
              <a:prstGeom prst="triangle">
                <a:avLst/>
              </a:prstGeom>
              <a:solidFill>
                <a:srgbClr val="F1C232"/>
              </a:solidFill>
              <a:ln w="12700" cap="flat" cmpd="sng" algn="ctr">
                <a:solidFill>
                  <a:srgbClr val="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en-US" sz="8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44" name="TextBox 43">
                <a:extLst>
                  <a:ext uri="{FF2B5EF4-FFF2-40B4-BE49-F238E27FC236}">
                    <a16:creationId xmlns:a16="http://schemas.microsoft.com/office/drawing/2014/main" id="{FBB4F3DA-A7D6-459E-850A-C99B71508ABF}"/>
                  </a:ext>
                </a:extLst>
              </p:cNvPr>
              <p:cNvSpPr txBox="1"/>
              <p:nvPr userDrawn="1"/>
            </p:nvSpPr>
            <p:spPr>
              <a:xfrm>
                <a:off x="8879985" y="538752"/>
                <a:ext cx="870005" cy="215444"/>
              </a:xfrm>
              <a:prstGeom prst="rect">
                <a:avLst/>
              </a:prstGeom>
              <a:noFill/>
            </p:spPr>
            <p:txBody>
              <a:bodyPr wrap="square" lIns="45720" rIns="45720" rtlCol="0">
                <a:sp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r>
                  <a:rPr kumimoji="0" lang="en-US" sz="800" b="0" i="0" u="none" strike="noStrike" kern="0" cap="none" spc="0" normalizeH="0" baseline="0" noProof="0">
                    <a:ln>
                      <a:noFill/>
                    </a:ln>
                    <a:solidFill>
                      <a:srgbClr val="000000"/>
                    </a:solidFill>
                    <a:effectLst/>
                    <a:uLnTx/>
                    <a:uFillTx/>
                    <a:cs typeface="Arial"/>
                    <a:sym typeface="Arial"/>
                  </a:rPr>
                  <a:t>MA&amp;H IR&amp;D</a:t>
                </a:r>
              </a:p>
            </p:txBody>
          </p:sp>
        </p:grpSp>
        <p:grpSp>
          <p:nvGrpSpPr>
            <p:cNvPr id="27" name="Group 26">
              <a:extLst>
                <a:ext uri="{FF2B5EF4-FFF2-40B4-BE49-F238E27FC236}">
                  <a16:creationId xmlns:a16="http://schemas.microsoft.com/office/drawing/2014/main" id="{1726AE1A-57A8-4C85-8429-28C977727227}"/>
                </a:ext>
              </a:extLst>
            </p:cNvPr>
            <p:cNvGrpSpPr/>
            <p:nvPr/>
          </p:nvGrpSpPr>
          <p:grpSpPr>
            <a:xfrm>
              <a:off x="8762048" y="730878"/>
              <a:ext cx="1170624" cy="215444"/>
              <a:chOff x="8762048" y="723778"/>
              <a:chExt cx="1170624" cy="215444"/>
            </a:xfrm>
          </p:grpSpPr>
          <p:sp>
            <p:nvSpPr>
              <p:cNvPr id="41" name="Isosceles Triangle 40">
                <a:extLst>
                  <a:ext uri="{FF2B5EF4-FFF2-40B4-BE49-F238E27FC236}">
                    <a16:creationId xmlns:a16="http://schemas.microsoft.com/office/drawing/2014/main" id="{4A0178D7-69B0-4DE0-9171-616F9A01960E}"/>
                  </a:ext>
                </a:extLst>
              </p:cNvPr>
              <p:cNvSpPr/>
              <p:nvPr userDrawn="1"/>
            </p:nvSpPr>
            <p:spPr>
              <a:xfrm>
                <a:off x="8762048" y="783402"/>
                <a:ext cx="108222" cy="96197"/>
              </a:xfrm>
              <a:prstGeom prst="triangle">
                <a:avLst/>
              </a:prstGeom>
              <a:solidFill>
                <a:srgbClr val="FF00FF"/>
              </a:solidFill>
              <a:ln w="12700" cap="flat" cmpd="sng" algn="ctr">
                <a:solidFill>
                  <a:srgbClr val="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en-US" sz="8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42" name="TextBox 41">
                <a:extLst>
                  <a:ext uri="{FF2B5EF4-FFF2-40B4-BE49-F238E27FC236}">
                    <a16:creationId xmlns:a16="http://schemas.microsoft.com/office/drawing/2014/main" id="{E89A2F38-41E5-476E-A229-558478199A01}"/>
                  </a:ext>
                </a:extLst>
              </p:cNvPr>
              <p:cNvSpPr txBox="1"/>
              <p:nvPr userDrawn="1"/>
            </p:nvSpPr>
            <p:spPr>
              <a:xfrm>
                <a:off x="8874252" y="723778"/>
                <a:ext cx="1058420" cy="215444"/>
              </a:xfrm>
              <a:prstGeom prst="rect">
                <a:avLst/>
              </a:prstGeom>
              <a:noFill/>
            </p:spPr>
            <p:txBody>
              <a:bodyPr wrap="square" lIns="45720" rIns="45720" rtlCol="0">
                <a:sp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r>
                  <a:rPr kumimoji="0" lang="en-US" sz="800" b="0" i="0" u="none" strike="noStrike" kern="0" cap="none" spc="0" normalizeH="0" baseline="0" noProof="0">
                    <a:ln>
                      <a:noFill/>
                    </a:ln>
                    <a:solidFill>
                      <a:srgbClr val="000000"/>
                    </a:solidFill>
                    <a:effectLst/>
                    <a:uLnTx/>
                    <a:uFillTx/>
                    <a:cs typeface="Arial"/>
                    <a:sym typeface="Arial"/>
                  </a:rPr>
                  <a:t>Class 0/Futures/ART</a:t>
                </a:r>
              </a:p>
            </p:txBody>
          </p:sp>
        </p:grpSp>
        <p:grpSp>
          <p:nvGrpSpPr>
            <p:cNvPr id="28" name="Group 27">
              <a:extLst>
                <a:ext uri="{FF2B5EF4-FFF2-40B4-BE49-F238E27FC236}">
                  <a16:creationId xmlns:a16="http://schemas.microsoft.com/office/drawing/2014/main" id="{10F7D831-44F6-4680-9DE7-15F6BC307BF8}"/>
                </a:ext>
              </a:extLst>
            </p:cNvPr>
            <p:cNvGrpSpPr/>
            <p:nvPr/>
          </p:nvGrpSpPr>
          <p:grpSpPr>
            <a:xfrm>
              <a:off x="10028452" y="391010"/>
              <a:ext cx="820243" cy="215444"/>
              <a:chOff x="10028452" y="391010"/>
              <a:chExt cx="820243" cy="215444"/>
            </a:xfrm>
          </p:grpSpPr>
          <p:sp>
            <p:nvSpPr>
              <p:cNvPr id="39" name="TextBox 38">
                <a:extLst>
                  <a:ext uri="{FF2B5EF4-FFF2-40B4-BE49-F238E27FC236}">
                    <a16:creationId xmlns:a16="http://schemas.microsoft.com/office/drawing/2014/main" id="{45CBA17C-3256-4FF8-B7F4-AA8C4F34DF8F}"/>
                  </a:ext>
                </a:extLst>
              </p:cNvPr>
              <p:cNvSpPr txBox="1"/>
              <p:nvPr userDrawn="1"/>
            </p:nvSpPr>
            <p:spPr>
              <a:xfrm>
                <a:off x="10139306" y="391010"/>
                <a:ext cx="709389" cy="215444"/>
              </a:xfrm>
              <a:prstGeom prst="rect">
                <a:avLst/>
              </a:prstGeom>
              <a:noFill/>
            </p:spPr>
            <p:txBody>
              <a:bodyPr wrap="square" lIns="45720" rIns="45720" rtlCol="0">
                <a:sp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r>
                  <a:rPr kumimoji="0" lang="en-US" sz="800" b="0" i="0" u="none" strike="noStrike" kern="0" cap="none" spc="0" normalizeH="0" baseline="0" noProof="0">
                    <a:ln>
                      <a:noFill/>
                    </a:ln>
                    <a:solidFill>
                      <a:srgbClr val="000000"/>
                    </a:solidFill>
                    <a:effectLst/>
                    <a:uLnTx/>
                    <a:uFillTx/>
                    <a:cs typeface="Arial"/>
                    <a:sym typeface="Arial"/>
                  </a:rPr>
                  <a:t>Prototype</a:t>
                </a:r>
              </a:p>
            </p:txBody>
          </p:sp>
          <p:sp>
            <p:nvSpPr>
              <p:cNvPr id="40" name="Flowchart: Decision 39">
                <a:extLst>
                  <a:ext uri="{FF2B5EF4-FFF2-40B4-BE49-F238E27FC236}">
                    <a16:creationId xmlns:a16="http://schemas.microsoft.com/office/drawing/2014/main" id="{BB45BDBE-2C89-4200-8B96-F65CF2159500}"/>
                  </a:ext>
                </a:extLst>
              </p:cNvPr>
              <p:cNvSpPr/>
              <p:nvPr userDrawn="1"/>
            </p:nvSpPr>
            <p:spPr>
              <a:xfrm>
                <a:off x="10028452" y="428228"/>
                <a:ext cx="120447" cy="136046"/>
              </a:xfrm>
              <a:prstGeom prst="flowChartDecision">
                <a:avLst/>
              </a:prstGeom>
              <a:solidFill>
                <a:srgbClr val="93C47D"/>
              </a:solidFill>
              <a:ln w="12700" cap="flat" cmpd="sng" algn="ctr">
                <a:solidFill>
                  <a:srgbClr val="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en-US" sz="800" b="0" i="0" u="none" strike="noStrike" kern="0" cap="none" spc="0" normalizeH="0" baseline="0" noProof="0">
                  <a:ln>
                    <a:noFill/>
                  </a:ln>
                  <a:solidFill>
                    <a:srgbClr val="FFFFFF"/>
                  </a:solidFill>
                  <a:effectLst/>
                  <a:uLnTx/>
                  <a:uFillTx/>
                  <a:latin typeface="Arial"/>
                  <a:ea typeface="+mn-ea"/>
                  <a:cs typeface="+mn-cs"/>
                  <a:sym typeface="Arial"/>
                </a:endParaRPr>
              </a:p>
            </p:txBody>
          </p:sp>
        </p:grpSp>
        <p:grpSp>
          <p:nvGrpSpPr>
            <p:cNvPr id="29" name="Group 28">
              <a:extLst>
                <a:ext uri="{FF2B5EF4-FFF2-40B4-BE49-F238E27FC236}">
                  <a16:creationId xmlns:a16="http://schemas.microsoft.com/office/drawing/2014/main" id="{72F47DF8-EBED-46BB-BB8C-155FB38574AF}"/>
                </a:ext>
              </a:extLst>
            </p:cNvPr>
            <p:cNvGrpSpPr/>
            <p:nvPr/>
          </p:nvGrpSpPr>
          <p:grpSpPr>
            <a:xfrm>
              <a:off x="10028452" y="560944"/>
              <a:ext cx="868047" cy="215444"/>
              <a:chOff x="10028452" y="551216"/>
              <a:chExt cx="868047" cy="215444"/>
            </a:xfrm>
          </p:grpSpPr>
          <p:sp>
            <p:nvSpPr>
              <p:cNvPr id="37" name="TextBox 36">
                <a:extLst>
                  <a:ext uri="{FF2B5EF4-FFF2-40B4-BE49-F238E27FC236}">
                    <a16:creationId xmlns:a16="http://schemas.microsoft.com/office/drawing/2014/main" id="{D029F273-E926-4905-B1DC-D672F59E274B}"/>
                  </a:ext>
                </a:extLst>
              </p:cNvPr>
              <p:cNvSpPr txBox="1"/>
              <p:nvPr userDrawn="1"/>
            </p:nvSpPr>
            <p:spPr>
              <a:xfrm>
                <a:off x="10139306" y="551216"/>
                <a:ext cx="757193" cy="215444"/>
              </a:xfrm>
              <a:prstGeom prst="rect">
                <a:avLst/>
              </a:prstGeom>
              <a:noFill/>
            </p:spPr>
            <p:txBody>
              <a:bodyPr wrap="square" lIns="45720" rIns="45720" rtlCol="0">
                <a:sp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r>
                  <a:rPr kumimoji="0" lang="en-US" sz="800" b="0" i="0" u="none" strike="noStrike" kern="0" cap="none" spc="0" normalizeH="0" baseline="0" noProof="0">
                    <a:ln>
                      <a:noFill/>
                    </a:ln>
                    <a:solidFill>
                      <a:srgbClr val="000000"/>
                    </a:solidFill>
                    <a:effectLst/>
                    <a:uLnTx/>
                    <a:uFillTx/>
                    <a:cs typeface="Arial"/>
                    <a:sym typeface="Arial"/>
                  </a:rPr>
                  <a:t>Blue Label</a:t>
                </a:r>
              </a:p>
            </p:txBody>
          </p:sp>
          <p:sp>
            <p:nvSpPr>
              <p:cNvPr id="38" name="Flowchart: Decision 37">
                <a:extLst>
                  <a:ext uri="{FF2B5EF4-FFF2-40B4-BE49-F238E27FC236}">
                    <a16:creationId xmlns:a16="http://schemas.microsoft.com/office/drawing/2014/main" id="{29CAD33A-0CF9-4D1B-B2D9-F85ACC4A9C48}"/>
                  </a:ext>
                </a:extLst>
              </p:cNvPr>
              <p:cNvSpPr/>
              <p:nvPr userDrawn="1"/>
            </p:nvSpPr>
            <p:spPr>
              <a:xfrm>
                <a:off x="10028452" y="590915"/>
                <a:ext cx="120447" cy="136046"/>
              </a:xfrm>
              <a:prstGeom prst="flowChartDecision">
                <a:avLst/>
              </a:prstGeom>
              <a:solidFill>
                <a:srgbClr val="0070C0"/>
              </a:solidFill>
              <a:ln w="12700" cap="flat" cmpd="sng" algn="ctr">
                <a:solidFill>
                  <a:srgbClr val="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en-US" sz="800" b="0" i="0" u="none" strike="noStrike" kern="0" cap="none" spc="0" normalizeH="0" baseline="0" noProof="0">
                  <a:ln>
                    <a:noFill/>
                  </a:ln>
                  <a:solidFill>
                    <a:srgbClr val="FFFFFF"/>
                  </a:solidFill>
                  <a:effectLst/>
                  <a:uLnTx/>
                  <a:uFillTx/>
                  <a:latin typeface="Arial"/>
                  <a:ea typeface="+mn-ea"/>
                  <a:cs typeface="+mn-cs"/>
                  <a:sym typeface="Arial"/>
                </a:endParaRPr>
              </a:p>
            </p:txBody>
          </p:sp>
        </p:grpSp>
        <p:grpSp>
          <p:nvGrpSpPr>
            <p:cNvPr id="30" name="Group 29">
              <a:extLst>
                <a:ext uri="{FF2B5EF4-FFF2-40B4-BE49-F238E27FC236}">
                  <a16:creationId xmlns:a16="http://schemas.microsoft.com/office/drawing/2014/main" id="{4CA3191C-3A25-40BB-87D0-D97B0D5C1361}"/>
                </a:ext>
              </a:extLst>
            </p:cNvPr>
            <p:cNvGrpSpPr/>
            <p:nvPr/>
          </p:nvGrpSpPr>
          <p:grpSpPr>
            <a:xfrm>
              <a:off x="10030027" y="730878"/>
              <a:ext cx="820243" cy="215444"/>
              <a:chOff x="10030027" y="708855"/>
              <a:chExt cx="820243" cy="215444"/>
            </a:xfrm>
          </p:grpSpPr>
          <p:sp>
            <p:nvSpPr>
              <p:cNvPr id="35" name="TextBox 34">
                <a:extLst>
                  <a:ext uri="{FF2B5EF4-FFF2-40B4-BE49-F238E27FC236}">
                    <a16:creationId xmlns:a16="http://schemas.microsoft.com/office/drawing/2014/main" id="{05F43E95-BF2D-4421-83A1-B0B126528F2D}"/>
                  </a:ext>
                </a:extLst>
              </p:cNvPr>
              <p:cNvSpPr txBox="1"/>
              <p:nvPr userDrawn="1"/>
            </p:nvSpPr>
            <p:spPr>
              <a:xfrm>
                <a:off x="10140881" y="708855"/>
                <a:ext cx="709389" cy="215444"/>
              </a:xfrm>
              <a:prstGeom prst="rect">
                <a:avLst/>
              </a:prstGeom>
              <a:noFill/>
            </p:spPr>
            <p:txBody>
              <a:bodyPr wrap="square" lIns="45720" rIns="45720" rtlCol="0">
                <a:sp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r>
                  <a:rPr kumimoji="0" lang="en-US" sz="800" b="0" i="0" u="none" strike="noStrike" kern="0" cap="none" spc="0" normalizeH="0" baseline="0" noProof="0">
                    <a:ln>
                      <a:noFill/>
                    </a:ln>
                    <a:solidFill>
                      <a:srgbClr val="000000"/>
                    </a:solidFill>
                    <a:effectLst/>
                    <a:uLnTx/>
                    <a:uFillTx/>
                    <a:cs typeface="Arial"/>
                    <a:sym typeface="Arial"/>
                  </a:rPr>
                  <a:t>Red Label</a:t>
                </a:r>
              </a:p>
            </p:txBody>
          </p:sp>
          <p:sp>
            <p:nvSpPr>
              <p:cNvPr id="36" name="Flowchart: Decision 35">
                <a:extLst>
                  <a:ext uri="{FF2B5EF4-FFF2-40B4-BE49-F238E27FC236}">
                    <a16:creationId xmlns:a16="http://schemas.microsoft.com/office/drawing/2014/main" id="{C07C539E-34E0-43EF-A557-E8992A5DC13F}"/>
                  </a:ext>
                </a:extLst>
              </p:cNvPr>
              <p:cNvSpPr/>
              <p:nvPr userDrawn="1"/>
            </p:nvSpPr>
            <p:spPr>
              <a:xfrm>
                <a:off x="10030027" y="748554"/>
                <a:ext cx="120447" cy="136046"/>
              </a:xfrm>
              <a:prstGeom prst="flowChartDecision">
                <a:avLst/>
              </a:prstGeom>
              <a:solidFill>
                <a:srgbClr val="FF0000"/>
              </a:solidFill>
              <a:ln w="12700" cap="flat" cmpd="sng" algn="ctr">
                <a:solidFill>
                  <a:srgbClr val="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en-US" sz="800" b="0" i="0" u="none" strike="noStrike" kern="0" cap="none" spc="0" normalizeH="0" baseline="0" noProof="0">
                  <a:ln>
                    <a:noFill/>
                  </a:ln>
                  <a:solidFill>
                    <a:srgbClr val="FFFFFF"/>
                  </a:solidFill>
                  <a:effectLst/>
                  <a:uLnTx/>
                  <a:uFillTx/>
                  <a:latin typeface="Arial"/>
                  <a:ea typeface="+mn-ea"/>
                  <a:cs typeface="+mn-cs"/>
                  <a:sym typeface="Arial"/>
                </a:endParaRPr>
              </a:p>
            </p:txBody>
          </p:sp>
        </p:grpSp>
        <p:grpSp>
          <p:nvGrpSpPr>
            <p:cNvPr id="32" name="Group 31">
              <a:extLst>
                <a:ext uri="{FF2B5EF4-FFF2-40B4-BE49-F238E27FC236}">
                  <a16:creationId xmlns:a16="http://schemas.microsoft.com/office/drawing/2014/main" id="{6D25DBF7-CC19-4EA9-864A-87950BBC15B0}"/>
                </a:ext>
              </a:extLst>
            </p:cNvPr>
            <p:cNvGrpSpPr/>
            <p:nvPr/>
          </p:nvGrpSpPr>
          <p:grpSpPr>
            <a:xfrm>
              <a:off x="10030027" y="900811"/>
              <a:ext cx="859829" cy="215444"/>
              <a:chOff x="10030027" y="869061"/>
              <a:chExt cx="859829" cy="215444"/>
            </a:xfrm>
          </p:grpSpPr>
          <p:sp>
            <p:nvSpPr>
              <p:cNvPr id="33" name="TextBox 32">
                <a:extLst>
                  <a:ext uri="{FF2B5EF4-FFF2-40B4-BE49-F238E27FC236}">
                    <a16:creationId xmlns:a16="http://schemas.microsoft.com/office/drawing/2014/main" id="{276CF469-FE1D-4C8E-B08D-A67F2BDF8C91}"/>
                  </a:ext>
                </a:extLst>
              </p:cNvPr>
              <p:cNvSpPr txBox="1"/>
              <p:nvPr userDrawn="1"/>
            </p:nvSpPr>
            <p:spPr>
              <a:xfrm>
                <a:off x="10140881" y="869061"/>
                <a:ext cx="748975" cy="215444"/>
              </a:xfrm>
              <a:prstGeom prst="rect">
                <a:avLst/>
              </a:prstGeom>
              <a:noFill/>
            </p:spPr>
            <p:txBody>
              <a:bodyPr wrap="square" lIns="45720" rIns="45720" rtlCol="0">
                <a:sp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r>
                  <a:rPr kumimoji="0" lang="en-US" sz="800" b="0" i="0" u="none" strike="noStrike" kern="0" cap="none" spc="0" normalizeH="0" baseline="0" noProof="0">
                    <a:ln>
                      <a:noFill/>
                    </a:ln>
                    <a:solidFill>
                      <a:srgbClr val="000000"/>
                    </a:solidFill>
                    <a:effectLst/>
                    <a:uLnTx/>
                    <a:uFillTx/>
                    <a:cs typeface="Arial"/>
                    <a:sym typeface="Arial"/>
                  </a:rPr>
                  <a:t>Black Label</a:t>
                </a:r>
              </a:p>
            </p:txBody>
          </p:sp>
          <p:sp>
            <p:nvSpPr>
              <p:cNvPr id="34" name="Flowchart: Decision 33">
                <a:extLst>
                  <a:ext uri="{FF2B5EF4-FFF2-40B4-BE49-F238E27FC236}">
                    <a16:creationId xmlns:a16="http://schemas.microsoft.com/office/drawing/2014/main" id="{6B949C99-28F2-476D-9160-3B5EC7A65C3B}"/>
                  </a:ext>
                </a:extLst>
              </p:cNvPr>
              <p:cNvSpPr/>
              <p:nvPr userDrawn="1"/>
            </p:nvSpPr>
            <p:spPr>
              <a:xfrm>
                <a:off x="10030027" y="908760"/>
                <a:ext cx="120447" cy="136046"/>
              </a:xfrm>
              <a:prstGeom prst="flowChartDecision">
                <a:avLst/>
              </a:prstGeom>
              <a:solidFill>
                <a:srgbClr val="000000"/>
              </a:solidFill>
              <a:ln w="12700" cap="flat" cmpd="sng" algn="ctr">
                <a:solidFill>
                  <a:srgbClr val="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en-US" sz="800" b="0" i="0" u="none" strike="noStrike" kern="0" cap="none" spc="0" normalizeH="0" baseline="0" noProof="0">
                  <a:ln>
                    <a:noFill/>
                  </a:ln>
                  <a:solidFill>
                    <a:srgbClr val="FFFFFF"/>
                  </a:solidFill>
                  <a:effectLst/>
                  <a:uLnTx/>
                  <a:uFillTx/>
                  <a:latin typeface="Arial"/>
                  <a:ea typeface="+mn-ea"/>
                  <a:cs typeface="+mn-cs"/>
                  <a:sym typeface="Arial"/>
                </a:endParaRPr>
              </a:p>
            </p:txBody>
          </p:sp>
        </p:grpSp>
      </p:grpSp>
      <p:sp>
        <p:nvSpPr>
          <p:cNvPr id="53" name="Isosceles Triangle 52">
            <a:extLst>
              <a:ext uri="{FF2B5EF4-FFF2-40B4-BE49-F238E27FC236}">
                <a16:creationId xmlns:a16="http://schemas.microsoft.com/office/drawing/2014/main" id="{8F210E7A-7B73-491F-8E64-59573DC3CEB0}"/>
              </a:ext>
            </a:extLst>
          </p:cNvPr>
          <p:cNvSpPr/>
          <p:nvPr userDrawn="1"/>
        </p:nvSpPr>
        <p:spPr>
          <a:xfrm rot="10800000">
            <a:off x="2790474" y="1301826"/>
            <a:ext cx="164842" cy="142106"/>
          </a:xfrm>
          <a:prstGeom prst="triangle">
            <a:avLst/>
          </a:prstGeom>
          <a:solidFill>
            <a:schemeClr val="tx2"/>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en-US" sz="11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54" name="TextBox 53">
            <a:extLst>
              <a:ext uri="{FF2B5EF4-FFF2-40B4-BE49-F238E27FC236}">
                <a16:creationId xmlns:a16="http://schemas.microsoft.com/office/drawing/2014/main" id="{6AFA3DA5-BC17-465C-A3FC-870AC158C5C8}"/>
              </a:ext>
            </a:extLst>
          </p:cNvPr>
          <p:cNvSpPr txBox="1"/>
          <p:nvPr userDrawn="1"/>
        </p:nvSpPr>
        <p:spPr>
          <a:xfrm>
            <a:off x="10007269" y="1238549"/>
            <a:ext cx="868592" cy="246221"/>
          </a:xfrm>
          <a:prstGeom prst="rect">
            <a:avLst/>
          </a:prstGeom>
          <a:noFill/>
        </p:spPr>
        <p:txBody>
          <a:bodyPr wrap="square" lIns="45720" rIns="45720" rtlCol="0">
            <a:spAutoFit/>
          </a:bodyPr>
          <a:lstStyle/>
          <a:p>
            <a:pPr algn="ctr">
              <a:buClr>
                <a:srgbClr val="000000"/>
              </a:buClr>
              <a:buFont typeface="Arial"/>
              <a:buNone/>
            </a:pPr>
            <a:r>
              <a:rPr lang="en-US" sz="1000" kern="0">
                <a:solidFill>
                  <a:srgbClr val="000000"/>
                </a:solidFill>
                <a:cs typeface="Arial"/>
                <a:sym typeface="Arial"/>
              </a:rPr>
              <a:t>≥ 4 Years</a:t>
            </a:r>
          </a:p>
        </p:txBody>
      </p:sp>
      <p:sp>
        <p:nvSpPr>
          <p:cNvPr id="55" name="TextBox 54">
            <a:extLst>
              <a:ext uri="{FF2B5EF4-FFF2-40B4-BE49-F238E27FC236}">
                <a16:creationId xmlns:a16="http://schemas.microsoft.com/office/drawing/2014/main" id="{F757B30F-AAF9-4E16-97AD-10549208094A}"/>
              </a:ext>
            </a:extLst>
          </p:cNvPr>
          <p:cNvSpPr txBox="1"/>
          <p:nvPr userDrawn="1"/>
        </p:nvSpPr>
        <p:spPr>
          <a:xfrm>
            <a:off x="9117423" y="1238549"/>
            <a:ext cx="868592" cy="246221"/>
          </a:xfrm>
          <a:prstGeom prst="rect">
            <a:avLst/>
          </a:prstGeom>
          <a:noFill/>
        </p:spPr>
        <p:txBody>
          <a:bodyPr wrap="square" lIns="45720" rIns="45720" rtlCol="0">
            <a:spAutoFit/>
          </a:bodyPr>
          <a:lstStyle/>
          <a:p>
            <a:pPr algn="ctr">
              <a:buClr>
                <a:srgbClr val="000000"/>
              </a:buClr>
              <a:buFont typeface="Arial"/>
              <a:buNone/>
            </a:pPr>
            <a:r>
              <a:rPr lang="en-US" sz="1000" kern="0">
                <a:solidFill>
                  <a:srgbClr val="000000"/>
                </a:solidFill>
                <a:cs typeface="Arial"/>
                <a:sym typeface="Arial"/>
              </a:rPr>
              <a:t>≥ 3 Years</a:t>
            </a:r>
          </a:p>
        </p:txBody>
      </p:sp>
      <p:sp>
        <p:nvSpPr>
          <p:cNvPr id="56" name="TextBox 55">
            <a:extLst>
              <a:ext uri="{FF2B5EF4-FFF2-40B4-BE49-F238E27FC236}">
                <a16:creationId xmlns:a16="http://schemas.microsoft.com/office/drawing/2014/main" id="{FAE3E46D-B8CE-40E2-985D-E33A2012064D}"/>
              </a:ext>
            </a:extLst>
          </p:cNvPr>
          <p:cNvSpPr txBox="1"/>
          <p:nvPr userDrawn="1"/>
        </p:nvSpPr>
        <p:spPr>
          <a:xfrm>
            <a:off x="8228044" y="1238549"/>
            <a:ext cx="868592" cy="246221"/>
          </a:xfrm>
          <a:prstGeom prst="rect">
            <a:avLst/>
          </a:prstGeom>
          <a:noFill/>
        </p:spPr>
        <p:txBody>
          <a:bodyPr wrap="square" lIns="45720" rIns="45720" rtlCol="0">
            <a:spAutoFit/>
          </a:bodyPr>
          <a:lstStyle/>
          <a:p>
            <a:pPr algn="ctr">
              <a:buClr>
                <a:srgbClr val="000000"/>
              </a:buClr>
              <a:buFont typeface="Arial"/>
              <a:buNone/>
            </a:pPr>
            <a:r>
              <a:rPr lang="en-US" sz="1000" kern="0">
                <a:solidFill>
                  <a:srgbClr val="000000"/>
                </a:solidFill>
                <a:cs typeface="Arial"/>
                <a:sym typeface="Arial"/>
              </a:rPr>
              <a:t>≥ 2 Years</a:t>
            </a:r>
          </a:p>
        </p:txBody>
      </p:sp>
      <p:sp>
        <p:nvSpPr>
          <p:cNvPr id="58" name="Slide number">
            <a:extLst>
              <a:ext uri="{FF2B5EF4-FFF2-40B4-BE49-F238E27FC236}">
                <a16:creationId xmlns:a16="http://schemas.microsoft.com/office/drawing/2014/main" id="{429F86F2-DB45-4559-97BB-92E5D5C75E50}"/>
              </a:ext>
            </a:extLst>
          </p:cNvPr>
          <p:cNvSpPr>
            <a:spLocks noGrp="1"/>
          </p:cNvSpPr>
          <p:nvPr>
            <p:ph type="sldNum" sz="quarter" idx="4"/>
          </p:nvPr>
        </p:nvSpPr>
        <p:spPr>
          <a:xfrm>
            <a:off x="10983397" y="6380414"/>
            <a:ext cx="531946" cy="365125"/>
          </a:xfrm>
          <a:prstGeom prst="rect">
            <a:avLst/>
          </a:prstGeom>
        </p:spPr>
        <p:txBody>
          <a:bodyPr vert="horz" lIns="0" tIns="0" rIns="0" bIns="0" rtlCol="0" anchor="t" anchorCtr="0"/>
          <a:lstStyle>
            <a:lvl1pPr algn="r">
              <a:defRPr lang="en-US" sz="1050" kern="1200" smtClean="0">
                <a:solidFill>
                  <a:schemeClr val="tx1">
                    <a:tint val="75000"/>
                  </a:schemeClr>
                </a:solidFill>
                <a:latin typeface="+mn-lt"/>
                <a:ea typeface="+mn-ea"/>
                <a:cs typeface="+mn-cs"/>
              </a:defRPr>
            </a:lvl1pPr>
          </a:lstStyle>
          <a:p>
            <a:fld id="{07165E6F-54ED-4977-A15E-D44BE7238A65}" type="slidenum">
              <a:rPr lang="en-US" smtClean="0"/>
              <a:pPr/>
              <a:t>‹#›</a:t>
            </a:fld>
            <a:endParaRPr lang="en-US"/>
          </a:p>
        </p:txBody>
      </p:sp>
    </p:spTree>
    <p:extLst>
      <p:ext uri="{BB962C8B-B14F-4D97-AF65-F5344CB8AC3E}">
        <p14:creationId xmlns:p14="http://schemas.microsoft.com/office/powerpoint/2010/main" val="1568732858"/>
      </p:ext>
    </p:extLst>
  </p:cSld>
  <p:clrMapOvr>
    <a:masterClrMapping/>
  </p:clrMapOvr>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Roadmap">
    <p:spTree>
      <p:nvGrpSpPr>
        <p:cNvPr id="1" name=""/>
        <p:cNvGrpSpPr/>
        <p:nvPr/>
      </p:nvGrpSpPr>
      <p:grpSpPr>
        <a:xfrm>
          <a:off x="0" y="0"/>
          <a:ext cx="0" cy="0"/>
          <a:chOff x="0" y="0"/>
          <a:chExt cx="0" cy="0"/>
        </a:xfrm>
      </p:grpSpPr>
      <p:sp>
        <p:nvSpPr>
          <p:cNvPr id="6" name="Title 5"/>
          <p:cNvSpPr>
            <a:spLocks noGrp="1"/>
          </p:cNvSpPr>
          <p:nvPr>
            <p:ph type="title" hasCustomPrompt="1"/>
          </p:nvPr>
        </p:nvSpPr>
        <p:spPr>
          <a:xfrm>
            <a:off x="694944" y="514473"/>
            <a:ext cx="10811256" cy="676653"/>
          </a:xfrm>
          <a:prstGeom prst="rect">
            <a:avLst/>
          </a:prstGeom>
        </p:spPr>
        <p:txBody>
          <a:bodyPr/>
          <a:lstStyle>
            <a:lvl1pPr>
              <a:lnSpc>
                <a:spcPct val="80000"/>
              </a:lnSpc>
              <a:defRPr b="0"/>
            </a:lvl1pPr>
          </a:lstStyle>
          <a:p>
            <a:r>
              <a:rPr lang="en-US"/>
              <a:t>TITLE. 32 PT. BLACK. REGULAR. UPPERCASE. TWO LINES MAX.</a:t>
            </a:r>
          </a:p>
        </p:txBody>
      </p:sp>
      <p:sp>
        <p:nvSpPr>
          <p:cNvPr id="2" name="Footer Placeholder 1">
            <a:extLst>
              <a:ext uri="{FF2B5EF4-FFF2-40B4-BE49-F238E27FC236}">
                <a16:creationId xmlns:a16="http://schemas.microsoft.com/office/drawing/2014/main" id="{B9F5C71E-79B8-7049-9636-B2B029152168}"/>
              </a:ext>
            </a:extLst>
          </p:cNvPr>
          <p:cNvSpPr>
            <a:spLocks noGrp="1"/>
          </p:cNvSpPr>
          <p:nvPr>
            <p:ph type="ftr" sz="quarter" idx="16"/>
          </p:nvPr>
        </p:nvSpPr>
        <p:spPr/>
        <p:txBody>
          <a:bodyPr/>
          <a:lstStyle/>
          <a:p>
            <a:r>
              <a:rPr lang="en-US">
                <a:cs typeface="DIN-Light"/>
              </a:rPr>
              <a:t>CS Agentic Development</a:t>
            </a:r>
            <a:endParaRPr lang="en-US"/>
          </a:p>
        </p:txBody>
      </p:sp>
      <p:graphicFrame>
        <p:nvGraphicFramePr>
          <p:cNvPr id="7" name="Table 2">
            <a:extLst>
              <a:ext uri="{FF2B5EF4-FFF2-40B4-BE49-F238E27FC236}">
                <a16:creationId xmlns:a16="http://schemas.microsoft.com/office/drawing/2014/main" id="{4B346505-9EDD-40EC-8B42-DF44990DF01A}"/>
              </a:ext>
            </a:extLst>
          </p:cNvPr>
          <p:cNvGraphicFramePr>
            <a:graphicFrameLocks noGrp="1"/>
          </p:cNvGraphicFramePr>
          <p:nvPr userDrawn="1">
            <p:extLst>
              <p:ext uri="{D42A27DB-BD31-4B8C-83A1-F6EECF244321}">
                <p14:modId xmlns:p14="http://schemas.microsoft.com/office/powerpoint/2010/main" val="1041945424"/>
              </p:ext>
            </p:extLst>
          </p:nvPr>
        </p:nvGraphicFramePr>
        <p:xfrm>
          <a:off x="433552" y="1456381"/>
          <a:ext cx="11343285" cy="4711423"/>
        </p:xfrm>
        <a:graphic>
          <a:graphicData uri="http://schemas.openxmlformats.org/drawingml/2006/table">
            <a:tbl>
              <a:tblPr firstRow="1" bandRow="1"/>
              <a:tblGrid>
                <a:gridCol w="275018">
                  <a:extLst>
                    <a:ext uri="{9D8B030D-6E8A-4147-A177-3AD203B41FA5}">
                      <a16:colId xmlns:a16="http://schemas.microsoft.com/office/drawing/2014/main" val="2866497401"/>
                    </a:ext>
                  </a:extLst>
                </a:gridCol>
                <a:gridCol w="1297803">
                  <a:extLst>
                    <a:ext uri="{9D8B030D-6E8A-4147-A177-3AD203B41FA5}">
                      <a16:colId xmlns:a16="http://schemas.microsoft.com/office/drawing/2014/main" val="3332151806"/>
                    </a:ext>
                  </a:extLst>
                </a:gridCol>
                <a:gridCol w="869324">
                  <a:extLst>
                    <a:ext uri="{9D8B030D-6E8A-4147-A177-3AD203B41FA5}">
                      <a16:colId xmlns:a16="http://schemas.microsoft.com/office/drawing/2014/main" val="2067982036"/>
                    </a:ext>
                  </a:extLst>
                </a:gridCol>
                <a:gridCol w="890114">
                  <a:extLst>
                    <a:ext uri="{9D8B030D-6E8A-4147-A177-3AD203B41FA5}">
                      <a16:colId xmlns:a16="http://schemas.microsoft.com/office/drawing/2014/main" val="1567231161"/>
                    </a:ext>
                  </a:extLst>
                </a:gridCol>
                <a:gridCol w="890114">
                  <a:extLst>
                    <a:ext uri="{9D8B030D-6E8A-4147-A177-3AD203B41FA5}">
                      <a16:colId xmlns:a16="http://schemas.microsoft.com/office/drawing/2014/main" val="2474016992"/>
                    </a:ext>
                  </a:extLst>
                </a:gridCol>
                <a:gridCol w="890114">
                  <a:extLst>
                    <a:ext uri="{9D8B030D-6E8A-4147-A177-3AD203B41FA5}">
                      <a16:colId xmlns:a16="http://schemas.microsoft.com/office/drawing/2014/main" val="281310616"/>
                    </a:ext>
                  </a:extLst>
                </a:gridCol>
                <a:gridCol w="890114">
                  <a:extLst>
                    <a:ext uri="{9D8B030D-6E8A-4147-A177-3AD203B41FA5}">
                      <a16:colId xmlns:a16="http://schemas.microsoft.com/office/drawing/2014/main" val="1738999689"/>
                    </a:ext>
                  </a:extLst>
                </a:gridCol>
                <a:gridCol w="890114">
                  <a:extLst>
                    <a:ext uri="{9D8B030D-6E8A-4147-A177-3AD203B41FA5}">
                      <a16:colId xmlns:a16="http://schemas.microsoft.com/office/drawing/2014/main" val="2245625359"/>
                    </a:ext>
                  </a:extLst>
                </a:gridCol>
                <a:gridCol w="890114">
                  <a:extLst>
                    <a:ext uri="{9D8B030D-6E8A-4147-A177-3AD203B41FA5}">
                      <a16:colId xmlns:a16="http://schemas.microsoft.com/office/drawing/2014/main" val="572800727"/>
                    </a:ext>
                  </a:extLst>
                </a:gridCol>
                <a:gridCol w="890114">
                  <a:extLst>
                    <a:ext uri="{9D8B030D-6E8A-4147-A177-3AD203B41FA5}">
                      <a16:colId xmlns:a16="http://schemas.microsoft.com/office/drawing/2014/main" val="3994342556"/>
                    </a:ext>
                  </a:extLst>
                </a:gridCol>
                <a:gridCol w="890114">
                  <a:extLst>
                    <a:ext uri="{9D8B030D-6E8A-4147-A177-3AD203B41FA5}">
                      <a16:colId xmlns:a16="http://schemas.microsoft.com/office/drawing/2014/main" val="2257836887"/>
                    </a:ext>
                  </a:extLst>
                </a:gridCol>
                <a:gridCol w="890114">
                  <a:extLst>
                    <a:ext uri="{9D8B030D-6E8A-4147-A177-3AD203B41FA5}">
                      <a16:colId xmlns:a16="http://schemas.microsoft.com/office/drawing/2014/main" val="1257412795"/>
                    </a:ext>
                  </a:extLst>
                </a:gridCol>
                <a:gridCol w="890114">
                  <a:extLst>
                    <a:ext uri="{9D8B030D-6E8A-4147-A177-3AD203B41FA5}">
                      <a16:colId xmlns:a16="http://schemas.microsoft.com/office/drawing/2014/main" val="3483287529"/>
                    </a:ext>
                  </a:extLst>
                </a:gridCol>
              </a:tblGrid>
              <a:tr h="309962">
                <a:tc rowSpan="2" gridSpan="2">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en-US" sz="1100" b="0">
                        <a:solidFill>
                          <a:schemeClr val="bg1"/>
                        </a:solidFill>
                        <a:latin typeface="+mn-lt"/>
                      </a:endParaRPr>
                    </a:p>
                  </a:txBody>
                  <a:tcPr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tx1">
                        <a:lumMod val="85000"/>
                        <a:lumOff val="15000"/>
                      </a:schemeClr>
                    </a:solidFill>
                  </a:tcPr>
                </a:tc>
                <a:tc rowSpan="2" hMerge="1">
                  <a:txBody>
                    <a:bodyPr/>
                    <a:lstStyle/>
                    <a:p>
                      <a:endParaRPr lang="en-US" sz="800">
                        <a:solidFill>
                          <a:schemeClr val="bg1"/>
                        </a:solidFill>
                        <a:latin typeface="+mn-lt"/>
                      </a:endParaRPr>
                    </a:p>
                  </a:txBody>
                  <a:tcPr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64646"/>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r>
                        <a:rPr lang="en-US" sz="1100" b="0">
                          <a:solidFill>
                            <a:schemeClr val="bg1"/>
                          </a:solidFill>
                          <a:latin typeface="+mn-lt"/>
                        </a:rPr>
                        <a:t>Pre-2022</a:t>
                      </a:r>
                    </a:p>
                  </a:txBody>
                  <a:tcPr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tx1">
                        <a:lumMod val="85000"/>
                        <a:lumOff val="15000"/>
                      </a:schemeClr>
                    </a:solidFill>
                  </a:tcPr>
                </a:tc>
                <a:tc gridSpan="4">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r>
                        <a:rPr lang="en-US" sz="1100" b="0">
                          <a:solidFill>
                            <a:schemeClr val="bg1"/>
                          </a:solidFill>
                          <a:latin typeface="+mn-lt"/>
                        </a:rPr>
                        <a:t>2022</a:t>
                      </a:r>
                    </a:p>
                  </a:txBody>
                  <a:tcPr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tx1">
                        <a:lumMod val="85000"/>
                        <a:lumOff val="15000"/>
                      </a:schemeClr>
                    </a:solidFill>
                  </a:tcPr>
                </a:tc>
                <a:tc hMerge="1">
                  <a:txBody>
                    <a:bodyPr/>
                    <a:lstStyle/>
                    <a:p>
                      <a:endParaRPr lang="en-US" sz="800">
                        <a:solidFill>
                          <a:schemeClr val="bg1"/>
                        </a:solidFill>
                      </a:endParaRPr>
                    </a:p>
                  </a:txBody>
                  <a:tcPr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64646"/>
                    </a:solidFill>
                  </a:tcPr>
                </a:tc>
                <a:tc hMerge="1">
                  <a:txBody>
                    <a:bodyPr/>
                    <a:lstStyle/>
                    <a:p>
                      <a:endParaRPr lang="en-US" sz="800">
                        <a:solidFill>
                          <a:schemeClr val="bg1"/>
                        </a:solidFill>
                      </a:endParaRPr>
                    </a:p>
                  </a:txBody>
                  <a:tcPr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64646"/>
                    </a:solidFill>
                  </a:tcPr>
                </a:tc>
                <a:tc hMerge="1">
                  <a:txBody>
                    <a:bodyPr/>
                    <a:lstStyle/>
                    <a:p>
                      <a:endParaRPr lang="en-US" sz="800">
                        <a:solidFill>
                          <a:schemeClr val="bg1"/>
                        </a:solidFill>
                      </a:endParaRPr>
                    </a:p>
                  </a:txBody>
                  <a:tcPr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64646"/>
                    </a:solidFill>
                  </a:tcPr>
                </a:tc>
                <a:tc gridSpan="2">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r>
                        <a:rPr lang="en-US" sz="1100" b="0">
                          <a:solidFill>
                            <a:schemeClr val="bg1"/>
                          </a:solidFill>
                          <a:latin typeface="+mn-lt"/>
                        </a:rPr>
                        <a:t>2023</a:t>
                      </a:r>
                    </a:p>
                  </a:txBody>
                  <a:tcPr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tx1">
                        <a:lumMod val="85000"/>
                        <a:lumOff val="15000"/>
                      </a:schemeClr>
                    </a:solidFill>
                  </a:tcPr>
                </a:tc>
                <a:tc hMerge="1">
                  <a:txBody>
                    <a:bodyPr/>
                    <a:lstStyle/>
                    <a:p>
                      <a:endParaRPr lang="en-US" sz="800">
                        <a:solidFill>
                          <a:schemeClr val="bg1"/>
                        </a:solidFill>
                      </a:endParaRPr>
                    </a:p>
                  </a:txBody>
                  <a:tcPr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64646"/>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r>
                        <a:rPr lang="en-US" sz="1100" b="0">
                          <a:solidFill>
                            <a:schemeClr val="bg1"/>
                          </a:solidFill>
                          <a:latin typeface="+mn-lt"/>
                        </a:rPr>
                        <a:t>2024</a:t>
                      </a:r>
                    </a:p>
                  </a:txBody>
                  <a:tcPr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tx1">
                        <a:lumMod val="85000"/>
                        <a:lumOff val="15000"/>
                      </a:scheme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r>
                        <a:rPr lang="en-US" sz="1100" b="0">
                          <a:solidFill>
                            <a:schemeClr val="bg1"/>
                          </a:solidFill>
                          <a:latin typeface="+mn-lt"/>
                        </a:rPr>
                        <a:t>2025</a:t>
                      </a:r>
                    </a:p>
                  </a:txBody>
                  <a:tcPr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tx1">
                        <a:lumMod val="85000"/>
                        <a:lumOff val="15000"/>
                      </a:scheme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r>
                        <a:rPr lang="en-US" sz="1100" b="0">
                          <a:solidFill>
                            <a:schemeClr val="bg1"/>
                          </a:solidFill>
                          <a:latin typeface="+mn-lt"/>
                        </a:rPr>
                        <a:t>2026</a:t>
                      </a:r>
                    </a:p>
                  </a:txBody>
                  <a:tcPr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tx1">
                        <a:lumMod val="85000"/>
                        <a:lumOff val="15000"/>
                      </a:scheme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r>
                        <a:rPr lang="en-US" sz="1100" b="0">
                          <a:solidFill>
                            <a:schemeClr val="bg1"/>
                          </a:solidFill>
                          <a:latin typeface="+mn-lt"/>
                        </a:rPr>
                        <a:t>2027+</a:t>
                      </a:r>
                    </a:p>
                  </a:txBody>
                  <a:tcPr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tx1">
                        <a:lumMod val="85000"/>
                        <a:lumOff val="15000"/>
                      </a:schemeClr>
                    </a:solidFill>
                  </a:tcPr>
                </a:tc>
                <a:extLst>
                  <a:ext uri="{0D108BD9-81ED-4DB2-BD59-A6C34878D82A}">
                    <a16:rowId xmlns:a16="http://schemas.microsoft.com/office/drawing/2014/main" val="365426868"/>
                  </a:ext>
                </a:extLst>
              </a:tr>
              <a:tr h="309962">
                <a:tc gridSpan="2" vMerge="1">
                  <a:txBody>
                    <a:bodyPr/>
                    <a:lstStyle/>
                    <a:p>
                      <a:endParaRPr lang="en-US"/>
                    </a:p>
                  </a:txBody>
                  <a:tcPr/>
                </a:tc>
                <a:tc hMerge="1" vMerge="1">
                  <a:txBody>
                    <a:bodyPr/>
                    <a:lstStyle/>
                    <a:p>
                      <a:endParaRPr lang="en-US" sz="800">
                        <a:solidFill>
                          <a:schemeClr val="bg1"/>
                        </a:solidFill>
                        <a:latin typeface="+mn-lt"/>
                      </a:endParaRPr>
                    </a:p>
                  </a:txBody>
                  <a:tcPr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64646"/>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r>
                        <a:rPr lang="en-US" sz="1100" b="0">
                          <a:solidFill>
                            <a:schemeClr val="bg1"/>
                          </a:solidFill>
                          <a:latin typeface="+mn-lt"/>
                        </a:rPr>
                        <a:t>Y</a:t>
                      </a:r>
                    </a:p>
                  </a:txBody>
                  <a:tcPr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r>
                        <a:rPr lang="en-US" sz="1100" b="0">
                          <a:solidFill>
                            <a:schemeClr val="bg1"/>
                          </a:solidFill>
                          <a:latin typeface="+mn-lt"/>
                        </a:rPr>
                        <a:t>Q1</a:t>
                      </a:r>
                    </a:p>
                  </a:txBody>
                  <a:tcPr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r>
                        <a:rPr lang="en-US" sz="1100" b="0">
                          <a:solidFill>
                            <a:schemeClr val="bg1"/>
                          </a:solidFill>
                          <a:latin typeface="+mn-lt"/>
                        </a:rPr>
                        <a:t>Q2</a:t>
                      </a:r>
                    </a:p>
                  </a:txBody>
                  <a:tcPr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r>
                        <a:rPr lang="en-US" sz="1100" b="0">
                          <a:solidFill>
                            <a:schemeClr val="bg1"/>
                          </a:solidFill>
                          <a:latin typeface="+mn-lt"/>
                        </a:rPr>
                        <a:t>Q3</a:t>
                      </a:r>
                    </a:p>
                  </a:txBody>
                  <a:tcPr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r>
                        <a:rPr lang="en-US" sz="1100" b="0">
                          <a:solidFill>
                            <a:schemeClr val="bg1"/>
                          </a:solidFill>
                          <a:latin typeface="+mn-lt"/>
                        </a:rPr>
                        <a:t>Q4</a:t>
                      </a:r>
                    </a:p>
                  </a:txBody>
                  <a:tcPr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r>
                        <a:rPr lang="en-US" sz="1100" b="0">
                          <a:solidFill>
                            <a:schemeClr val="bg1"/>
                          </a:solidFill>
                          <a:latin typeface="+mn-lt"/>
                        </a:rPr>
                        <a:t>H1</a:t>
                      </a:r>
                    </a:p>
                  </a:txBody>
                  <a:tcPr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r>
                        <a:rPr lang="en-US" sz="1100" b="0">
                          <a:solidFill>
                            <a:schemeClr val="bg1"/>
                          </a:solidFill>
                          <a:latin typeface="+mn-lt"/>
                        </a:rPr>
                        <a:t>H2</a:t>
                      </a:r>
                    </a:p>
                  </a:txBody>
                  <a:tcPr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r>
                        <a:rPr lang="en-US" sz="1100" b="0">
                          <a:solidFill>
                            <a:schemeClr val="bg1"/>
                          </a:solidFill>
                          <a:latin typeface="+mn-lt"/>
                        </a:rPr>
                        <a:t>Y</a:t>
                      </a:r>
                    </a:p>
                  </a:txBody>
                  <a:tcPr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r>
                        <a:rPr lang="en-US" sz="1100" b="0">
                          <a:solidFill>
                            <a:schemeClr val="bg1"/>
                          </a:solidFill>
                          <a:latin typeface="+mn-lt"/>
                        </a:rPr>
                        <a:t>Y</a:t>
                      </a:r>
                    </a:p>
                  </a:txBody>
                  <a:tcPr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r>
                        <a:rPr lang="en-US" sz="1100" b="0">
                          <a:solidFill>
                            <a:schemeClr val="bg1"/>
                          </a:solidFill>
                          <a:latin typeface="+mn-lt"/>
                        </a:rPr>
                        <a:t>Y</a:t>
                      </a:r>
                    </a:p>
                  </a:txBody>
                  <a:tcPr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r>
                        <a:rPr lang="en-US" sz="1100" b="0">
                          <a:solidFill>
                            <a:schemeClr val="bg1"/>
                          </a:solidFill>
                          <a:latin typeface="+mn-lt"/>
                        </a:rPr>
                        <a:t>Y</a:t>
                      </a:r>
                    </a:p>
                  </a:txBody>
                  <a:tcPr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1074894671"/>
                  </a:ext>
                </a:extLst>
              </a:tr>
              <a:tr h="1363833">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a:r>
                        <a:rPr lang="en-US" sz="1050" b="0">
                          <a:solidFill>
                            <a:schemeClr val="bg1"/>
                          </a:solidFill>
                          <a:latin typeface="+mn-lt"/>
                        </a:rPr>
                        <a:t>Customers</a:t>
                      </a:r>
                    </a:p>
                  </a:txBody>
                  <a:tcPr vert="vert"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100" b="0">
                          <a:solidFill>
                            <a:schemeClr val="bg1"/>
                          </a:solidFill>
                          <a:latin typeface="+mn-lt"/>
                        </a:rPr>
                        <a:t>Platforms &amp; Subsystems</a:t>
                      </a:r>
                    </a:p>
                  </a:txBody>
                  <a:tcPr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en-US" sz="1400" b="0">
                        <a:latin typeface="+mn-lt"/>
                      </a:endParaRPr>
                    </a:p>
                  </a:txBody>
                  <a:tcP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EDEDED"/>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en-US" sz="1400" b="0">
                        <a:latin typeface="+mn-lt"/>
                      </a:endParaRPr>
                    </a:p>
                  </a:txBody>
                  <a:tcP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EDEDED"/>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en-US" sz="1400" b="0">
                        <a:latin typeface="+mn-lt"/>
                      </a:endParaRPr>
                    </a:p>
                  </a:txBody>
                  <a:tcP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EDEDED"/>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en-US" sz="1400" b="0">
                        <a:latin typeface="+mn-lt"/>
                      </a:endParaRPr>
                    </a:p>
                  </a:txBody>
                  <a:tcP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EDEDED"/>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en-US" sz="1400" b="0">
                        <a:latin typeface="+mn-lt"/>
                      </a:endParaRPr>
                    </a:p>
                  </a:txBody>
                  <a:tcP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EDEDED"/>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en-US" sz="1400" b="0">
                        <a:latin typeface="+mn-lt"/>
                      </a:endParaRPr>
                    </a:p>
                  </a:txBody>
                  <a:tcPr marL="0" marR="0">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EDEDED"/>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en-US" sz="1400" b="0">
                        <a:latin typeface="+mn-lt"/>
                      </a:endParaRPr>
                    </a:p>
                  </a:txBody>
                  <a:tcPr marL="0" marR="0">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EDEDED"/>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en-US" sz="1400" b="0">
                        <a:latin typeface="+mn-lt"/>
                      </a:endParaRPr>
                    </a:p>
                  </a:txBody>
                  <a:tcPr marL="0" marR="0">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EDEDED"/>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en-US" sz="1400" b="0">
                        <a:latin typeface="+mn-lt"/>
                      </a:endParaRPr>
                    </a:p>
                  </a:txBody>
                  <a:tcPr marL="0" marR="0">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EDEDED"/>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en-US" sz="1400" b="0">
                        <a:latin typeface="+mn-lt"/>
                      </a:endParaRPr>
                    </a:p>
                  </a:txBody>
                  <a:tcPr marL="0" marR="0">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EDEDED"/>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en-US" sz="1400" b="0">
                        <a:latin typeface="+mn-lt"/>
                      </a:endParaRPr>
                    </a:p>
                  </a:txBody>
                  <a:tcPr marL="0" marR="0">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EDEDED"/>
                    </a:solidFill>
                  </a:tcPr>
                </a:tc>
                <a:extLst>
                  <a:ext uri="{0D108BD9-81ED-4DB2-BD59-A6C34878D82A}">
                    <a16:rowId xmlns:a16="http://schemas.microsoft.com/office/drawing/2014/main" val="1943440561"/>
                  </a:ext>
                </a:extLst>
              </a:tr>
              <a:tr h="1363833">
                <a:tc rowSpan="2">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a:r>
                        <a:rPr lang="en-US" sz="1050" b="0">
                          <a:solidFill>
                            <a:schemeClr val="bg1"/>
                          </a:solidFill>
                          <a:latin typeface="+mn-lt"/>
                        </a:rPr>
                        <a:t>Technologies</a:t>
                      </a:r>
                    </a:p>
                  </a:txBody>
                  <a:tcPr vert="vert"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accent6">
                        <a:lumMod val="75000"/>
                      </a:scheme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r>
                        <a:rPr lang="en-US" sz="1100" b="0">
                          <a:solidFill>
                            <a:schemeClr val="bg1"/>
                          </a:solidFill>
                          <a:latin typeface="+mn-lt"/>
                        </a:rPr>
                        <a:t>Model-Based Systems Engineering (MBSE)</a:t>
                      </a:r>
                    </a:p>
                  </a:txBody>
                  <a:tcPr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en-US" sz="1400" b="0">
                        <a:latin typeface="+mn-lt"/>
                      </a:endParaRPr>
                    </a:p>
                  </a:txBody>
                  <a:tcP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EDEDED"/>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en-US" sz="1400" b="0">
                        <a:latin typeface="+mn-lt"/>
                      </a:endParaRPr>
                    </a:p>
                  </a:txBody>
                  <a:tcP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EDEDED"/>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en-US" sz="1400" b="0">
                        <a:latin typeface="+mn-lt"/>
                      </a:endParaRPr>
                    </a:p>
                  </a:txBody>
                  <a:tcP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EDEDED"/>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en-US" sz="1400" b="0">
                        <a:latin typeface="+mn-lt"/>
                      </a:endParaRPr>
                    </a:p>
                  </a:txBody>
                  <a:tcP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EDEDED"/>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en-US" sz="1400" b="0">
                        <a:latin typeface="+mn-lt"/>
                      </a:endParaRPr>
                    </a:p>
                  </a:txBody>
                  <a:tcP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EDEDED"/>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en-US" sz="1400" b="0">
                        <a:latin typeface="+mn-lt"/>
                      </a:endParaRPr>
                    </a:p>
                  </a:txBody>
                  <a:tcPr marL="0" marR="0">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EDEDED"/>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en-US" sz="1400" b="0">
                        <a:latin typeface="+mn-lt"/>
                      </a:endParaRPr>
                    </a:p>
                  </a:txBody>
                  <a:tcPr marL="0" marR="0">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EDEDED"/>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en-US" sz="1400" b="0">
                        <a:latin typeface="+mn-lt"/>
                      </a:endParaRPr>
                    </a:p>
                  </a:txBody>
                  <a:tcPr marL="0" marR="0">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EDEDED"/>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en-US" sz="1400" b="0">
                        <a:latin typeface="+mn-lt"/>
                      </a:endParaRPr>
                    </a:p>
                  </a:txBody>
                  <a:tcPr marL="0" marR="0">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EDEDED"/>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en-US" sz="1400" b="0">
                        <a:latin typeface="+mn-lt"/>
                      </a:endParaRPr>
                    </a:p>
                  </a:txBody>
                  <a:tcPr marL="0" marR="0">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EDEDED"/>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en-US" sz="1400" b="0">
                        <a:latin typeface="+mn-lt"/>
                      </a:endParaRPr>
                    </a:p>
                  </a:txBody>
                  <a:tcPr marL="0" marR="0">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EDEDED"/>
                    </a:solidFill>
                  </a:tcPr>
                </a:tc>
                <a:extLst>
                  <a:ext uri="{0D108BD9-81ED-4DB2-BD59-A6C34878D82A}">
                    <a16:rowId xmlns:a16="http://schemas.microsoft.com/office/drawing/2014/main" val="3907711602"/>
                  </a:ext>
                </a:extLst>
              </a:tr>
              <a:tr h="1363833">
                <a:tc vMerge="1">
                  <a:txBody>
                    <a:bodyPr/>
                    <a:lstStyle/>
                    <a:p>
                      <a:endParaRPr lang="en-US" sz="800">
                        <a:solidFill>
                          <a:schemeClr val="bg1"/>
                        </a:solidFill>
                        <a:latin typeface="+mn-lt"/>
                      </a:endParaRPr>
                    </a:p>
                  </a:txBody>
                  <a:tcPr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75000"/>
                      </a:scheme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r>
                        <a:rPr lang="en-US" sz="1100" b="0">
                          <a:solidFill>
                            <a:schemeClr val="bg1"/>
                          </a:solidFill>
                          <a:latin typeface="+mn-lt"/>
                        </a:rPr>
                        <a:t>Dev*Ops</a:t>
                      </a:r>
                    </a:p>
                    <a:p>
                      <a:r>
                        <a:rPr lang="en-US" sz="1100" b="0">
                          <a:solidFill>
                            <a:schemeClr val="bg1"/>
                          </a:solidFill>
                          <a:latin typeface="+mn-lt"/>
                        </a:rPr>
                        <a:t>(* = “Star”)</a:t>
                      </a:r>
                      <a:endParaRPr lang="en-US" sz="900" b="0">
                        <a:solidFill>
                          <a:schemeClr val="bg1"/>
                        </a:solidFill>
                        <a:latin typeface="+mn-lt"/>
                      </a:endParaRPr>
                    </a:p>
                    <a:p>
                      <a:endParaRPr lang="en-US" sz="1100" b="0">
                        <a:solidFill>
                          <a:schemeClr val="bg1"/>
                        </a:solidFill>
                        <a:latin typeface="+mn-lt"/>
                      </a:endParaRPr>
                    </a:p>
                  </a:txBody>
                  <a:tcPr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en-US" sz="1400" b="0">
                        <a:latin typeface="+mn-lt"/>
                      </a:endParaRPr>
                    </a:p>
                  </a:txBody>
                  <a:tcP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EDEDED"/>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en-US" sz="1400" b="0">
                        <a:latin typeface="+mn-lt"/>
                      </a:endParaRPr>
                    </a:p>
                  </a:txBody>
                  <a:tcP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EDEDED"/>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en-US" sz="1400" b="0">
                        <a:latin typeface="+mn-lt"/>
                      </a:endParaRPr>
                    </a:p>
                  </a:txBody>
                  <a:tcP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EDEDED"/>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en-US" sz="1400" b="0">
                        <a:latin typeface="+mn-lt"/>
                      </a:endParaRPr>
                    </a:p>
                  </a:txBody>
                  <a:tcP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EDEDED"/>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en-US" sz="1400" b="0">
                        <a:latin typeface="+mn-lt"/>
                      </a:endParaRPr>
                    </a:p>
                  </a:txBody>
                  <a:tcP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EDEDED"/>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en-US" sz="1400" b="0">
                        <a:latin typeface="+mn-lt"/>
                      </a:endParaRPr>
                    </a:p>
                  </a:txBody>
                  <a:tcPr marL="0" marR="0">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EDEDED"/>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en-US" sz="1400" b="0">
                        <a:latin typeface="+mn-lt"/>
                      </a:endParaRPr>
                    </a:p>
                  </a:txBody>
                  <a:tcPr marL="0" marR="0">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EDEDED"/>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en-US" sz="1400" b="0">
                        <a:latin typeface="+mn-lt"/>
                      </a:endParaRPr>
                    </a:p>
                  </a:txBody>
                  <a:tcPr marL="0" marR="0">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EDEDED"/>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en-US" sz="1400" b="0">
                        <a:latin typeface="+mn-lt"/>
                      </a:endParaRPr>
                    </a:p>
                  </a:txBody>
                  <a:tcPr marL="0" marR="0">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EDEDED"/>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en-US" sz="1400" b="0">
                        <a:latin typeface="+mn-lt"/>
                      </a:endParaRPr>
                    </a:p>
                  </a:txBody>
                  <a:tcPr marL="0" marR="0">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EDEDED"/>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en-US" sz="1400" b="0">
                        <a:latin typeface="+mn-lt"/>
                      </a:endParaRPr>
                    </a:p>
                  </a:txBody>
                  <a:tcPr marL="0" marR="0">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EDEDED"/>
                    </a:solidFill>
                  </a:tcPr>
                </a:tc>
                <a:extLst>
                  <a:ext uri="{0D108BD9-81ED-4DB2-BD59-A6C34878D82A}">
                    <a16:rowId xmlns:a16="http://schemas.microsoft.com/office/drawing/2014/main" val="1664464534"/>
                  </a:ext>
                </a:extLst>
              </a:tr>
            </a:tbl>
          </a:graphicData>
        </a:graphic>
      </p:graphicFrame>
      <p:sp>
        <p:nvSpPr>
          <p:cNvPr id="9" name="TextBox 8">
            <a:extLst>
              <a:ext uri="{FF2B5EF4-FFF2-40B4-BE49-F238E27FC236}">
                <a16:creationId xmlns:a16="http://schemas.microsoft.com/office/drawing/2014/main" id="{6D9B8209-8167-4E3C-A359-DF2B666EAB08}"/>
              </a:ext>
            </a:extLst>
          </p:cNvPr>
          <p:cNvSpPr txBox="1"/>
          <p:nvPr userDrawn="1"/>
        </p:nvSpPr>
        <p:spPr>
          <a:xfrm>
            <a:off x="2885583" y="1238549"/>
            <a:ext cx="3541807" cy="246221"/>
          </a:xfrm>
          <a:prstGeom prst="rect">
            <a:avLst/>
          </a:prstGeom>
          <a:noFill/>
        </p:spPr>
        <p:txBody>
          <a:bodyPr wrap="square" lIns="45720" tIns="45720" rIns="45720" bIns="45720" rtlCol="0" anchor="t">
            <a:spAutoFit/>
          </a:bodyPr>
          <a:lstStyle/>
          <a:p>
            <a:pPr algn="ctr">
              <a:buClr>
                <a:srgbClr val="000000"/>
              </a:buClr>
              <a:buFont typeface="Arial"/>
              <a:buNone/>
            </a:pPr>
            <a:r>
              <a:rPr lang="en-US" sz="1000" kern="0">
                <a:solidFill>
                  <a:srgbClr val="000000"/>
                </a:solidFill>
                <a:cs typeface="Arial"/>
                <a:sym typeface="Arial"/>
              </a:rPr>
              <a:t>Current Year</a:t>
            </a:r>
          </a:p>
        </p:txBody>
      </p:sp>
      <p:sp>
        <p:nvSpPr>
          <p:cNvPr id="10" name="TextBox 9">
            <a:extLst>
              <a:ext uri="{FF2B5EF4-FFF2-40B4-BE49-F238E27FC236}">
                <a16:creationId xmlns:a16="http://schemas.microsoft.com/office/drawing/2014/main" id="{F1B26DAB-18DF-407E-97BC-9B6B3EE1448B}"/>
              </a:ext>
            </a:extLst>
          </p:cNvPr>
          <p:cNvSpPr txBox="1"/>
          <p:nvPr userDrawn="1"/>
        </p:nvSpPr>
        <p:spPr>
          <a:xfrm>
            <a:off x="6666376" y="1238549"/>
            <a:ext cx="1322682" cy="246221"/>
          </a:xfrm>
          <a:prstGeom prst="rect">
            <a:avLst/>
          </a:prstGeom>
          <a:noFill/>
        </p:spPr>
        <p:txBody>
          <a:bodyPr wrap="square" lIns="45720" rIns="45720" rtlCol="0">
            <a:spAutoFit/>
          </a:bodyPr>
          <a:lstStyle/>
          <a:p>
            <a:pPr algn="ctr">
              <a:buClr>
                <a:srgbClr val="000000"/>
              </a:buClr>
              <a:buFont typeface="Arial"/>
              <a:buNone/>
            </a:pPr>
            <a:r>
              <a:rPr lang="en-US" sz="1000" kern="0">
                <a:solidFill>
                  <a:srgbClr val="000000"/>
                </a:solidFill>
                <a:cs typeface="Arial"/>
                <a:sym typeface="Arial"/>
              </a:rPr>
              <a:t>≥ 1 Year</a:t>
            </a:r>
          </a:p>
        </p:txBody>
      </p:sp>
      <p:sp>
        <p:nvSpPr>
          <p:cNvPr id="11" name="TextBox 10">
            <a:extLst>
              <a:ext uri="{FF2B5EF4-FFF2-40B4-BE49-F238E27FC236}">
                <a16:creationId xmlns:a16="http://schemas.microsoft.com/office/drawing/2014/main" id="{191305E2-5C0C-4FAE-A2C8-40FD941C4413}"/>
              </a:ext>
            </a:extLst>
          </p:cNvPr>
          <p:cNvSpPr txBox="1"/>
          <p:nvPr userDrawn="1"/>
        </p:nvSpPr>
        <p:spPr>
          <a:xfrm>
            <a:off x="10889856" y="1238549"/>
            <a:ext cx="868592" cy="246221"/>
          </a:xfrm>
          <a:prstGeom prst="rect">
            <a:avLst/>
          </a:prstGeom>
          <a:noFill/>
        </p:spPr>
        <p:txBody>
          <a:bodyPr wrap="square" lIns="45720" rIns="45720" rtlCol="0">
            <a:spAutoFit/>
          </a:bodyPr>
          <a:lstStyle/>
          <a:p>
            <a:pPr algn="ctr">
              <a:buClr>
                <a:srgbClr val="000000"/>
              </a:buClr>
              <a:buFont typeface="Arial"/>
              <a:buNone/>
            </a:pPr>
            <a:r>
              <a:rPr lang="en-US" sz="1000" kern="0">
                <a:solidFill>
                  <a:srgbClr val="000000"/>
                </a:solidFill>
                <a:cs typeface="Arial"/>
                <a:sym typeface="Arial"/>
              </a:rPr>
              <a:t>≥ 5 Years</a:t>
            </a:r>
          </a:p>
        </p:txBody>
      </p:sp>
      <p:sp>
        <p:nvSpPr>
          <p:cNvPr id="12" name="Isosceles Triangle 11">
            <a:extLst>
              <a:ext uri="{FF2B5EF4-FFF2-40B4-BE49-F238E27FC236}">
                <a16:creationId xmlns:a16="http://schemas.microsoft.com/office/drawing/2014/main" id="{C06CFF9B-3CC5-4158-99AA-B6CFB41FCFD8}"/>
              </a:ext>
            </a:extLst>
          </p:cNvPr>
          <p:cNvSpPr/>
          <p:nvPr userDrawn="1"/>
        </p:nvSpPr>
        <p:spPr>
          <a:xfrm rot="10800000">
            <a:off x="6353133" y="1301826"/>
            <a:ext cx="164842" cy="142106"/>
          </a:xfrm>
          <a:prstGeom prst="triangle">
            <a:avLst/>
          </a:prstGeom>
          <a:solidFill>
            <a:schemeClr val="tx2"/>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en-US" sz="11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13" name="Isosceles Triangle 12">
            <a:extLst>
              <a:ext uri="{FF2B5EF4-FFF2-40B4-BE49-F238E27FC236}">
                <a16:creationId xmlns:a16="http://schemas.microsoft.com/office/drawing/2014/main" id="{3DC88DC1-6ED9-4CF5-A01A-789FFB882113}"/>
              </a:ext>
            </a:extLst>
          </p:cNvPr>
          <p:cNvSpPr/>
          <p:nvPr userDrawn="1"/>
        </p:nvSpPr>
        <p:spPr>
          <a:xfrm rot="10800000">
            <a:off x="8131415" y="1301826"/>
            <a:ext cx="164842" cy="142106"/>
          </a:xfrm>
          <a:prstGeom prst="triangle">
            <a:avLst/>
          </a:prstGeom>
          <a:solidFill>
            <a:schemeClr val="tx2"/>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en-US" sz="11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14" name="Isosceles Triangle 13">
            <a:extLst>
              <a:ext uri="{FF2B5EF4-FFF2-40B4-BE49-F238E27FC236}">
                <a16:creationId xmlns:a16="http://schemas.microsoft.com/office/drawing/2014/main" id="{7C3A0EAB-6B23-4EEA-AD1E-A822C018DE8D}"/>
              </a:ext>
            </a:extLst>
          </p:cNvPr>
          <p:cNvSpPr/>
          <p:nvPr userDrawn="1"/>
        </p:nvSpPr>
        <p:spPr>
          <a:xfrm rot="10800000">
            <a:off x="9025086" y="1301825"/>
            <a:ext cx="164842" cy="142106"/>
          </a:xfrm>
          <a:prstGeom prst="triangle">
            <a:avLst/>
          </a:prstGeom>
          <a:solidFill>
            <a:schemeClr val="tx2"/>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en-US" sz="11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16" name="Isosceles Triangle 15">
            <a:extLst>
              <a:ext uri="{FF2B5EF4-FFF2-40B4-BE49-F238E27FC236}">
                <a16:creationId xmlns:a16="http://schemas.microsoft.com/office/drawing/2014/main" id="{E06236E6-1700-4DF1-8809-0979C23EA97F}"/>
              </a:ext>
            </a:extLst>
          </p:cNvPr>
          <p:cNvSpPr/>
          <p:nvPr userDrawn="1"/>
        </p:nvSpPr>
        <p:spPr>
          <a:xfrm rot="10800000">
            <a:off x="9914458" y="1301825"/>
            <a:ext cx="164842" cy="142106"/>
          </a:xfrm>
          <a:prstGeom prst="triangle">
            <a:avLst/>
          </a:prstGeom>
          <a:solidFill>
            <a:schemeClr val="tx2"/>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en-US" sz="11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17" name="Isosceles Triangle 16">
            <a:extLst>
              <a:ext uri="{FF2B5EF4-FFF2-40B4-BE49-F238E27FC236}">
                <a16:creationId xmlns:a16="http://schemas.microsoft.com/office/drawing/2014/main" id="{FBC8DC25-3DAA-4D2B-B35C-8D13E7F63633}"/>
              </a:ext>
            </a:extLst>
          </p:cNvPr>
          <p:cNvSpPr/>
          <p:nvPr userDrawn="1"/>
        </p:nvSpPr>
        <p:spPr>
          <a:xfrm rot="10800000">
            <a:off x="1923700" y="1301825"/>
            <a:ext cx="164842" cy="142106"/>
          </a:xfrm>
          <a:prstGeom prst="triangle">
            <a:avLst/>
          </a:prstGeom>
          <a:solidFill>
            <a:schemeClr val="tx2"/>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en-US" sz="11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18" name="Isosceles Triangle 17">
            <a:extLst>
              <a:ext uri="{FF2B5EF4-FFF2-40B4-BE49-F238E27FC236}">
                <a16:creationId xmlns:a16="http://schemas.microsoft.com/office/drawing/2014/main" id="{D0A9E58E-E33E-4E3B-8E1A-3390334FD43C}"/>
              </a:ext>
            </a:extLst>
          </p:cNvPr>
          <p:cNvSpPr/>
          <p:nvPr userDrawn="1"/>
        </p:nvSpPr>
        <p:spPr>
          <a:xfrm rot="10800000">
            <a:off x="10803830" y="1301826"/>
            <a:ext cx="164842" cy="142106"/>
          </a:xfrm>
          <a:prstGeom prst="triangle">
            <a:avLst/>
          </a:prstGeom>
          <a:solidFill>
            <a:schemeClr val="tx2"/>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en-US" sz="11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19" name="TextBox 18">
            <a:extLst>
              <a:ext uri="{FF2B5EF4-FFF2-40B4-BE49-F238E27FC236}">
                <a16:creationId xmlns:a16="http://schemas.microsoft.com/office/drawing/2014/main" id="{00BFE045-1AD2-4B18-84F3-91845E1296BA}"/>
              </a:ext>
            </a:extLst>
          </p:cNvPr>
          <p:cNvSpPr txBox="1"/>
          <p:nvPr userDrawn="1"/>
        </p:nvSpPr>
        <p:spPr>
          <a:xfrm>
            <a:off x="2021991" y="1238549"/>
            <a:ext cx="841851" cy="246221"/>
          </a:xfrm>
          <a:prstGeom prst="rect">
            <a:avLst/>
          </a:prstGeom>
          <a:noFill/>
        </p:spPr>
        <p:txBody>
          <a:bodyPr wrap="square" lIns="45720" tIns="45720" rIns="45720" bIns="45720" rtlCol="0" anchor="t">
            <a:spAutoFit/>
          </a:bodyPr>
          <a:lstStyle/>
          <a:p>
            <a:pPr algn="ctr">
              <a:buClr>
                <a:srgbClr val="000000"/>
              </a:buClr>
              <a:buFont typeface="Arial"/>
              <a:buNone/>
            </a:pPr>
            <a:r>
              <a:rPr lang="en-US" sz="1000" kern="0">
                <a:solidFill>
                  <a:srgbClr val="000000"/>
                </a:solidFill>
                <a:cs typeface="Arial"/>
                <a:sym typeface="Arial"/>
              </a:rPr>
              <a:t>Past Years</a:t>
            </a:r>
          </a:p>
        </p:txBody>
      </p:sp>
      <p:grpSp>
        <p:nvGrpSpPr>
          <p:cNvPr id="20" name="Group 19">
            <a:extLst>
              <a:ext uri="{FF2B5EF4-FFF2-40B4-BE49-F238E27FC236}">
                <a16:creationId xmlns:a16="http://schemas.microsoft.com/office/drawing/2014/main" id="{E1617F51-E1C5-4604-91EA-947998B75F7B}"/>
              </a:ext>
            </a:extLst>
          </p:cNvPr>
          <p:cNvGrpSpPr/>
          <p:nvPr userDrawn="1"/>
        </p:nvGrpSpPr>
        <p:grpSpPr>
          <a:xfrm>
            <a:off x="8476615" y="350520"/>
            <a:ext cx="3287688" cy="824977"/>
            <a:chOff x="8651875" y="342900"/>
            <a:chExt cx="3287688" cy="824977"/>
          </a:xfrm>
        </p:grpSpPr>
        <p:sp>
          <p:nvSpPr>
            <p:cNvPr id="21" name="Rectangle 20">
              <a:extLst>
                <a:ext uri="{FF2B5EF4-FFF2-40B4-BE49-F238E27FC236}">
                  <a16:creationId xmlns:a16="http://schemas.microsoft.com/office/drawing/2014/main" id="{09E7110E-75AE-4D46-8D3B-6B6D6EA1BFCB}"/>
                </a:ext>
              </a:extLst>
            </p:cNvPr>
            <p:cNvSpPr/>
            <p:nvPr userDrawn="1"/>
          </p:nvSpPr>
          <p:spPr>
            <a:xfrm>
              <a:off x="8651875" y="342900"/>
              <a:ext cx="3287688" cy="824977"/>
            </a:xfrm>
            <a:prstGeom prst="rect">
              <a:avLst/>
            </a:prstGeom>
            <a:solidFill>
              <a:srgbClr val="FFFFFF">
                <a:lumMod val="95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en-US" sz="1600" b="0" i="0" u="none" strike="noStrike" kern="0" cap="none" spc="0" normalizeH="0" baseline="0" noProof="0">
                <a:ln>
                  <a:noFill/>
                </a:ln>
                <a:solidFill>
                  <a:srgbClr val="FFFFFF"/>
                </a:solidFill>
                <a:effectLst/>
                <a:uLnTx/>
                <a:uFillTx/>
                <a:latin typeface="Arial"/>
                <a:ea typeface="+mn-ea"/>
                <a:cs typeface="+mn-cs"/>
                <a:sym typeface="Arial"/>
              </a:endParaRPr>
            </a:p>
          </p:txBody>
        </p:sp>
        <p:grpSp>
          <p:nvGrpSpPr>
            <p:cNvPr id="22" name="Group 21">
              <a:extLst>
                <a:ext uri="{FF2B5EF4-FFF2-40B4-BE49-F238E27FC236}">
                  <a16:creationId xmlns:a16="http://schemas.microsoft.com/office/drawing/2014/main" id="{99E50AF6-0B5B-4DCB-B759-ACBEA27A5FDE}"/>
                </a:ext>
              </a:extLst>
            </p:cNvPr>
            <p:cNvGrpSpPr/>
            <p:nvPr/>
          </p:nvGrpSpPr>
          <p:grpSpPr>
            <a:xfrm>
              <a:off x="11082594" y="391010"/>
              <a:ext cx="856969" cy="215444"/>
              <a:chOff x="11082594" y="392616"/>
              <a:chExt cx="856969" cy="215444"/>
            </a:xfrm>
          </p:grpSpPr>
          <p:sp>
            <p:nvSpPr>
              <p:cNvPr id="51" name="Oval 50">
                <a:extLst>
                  <a:ext uri="{FF2B5EF4-FFF2-40B4-BE49-F238E27FC236}">
                    <a16:creationId xmlns:a16="http://schemas.microsoft.com/office/drawing/2014/main" id="{652B6610-FE6B-40DE-B5DE-330D9B5F8682}"/>
                  </a:ext>
                </a:extLst>
              </p:cNvPr>
              <p:cNvSpPr/>
              <p:nvPr/>
            </p:nvSpPr>
            <p:spPr>
              <a:xfrm>
                <a:off x="11082594" y="432835"/>
                <a:ext cx="116827" cy="116827"/>
              </a:xfrm>
              <a:prstGeom prst="ellipse">
                <a:avLst/>
              </a:prstGeom>
              <a:solidFill>
                <a:srgbClr val="FFFFFF"/>
              </a:solidFill>
              <a:ln w="12700" cap="flat" cmpd="sng" algn="ctr">
                <a:solidFill>
                  <a:srgbClr val="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en-US" sz="8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52" name="TextBox 51">
                <a:extLst>
                  <a:ext uri="{FF2B5EF4-FFF2-40B4-BE49-F238E27FC236}">
                    <a16:creationId xmlns:a16="http://schemas.microsoft.com/office/drawing/2014/main" id="{4427C932-9561-456A-A646-9FAE0196F74F}"/>
                  </a:ext>
                </a:extLst>
              </p:cNvPr>
              <p:cNvSpPr txBox="1"/>
              <p:nvPr/>
            </p:nvSpPr>
            <p:spPr>
              <a:xfrm>
                <a:off x="11190836" y="392616"/>
                <a:ext cx="748727" cy="215444"/>
              </a:xfrm>
              <a:prstGeom prst="rect">
                <a:avLst/>
              </a:prstGeom>
              <a:noFill/>
            </p:spPr>
            <p:txBody>
              <a:bodyPr wrap="square" lIns="45720" rIns="45720" rtlCol="0">
                <a:sp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r>
                  <a:rPr kumimoji="0" lang="en-US" sz="800" b="0" i="0" u="none" strike="noStrike" kern="0" cap="none" spc="0" normalizeH="0" baseline="0" noProof="0">
                    <a:ln>
                      <a:noFill/>
                    </a:ln>
                    <a:solidFill>
                      <a:srgbClr val="000000"/>
                    </a:solidFill>
                    <a:effectLst/>
                    <a:uLnTx/>
                    <a:uFillTx/>
                    <a:cs typeface="Arial"/>
                    <a:sym typeface="Arial"/>
                  </a:rPr>
                  <a:t>Unfunded</a:t>
                </a:r>
              </a:p>
            </p:txBody>
          </p:sp>
        </p:grpSp>
        <p:grpSp>
          <p:nvGrpSpPr>
            <p:cNvPr id="23" name="Group 22">
              <a:extLst>
                <a:ext uri="{FF2B5EF4-FFF2-40B4-BE49-F238E27FC236}">
                  <a16:creationId xmlns:a16="http://schemas.microsoft.com/office/drawing/2014/main" id="{BF733092-CC62-475C-B24E-311EE685533D}"/>
                </a:ext>
              </a:extLst>
            </p:cNvPr>
            <p:cNvGrpSpPr/>
            <p:nvPr/>
          </p:nvGrpSpPr>
          <p:grpSpPr>
            <a:xfrm>
              <a:off x="11087258" y="560944"/>
              <a:ext cx="845662" cy="215444"/>
              <a:chOff x="11087258" y="553812"/>
              <a:chExt cx="845662" cy="215444"/>
            </a:xfrm>
          </p:grpSpPr>
          <p:sp>
            <p:nvSpPr>
              <p:cNvPr id="49" name="Rectangle 48">
                <a:extLst>
                  <a:ext uri="{FF2B5EF4-FFF2-40B4-BE49-F238E27FC236}">
                    <a16:creationId xmlns:a16="http://schemas.microsoft.com/office/drawing/2014/main" id="{E83097AA-CD21-4807-A313-6AA1305DC341}"/>
                  </a:ext>
                </a:extLst>
              </p:cNvPr>
              <p:cNvSpPr/>
              <p:nvPr/>
            </p:nvSpPr>
            <p:spPr>
              <a:xfrm>
                <a:off x="11087258" y="609062"/>
                <a:ext cx="106067" cy="104945"/>
              </a:xfrm>
              <a:prstGeom prst="rect">
                <a:avLst/>
              </a:prstGeom>
              <a:solidFill>
                <a:srgbClr val="6D9EEB"/>
              </a:solidFill>
              <a:ln w="12700" cap="flat" cmpd="sng" algn="ctr">
                <a:solidFill>
                  <a:srgbClr val="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en-US" sz="8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50" name="TextBox 49">
                <a:extLst>
                  <a:ext uri="{FF2B5EF4-FFF2-40B4-BE49-F238E27FC236}">
                    <a16:creationId xmlns:a16="http://schemas.microsoft.com/office/drawing/2014/main" id="{73C62CF1-AE2A-4FBE-A8C0-236039A15596}"/>
                  </a:ext>
                </a:extLst>
              </p:cNvPr>
              <p:cNvSpPr txBox="1"/>
              <p:nvPr/>
            </p:nvSpPr>
            <p:spPr>
              <a:xfrm>
                <a:off x="11190433" y="553812"/>
                <a:ext cx="742487" cy="215444"/>
              </a:xfrm>
              <a:prstGeom prst="rect">
                <a:avLst/>
              </a:prstGeom>
              <a:noFill/>
            </p:spPr>
            <p:txBody>
              <a:bodyPr wrap="square" lIns="45720" rIns="45720" rtlCol="0">
                <a:sp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r>
                  <a:rPr kumimoji="0" lang="en-US" sz="800" b="0" i="0" u="none" strike="noStrike" kern="0" cap="none" spc="0" normalizeH="0" baseline="0" noProof="0">
                    <a:ln>
                      <a:noFill/>
                    </a:ln>
                    <a:solidFill>
                      <a:srgbClr val="000000"/>
                    </a:solidFill>
                    <a:effectLst/>
                    <a:uLnTx/>
                    <a:uFillTx/>
                    <a:cs typeface="Arial"/>
                    <a:sym typeface="Arial"/>
                  </a:rPr>
                  <a:t>Gate Review</a:t>
                </a:r>
              </a:p>
            </p:txBody>
          </p:sp>
        </p:grpSp>
        <p:grpSp>
          <p:nvGrpSpPr>
            <p:cNvPr id="24" name="Group 23">
              <a:extLst>
                <a:ext uri="{FF2B5EF4-FFF2-40B4-BE49-F238E27FC236}">
                  <a16:creationId xmlns:a16="http://schemas.microsoft.com/office/drawing/2014/main" id="{FFC5E8AE-F03C-49D1-9B0D-A2C08B6259D7}"/>
                </a:ext>
              </a:extLst>
            </p:cNvPr>
            <p:cNvGrpSpPr/>
            <p:nvPr/>
          </p:nvGrpSpPr>
          <p:grpSpPr>
            <a:xfrm>
              <a:off x="8766462" y="900811"/>
              <a:ext cx="934147" cy="215444"/>
              <a:chOff x="8766462" y="892960"/>
              <a:chExt cx="934147" cy="215444"/>
            </a:xfrm>
          </p:grpSpPr>
          <p:sp>
            <p:nvSpPr>
              <p:cNvPr id="47" name="Isosceles Triangle 46">
                <a:extLst>
                  <a:ext uri="{FF2B5EF4-FFF2-40B4-BE49-F238E27FC236}">
                    <a16:creationId xmlns:a16="http://schemas.microsoft.com/office/drawing/2014/main" id="{4F995872-FD30-4955-9744-681E7EA6209F}"/>
                  </a:ext>
                </a:extLst>
              </p:cNvPr>
              <p:cNvSpPr/>
              <p:nvPr userDrawn="1"/>
            </p:nvSpPr>
            <p:spPr>
              <a:xfrm>
                <a:off x="8766462" y="952584"/>
                <a:ext cx="108222" cy="96197"/>
              </a:xfrm>
              <a:prstGeom prst="triangle">
                <a:avLst/>
              </a:prstGeom>
              <a:solidFill>
                <a:srgbClr val="00AB8E">
                  <a:lumMod val="40000"/>
                  <a:lumOff val="60000"/>
                </a:srgbClr>
              </a:solidFill>
              <a:ln w="12700" cap="flat" cmpd="sng" algn="ctr">
                <a:solidFill>
                  <a:srgbClr val="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en-US" sz="8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48" name="TextBox 47">
                <a:extLst>
                  <a:ext uri="{FF2B5EF4-FFF2-40B4-BE49-F238E27FC236}">
                    <a16:creationId xmlns:a16="http://schemas.microsoft.com/office/drawing/2014/main" id="{A42900C3-9CE2-4503-9319-203F771C0006}"/>
                  </a:ext>
                </a:extLst>
              </p:cNvPr>
              <p:cNvSpPr txBox="1"/>
              <p:nvPr userDrawn="1"/>
            </p:nvSpPr>
            <p:spPr>
              <a:xfrm>
                <a:off x="8878783" y="892960"/>
                <a:ext cx="821826" cy="215444"/>
              </a:xfrm>
              <a:prstGeom prst="rect">
                <a:avLst/>
              </a:prstGeom>
              <a:noFill/>
            </p:spPr>
            <p:txBody>
              <a:bodyPr wrap="square" lIns="45720" rIns="45720" rtlCol="0">
                <a:sp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r>
                  <a:rPr kumimoji="0" lang="en-US" sz="800" b="0" i="0" u="none" strike="noStrike" kern="0" cap="none" spc="0" normalizeH="0" baseline="0" noProof="0">
                    <a:ln>
                      <a:noFill/>
                    </a:ln>
                    <a:solidFill>
                      <a:srgbClr val="000000"/>
                    </a:solidFill>
                    <a:effectLst/>
                    <a:uLnTx/>
                    <a:uFillTx/>
                    <a:cs typeface="Arial"/>
                    <a:sym typeface="Arial"/>
                  </a:rPr>
                  <a:t>Other Funding</a:t>
                </a:r>
              </a:p>
            </p:txBody>
          </p:sp>
        </p:grpSp>
        <p:grpSp>
          <p:nvGrpSpPr>
            <p:cNvPr id="25" name="Group 24">
              <a:extLst>
                <a:ext uri="{FF2B5EF4-FFF2-40B4-BE49-F238E27FC236}">
                  <a16:creationId xmlns:a16="http://schemas.microsoft.com/office/drawing/2014/main" id="{9B3FEEE0-3823-4DB9-A4C7-A8A691024AF0}"/>
                </a:ext>
              </a:extLst>
            </p:cNvPr>
            <p:cNvGrpSpPr/>
            <p:nvPr/>
          </p:nvGrpSpPr>
          <p:grpSpPr>
            <a:xfrm>
              <a:off x="8762048" y="391010"/>
              <a:ext cx="1082921" cy="215444"/>
              <a:chOff x="8762048" y="392616"/>
              <a:chExt cx="1082921" cy="215444"/>
            </a:xfrm>
          </p:grpSpPr>
          <p:sp>
            <p:nvSpPr>
              <p:cNvPr id="45" name="Isosceles Triangle 44">
                <a:extLst>
                  <a:ext uri="{FF2B5EF4-FFF2-40B4-BE49-F238E27FC236}">
                    <a16:creationId xmlns:a16="http://schemas.microsoft.com/office/drawing/2014/main" id="{57E10DD5-E580-40B6-AD69-4AE9E9B844CC}"/>
                  </a:ext>
                </a:extLst>
              </p:cNvPr>
              <p:cNvSpPr/>
              <p:nvPr userDrawn="1"/>
            </p:nvSpPr>
            <p:spPr>
              <a:xfrm>
                <a:off x="8762048" y="443567"/>
                <a:ext cx="108222" cy="96197"/>
              </a:xfrm>
              <a:prstGeom prst="triangle">
                <a:avLst/>
              </a:prstGeom>
              <a:solidFill>
                <a:srgbClr val="7F7F7F"/>
              </a:solidFill>
              <a:ln w="12700" cap="flat" cmpd="sng" algn="ctr">
                <a:solidFill>
                  <a:srgbClr val="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en-US" sz="8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46" name="TextBox 45">
                <a:extLst>
                  <a:ext uri="{FF2B5EF4-FFF2-40B4-BE49-F238E27FC236}">
                    <a16:creationId xmlns:a16="http://schemas.microsoft.com/office/drawing/2014/main" id="{AD8FF36D-E598-4F01-B3A3-6F55528C5E7A}"/>
                  </a:ext>
                </a:extLst>
              </p:cNvPr>
              <p:cNvSpPr txBox="1"/>
              <p:nvPr userDrawn="1"/>
            </p:nvSpPr>
            <p:spPr>
              <a:xfrm>
                <a:off x="8879985" y="392616"/>
                <a:ext cx="964984" cy="215444"/>
              </a:xfrm>
              <a:prstGeom prst="rect">
                <a:avLst/>
              </a:prstGeom>
              <a:noFill/>
            </p:spPr>
            <p:txBody>
              <a:bodyPr wrap="square" lIns="45720" rIns="45720" rtlCol="0">
                <a:sp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r>
                  <a:rPr kumimoji="0" lang="en-US" sz="800" b="0" i="0" u="none" strike="noStrike" kern="0" cap="none" spc="0" normalizeH="0" baseline="0" noProof="0">
                    <a:ln>
                      <a:noFill/>
                    </a:ln>
                    <a:solidFill>
                      <a:srgbClr val="000000"/>
                    </a:solidFill>
                    <a:effectLst/>
                    <a:uLnTx/>
                    <a:uFillTx/>
                    <a:cs typeface="Arial"/>
                    <a:sym typeface="Arial"/>
                  </a:rPr>
                  <a:t>Customer Funded</a:t>
                </a:r>
              </a:p>
            </p:txBody>
          </p:sp>
        </p:grpSp>
        <p:grpSp>
          <p:nvGrpSpPr>
            <p:cNvPr id="26" name="Group 25">
              <a:extLst>
                <a:ext uri="{FF2B5EF4-FFF2-40B4-BE49-F238E27FC236}">
                  <a16:creationId xmlns:a16="http://schemas.microsoft.com/office/drawing/2014/main" id="{24D002EB-67D4-4710-8AE1-4B255527116F}"/>
                </a:ext>
              </a:extLst>
            </p:cNvPr>
            <p:cNvGrpSpPr/>
            <p:nvPr/>
          </p:nvGrpSpPr>
          <p:grpSpPr>
            <a:xfrm>
              <a:off x="8762048" y="560944"/>
              <a:ext cx="987942" cy="215444"/>
              <a:chOff x="8762048" y="538752"/>
              <a:chExt cx="987942" cy="215444"/>
            </a:xfrm>
          </p:grpSpPr>
          <p:sp>
            <p:nvSpPr>
              <p:cNvPr id="43" name="Isosceles Triangle 42">
                <a:extLst>
                  <a:ext uri="{FF2B5EF4-FFF2-40B4-BE49-F238E27FC236}">
                    <a16:creationId xmlns:a16="http://schemas.microsoft.com/office/drawing/2014/main" id="{E0594A86-4CA6-40D4-9C35-A325E2998152}"/>
                  </a:ext>
                </a:extLst>
              </p:cNvPr>
              <p:cNvSpPr/>
              <p:nvPr userDrawn="1"/>
            </p:nvSpPr>
            <p:spPr>
              <a:xfrm>
                <a:off x="8762048" y="598376"/>
                <a:ext cx="108222" cy="96197"/>
              </a:xfrm>
              <a:prstGeom prst="triangle">
                <a:avLst/>
              </a:prstGeom>
              <a:solidFill>
                <a:srgbClr val="F1C232"/>
              </a:solidFill>
              <a:ln w="12700" cap="flat" cmpd="sng" algn="ctr">
                <a:solidFill>
                  <a:srgbClr val="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en-US" sz="8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44" name="TextBox 43">
                <a:extLst>
                  <a:ext uri="{FF2B5EF4-FFF2-40B4-BE49-F238E27FC236}">
                    <a16:creationId xmlns:a16="http://schemas.microsoft.com/office/drawing/2014/main" id="{FBB4F3DA-A7D6-459E-850A-C99B71508ABF}"/>
                  </a:ext>
                </a:extLst>
              </p:cNvPr>
              <p:cNvSpPr txBox="1"/>
              <p:nvPr userDrawn="1"/>
            </p:nvSpPr>
            <p:spPr>
              <a:xfrm>
                <a:off x="8879985" y="538752"/>
                <a:ext cx="870005" cy="215444"/>
              </a:xfrm>
              <a:prstGeom prst="rect">
                <a:avLst/>
              </a:prstGeom>
              <a:noFill/>
            </p:spPr>
            <p:txBody>
              <a:bodyPr wrap="square" lIns="45720" rIns="45720" rtlCol="0">
                <a:sp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r>
                  <a:rPr kumimoji="0" lang="en-US" sz="800" b="0" i="0" u="none" strike="noStrike" kern="0" cap="none" spc="0" normalizeH="0" baseline="0" noProof="0">
                    <a:ln>
                      <a:noFill/>
                    </a:ln>
                    <a:solidFill>
                      <a:srgbClr val="000000"/>
                    </a:solidFill>
                    <a:effectLst/>
                    <a:uLnTx/>
                    <a:uFillTx/>
                    <a:cs typeface="Arial"/>
                    <a:sym typeface="Arial"/>
                  </a:rPr>
                  <a:t>MA&amp;H IR&amp;D</a:t>
                </a:r>
              </a:p>
            </p:txBody>
          </p:sp>
        </p:grpSp>
        <p:grpSp>
          <p:nvGrpSpPr>
            <p:cNvPr id="27" name="Group 26">
              <a:extLst>
                <a:ext uri="{FF2B5EF4-FFF2-40B4-BE49-F238E27FC236}">
                  <a16:creationId xmlns:a16="http://schemas.microsoft.com/office/drawing/2014/main" id="{1726AE1A-57A8-4C85-8429-28C977727227}"/>
                </a:ext>
              </a:extLst>
            </p:cNvPr>
            <p:cNvGrpSpPr/>
            <p:nvPr/>
          </p:nvGrpSpPr>
          <p:grpSpPr>
            <a:xfrm>
              <a:off x="8762048" y="730878"/>
              <a:ext cx="1170624" cy="215444"/>
              <a:chOff x="8762048" y="723778"/>
              <a:chExt cx="1170624" cy="215444"/>
            </a:xfrm>
          </p:grpSpPr>
          <p:sp>
            <p:nvSpPr>
              <p:cNvPr id="41" name="Isosceles Triangle 40">
                <a:extLst>
                  <a:ext uri="{FF2B5EF4-FFF2-40B4-BE49-F238E27FC236}">
                    <a16:creationId xmlns:a16="http://schemas.microsoft.com/office/drawing/2014/main" id="{4A0178D7-69B0-4DE0-9171-616F9A01960E}"/>
                  </a:ext>
                </a:extLst>
              </p:cNvPr>
              <p:cNvSpPr/>
              <p:nvPr userDrawn="1"/>
            </p:nvSpPr>
            <p:spPr>
              <a:xfrm>
                <a:off x="8762048" y="783402"/>
                <a:ext cx="108222" cy="96197"/>
              </a:xfrm>
              <a:prstGeom prst="triangle">
                <a:avLst/>
              </a:prstGeom>
              <a:solidFill>
                <a:srgbClr val="FF00FF"/>
              </a:solidFill>
              <a:ln w="12700" cap="flat" cmpd="sng" algn="ctr">
                <a:solidFill>
                  <a:srgbClr val="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en-US" sz="8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42" name="TextBox 41">
                <a:extLst>
                  <a:ext uri="{FF2B5EF4-FFF2-40B4-BE49-F238E27FC236}">
                    <a16:creationId xmlns:a16="http://schemas.microsoft.com/office/drawing/2014/main" id="{E89A2F38-41E5-476E-A229-558478199A01}"/>
                  </a:ext>
                </a:extLst>
              </p:cNvPr>
              <p:cNvSpPr txBox="1"/>
              <p:nvPr userDrawn="1"/>
            </p:nvSpPr>
            <p:spPr>
              <a:xfrm>
                <a:off x="8874252" y="723778"/>
                <a:ext cx="1058420" cy="215444"/>
              </a:xfrm>
              <a:prstGeom prst="rect">
                <a:avLst/>
              </a:prstGeom>
              <a:noFill/>
            </p:spPr>
            <p:txBody>
              <a:bodyPr wrap="square" lIns="45720" rIns="45720" rtlCol="0">
                <a:sp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r>
                  <a:rPr kumimoji="0" lang="en-US" sz="800" b="0" i="0" u="none" strike="noStrike" kern="0" cap="none" spc="0" normalizeH="0" baseline="0" noProof="0">
                    <a:ln>
                      <a:noFill/>
                    </a:ln>
                    <a:solidFill>
                      <a:srgbClr val="000000"/>
                    </a:solidFill>
                    <a:effectLst/>
                    <a:uLnTx/>
                    <a:uFillTx/>
                    <a:cs typeface="Arial"/>
                    <a:sym typeface="Arial"/>
                  </a:rPr>
                  <a:t>Class 0/Futures/ART</a:t>
                </a:r>
              </a:p>
            </p:txBody>
          </p:sp>
        </p:grpSp>
        <p:grpSp>
          <p:nvGrpSpPr>
            <p:cNvPr id="28" name="Group 27">
              <a:extLst>
                <a:ext uri="{FF2B5EF4-FFF2-40B4-BE49-F238E27FC236}">
                  <a16:creationId xmlns:a16="http://schemas.microsoft.com/office/drawing/2014/main" id="{10F7D831-44F6-4680-9DE7-15F6BC307BF8}"/>
                </a:ext>
              </a:extLst>
            </p:cNvPr>
            <p:cNvGrpSpPr/>
            <p:nvPr/>
          </p:nvGrpSpPr>
          <p:grpSpPr>
            <a:xfrm>
              <a:off x="10028452" y="391010"/>
              <a:ext cx="820243" cy="215444"/>
              <a:chOff x="10028452" y="391010"/>
              <a:chExt cx="820243" cy="215444"/>
            </a:xfrm>
          </p:grpSpPr>
          <p:sp>
            <p:nvSpPr>
              <p:cNvPr id="39" name="TextBox 38">
                <a:extLst>
                  <a:ext uri="{FF2B5EF4-FFF2-40B4-BE49-F238E27FC236}">
                    <a16:creationId xmlns:a16="http://schemas.microsoft.com/office/drawing/2014/main" id="{45CBA17C-3256-4FF8-B7F4-AA8C4F34DF8F}"/>
                  </a:ext>
                </a:extLst>
              </p:cNvPr>
              <p:cNvSpPr txBox="1"/>
              <p:nvPr userDrawn="1"/>
            </p:nvSpPr>
            <p:spPr>
              <a:xfrm>
                <a:off x="10139306" y="391010"/>
                <a:ext cx="709389" cy="215444"/>
              </a:xfrm>
              <a:prstGeom prst="rect">
                <a:avLst/>
              </a:prstGeom>
              <a:noFill/>
            </p:spPr>
            <p:txBody>
              <a:bodyPr wrap="square" lIns="45720" rIns="45720" rtlCol="0">
                <a:sp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r>
                  <a:rPr kumimoji="0" lang="en-US" sz="800" b="0" i="0" u="none" strike="noStrike" kern="0" cap="none" spc="0" normalizeH="0" baseline="0" noProof="0">
                    <a:ln>
                      <a:noFill/>
                    </a:ln>
                    <a:solidFill>
                      <a:srgbClr val="000000"/>
                    </a:solidFill>
                    <a:effectLst/>
                    <a:uLnTx/>
                    <a:uFillTx/>
                    <a:cs typeface="Arial"/>
                    <a:sym typeface="Arial"/>
                  </a:rPr>
                  <a:t>Prototype</a:t>
                </a:r>
              </a:p>
            </p:txBody>
          </p:sp>
          <p:sp>
            <p:nvSpPr>
              <p:cNvPr id="40" name="Flowchart: Decision 39">
                <a:extLst>
                  <a:ext uri="{FF2B5EF4-FFF2-40B4-BE49-F238E27FC236}">
                    <a16:creationId xmlns:a16="http://schemas.microsoft.com/office/drawing/2014/main" id="{BB45BDBE-2C89-4200-8B96-F65CF2159500}"/>
                  </a:ext>
                </a:extLst>
              </p:cNvPr>
              <p:cNvSpPr/>
              <p:nvPr userDrawn="1"/>
            </p:nvSpPr>
            <p:spPr>
              <a:xfrm>
                <a:off x="10028452" y="428228"/>
                <a:ext cx="120447" cy="136046"/>
              </a:xfrm>
              <a:prstGeom prst="flowChartDecision">
                <a:avLst/>
              </a:prstGeom>
              <a:solidFill>
                <a:srgbClr val="93C47D"/>
              </a:solidFill>
              <a:ln w="12700" cap="flat" cmpd="sng" algn="ctr">
                <a:solidFill>
                  <a:srgbClr val="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en-US" sz="800" b="0" i="0" u="none" strike="noStrike" kern="0" cap="none" spc="0" normalizeH="0" baseline="0" noProof="0">
                  <a:ln>
                    <a:noFill/>
                  </a:ln>
                  <a:solidFill>
                    <a:srgbClr val="FFFFFF"/>
                  </a:solidFill>
                  <a:effectLst/>
                  <a:uLnTx/>
                  <a:uFillTx/>
                  <a:latin typeface="Arial"/>
                  <a:ea typeface="+mn-ea"/>
                  <a:cs typeface="+mn-cs"/>
                  <a:sym typeface="Arial"/>
                </a:endParaRPr>
              </a:p>
            </p:txBody>
          </p:sp>
        </p:grpSp>
        <p:grpSp>
          <p:nvGrpSpPr>
            <p:cNvPr id="29" name="Group 28">
              <a:extLst>
                <a:ext uri="{FF2B5EF4-FFF2-40B4-BE49-F238E27FC236}">
                  <a16:creationId xmlns:a16="http://schemas.microsoft.com/office/drawing/2014/main" id="{72F47DF8-EBED-46BB-BB8C-155FB38574AF}"/>
                </a:ext>
              </a:extLst>
            </p:cNvPr>
            <p:cNvGrpSpPr/>
            <p:nvPr/>
          </p:nvGrpSpPr>
          <p:grpSpPr>
            <a:xfrm>
              <a:off x="10028452" y="560944"/>
              <a:ext cx="868047" cy="215444"/>
              <a:chOff x="10028452" y="551216"/>
              <a:chExt cx="868047" cy="215444"/>
            </a:xfrm>
          </p:grpSpPr>
          <p:sp>
            <p:nvSpPr>
              <p:cNvPr id="37" name="TextBox 36">
                <a:extLst>
                  <a:ext uri="{FF2B5EF4-FFF2-40B4-BE49-F238E27FC236}">
                    <a16:creationId xmlns:a16="http://schemas.microsoft.com/office/drawing/2014/main" id="{D029F273-E926-4905-B1DC-D672F59E274B}"/>
                  </a:ext>
                </a:extLst>
              </p:cNvPr>
              <p:cNvSpPr txBox="1"/>
              <p:nvPr userDrawn="1"/>
            </p:nvSpPr>
            <p:spPr>
              <a:xfrm>
                <a:off x="10139306" y="551216"/>
                <a:ext cx="757193" cy="215444"/>
              </a:xfrm>
              <a:prstGeom prst="rect">
                <a:avLst/>
              </a:prstGeom>
              <a:noFill/>
            </p:spPr>
            <p:txBody>
              <a:bodyPr wrap="square" lIns="45720" rIns="45720" rtlCol="0">
                <a:sp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r>
                  <a:rPr kumimoji="0" lang="en-US" sz="800" b="0" i="0" u="none" strike="noStrike" kern="0" cap="none" spc="0" normalizeH="0" baseline="0" noProof="0">
                    <a:ln>
                      <a:noFill/>
                    </a:ln>
                    <a:solidFill>
                      <a:srgbClr val="000000"/>
                    </a:solidFill>
                    <a:effectLst/>
                    <a:uLnTx/>
                    <a:uFillTx/>
                    <a:cs typeface="Arial"/>
                    <a:sym typeface="Arial"/>
                  </a:rPr>
                  <a:t>Blue Label</a:t>
                </a:r>
              </a:p>
            </p:txBody>
          </p:sp>
          <p:sp>
            <p:nvSpPr>
              <p:cNvPr id="38" name="Flowchart: Decision 37">
                <a:extLst>
                  <a:ext uri="{FF2B5EF4-FFF2-40B4-BE49-F238E27FC236}">
                    <a16:creationId xmlns:a16="http://schemas.microsoft.com/office/drawing/2014/main" id="{29CAD33A-0CF9-4D1B-B2D9-F85ACC4A9C48}"/>
                  </a:ext>
                </a:extLst>
              </p:cNvPr>
              <p:cNvSpPr/>
              <p:nvPr userDrawn="1"/>
            </p:nvSpPr>
            <p:spPr>
              <a:xfrm>
                <a:off x="10028452" y="590915"/>
                <a:ext cx="120447" cy="136046"/>
              </a:xfrm>
              <a:prstGeom prst="flowChartDecision">
                <a:avLst/>
              </a:prstGeom>
              <a:solidFill>
                <a:srgbClr val="0070C0"/>
              </a:solidFill>
              <a:ln w="12700" cap="flat" cmpd="sng" algn="ctr">
                <a:solidFill>
                  <a:srgbClr val="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en-US" sz="800" b="0" i="0" u="none" strike="noStrike" kern="0" cap="none" spc="0" normalizeH="0" baseline="0" noProof="0">
                  <a:ln>
                    <a:noFill/>
                  </a:ln>
                  <a:solidFill>
                    <a:srgbClr val="FFFFFF"/>
                  </a:solidFill>
                  <a:effectLst/>
                  <a:uLnTx/>
                  <a:uFillTx/>
                  <a:latin typeface="Arial"/>
                  <a:ea typeface="+mn-ea"/>
                  <a:cs typeface="+mn-cs"/>
                  <a:sym typeface="Arial"/>
                </a:endParaRPr>
              </a:p>
            </p:txBody>
          </p:sp>
        </p:grpSp>
        <p:grpSp>
          <p:nvGrpSpPr>
            <p:cNvPr id="30" name="Group 29">
              <a:extLst>
                <a:ext uri="{FF2B5EF4-FFF2-40B4-BE49-F238E27FC236}">
                  <a16:creationId xmlns:a16="http://schemas.microsoft.com/office/drawing/2014/main" id="{4CA3191C-3A25-40BB-87D0-D97B0D5C1361}"/>
                </a:ext>
              </a:extLst>
            </p:cNvPr>
            <p:cNvGrpSpPr/>
            <p:nvPr/>
          </p:nvGrpSpPr>
          <p:grpSpPr>
            <a:xfrm>
              <a:off x="10030027" y="730878"/>
              <a:ext cx="820243" cy="215444"/>
              <a:chOff x="10030027" y="708855"/>
              <a:chExt cx="820243" cy="215444"/>
            </a:xfrm>
          </p:grpSpPr>
          <p:sp>
            <p:nvSpPr>
              <p:cNvPr id="35" name="TextBox 34">
                <a:extLst>
                  <a:ext uri="{FF2B5EF4-FFF2-40B4-BE49-F238E27FC236}">
                    <a16:creationId xmlns:a16="http://schemas.microsoft.com/office/drawing/2014/main" id="{05F43E95-BF2D-4421-83A1-B0B126528F2D}"/>
                  </a:ext>
                </a:extLst>
              </p:cNvPr>
              <p:cNvSpPr txBox="1"/>
              <p:nvPr userDrawn="1"/>
            </p:nvSpPr>
            <p:spPr>
              <a:xfrm>
                <a:off x="10140881" y="708855"/>
                <a:ext cx="709389" cy="215444"/>
              </a:xfrm>
              <a:prstGeom prst="rect">
                <a:avLst/>
              </a:prstGeom>
              <a:noFill/>
            </p:spPr>
            <p:txBody>
              <a:bodyPr wrap="square" lIns="45720" rIns="45720" rtlCol="0">
                <a:sp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r>
                  <a:rPr kumimoji="0" lang="en-US" sz="800" b="0" i="0" u="none" strike="noStrike" kern="0" cap="none" spc="0" normalizeH="0" baseline="0" noProof="0">
                    <a:ln>
                      <a:noFill/>
                    </a:ln>
                    <a:solidFill>
                      <a:srgbClr val="000000"/>
                    </a:solidFill>
                    <a:effectLst/>
                    <a:uLnTx/>
                    <a:uFillTx/>
                    <a:cs typeface="Arial"/>
                    <a:sym typeface="Arial"/>
                  </a:rPr>
                  <a:t>Red Label</a:t>
                </a:r>
              </a:p>
            </p:txBody>
          </p:sp>
          <p:sp>
            <p:nvSpPr>
              <p:cNvPr id="36" name="Flowchart: Decision 35">
                <a:extLst>
                  <a:ext uri="{FF2B5EF4-FFF2-40B4-BE49-F238E27FC236}">
                    <a16:creationId xmlns:a16="http://schemas.microsoft.com/office/drawing/2014/main" id="{C07C539E-34E0-43EF-A557-E8992A5DC13F}"/>
                  </a:ext>
                </a:extLst>
              </p:cNvPr>
              <p:cNvSpPr/>
              <p:nvPr userDrawn="1"/>
            </p:nvSpPr>
            <p:spPr>
              <a:xfrm>
                <a:off x="10030027" y="748554"/>
                <a:ext cx="120447" cy="136046"/>
              </a:xfrm>
              <a:prstGeom prst="flowChartDecision">
                <a:avLst/>
              </a:prstGeom>
              <a:solidFill>
                <a:srgbClr val="FF0000"/>
              </a:solidFill>
              <a:ln w="12700" cap="flat" cmpd="sng" algn="ctr">
                <a:solidFill>
                  <a:srgbClr val="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en-US" sz="800" b="0" i="0" u="none" strike="noStrike" kern="0" cap="none" spc="0" normalizeH="0" baseline="0" noProof="0">
                  <a:ln>
                    <a:noFill/>
                  </a:ln>
                  <a:solidFill>
                    <a:srgbClr val="FFFFFF"/>
                  </a:solidFill>
                  <a:effectLst/>
                  <a:uLnTx/>
                  <a:uFillTx/>
                  <a:latin typeface="Arial"/>
                  <a:ea typeface="+mn-ea"/>
                  <a:cs typeface="+mn-cs"/>
                  <a:sym typeface="Arial"/>
                </a:endParaRPr>
              </a:p>
            </p:txBody>
          </p:sp>
        </p:grpSp>
        <p:grpSp>
          <p:nvGrpSpPr>
            <p:cNvPr id="32" name="Group 31">
              <a:extLst>
                <a:ext uri="{FF2B5EF4-FFF2-40B4-BE49-F238E27FC236}">
                  <a16:creationId xmlns:a16="http://schemas.microsoft.com/office/drawing/2014/main" id="{6D25DBF7-CC19-4EA9-864A-87950BBC15B0}"/>
                </a:ext>
              </a:extLst>
            </p:cNvPr>
            <p:cNvGrpSpPr/>
            <p:nvPr/>
          </p:nvGrpSpPr>
          <p:grpSpPr>
            <a:xfrm>
              <a:off x="10030027" y="900811"/>
              <a:ext cx="859829" cy="215444"/>
              <a:chOff x="10030027" y="869061"/>
              <a:chExt cx="859829" cy="215444"/>
            </a:xfrm>
          </p:grpSpPr>
          <p:sp>
            <p:nvSpPr>
              <p:cNvPr id="33" name="TextBox 32">
                <a:extLst>
                  <a:ext uri="{FF2B5EF4-FFF2-40B4-BE49-F238E27FC236}">
                    <a16:creationId xmlns:a16="http://schemas.microsoft.com/office/drawing/2014/main" id="{276CF469-FE1D-4C8E-B08D-A67F2BDF8C91}"/>
                  </a:ext>
                </a:extLst>
              </p:cNvPr>
              <p:cNvSpPr txBox="1"/>
              <p:nvPr userDrawn="1"/>
            </p:nvSpPr>
            <p:spPr>
              <a:xfrm>
                <a:off x="10140881" y="869061"/>
                <a:ext cx="748975" cy="215444"/>
              </a:xfrm>
              <a:prstGeom prst="rect">
                <a:avLst/>
              </a:prstGeom>
              <a:noFill/>
            </p:spPr>
            <p:txBody>
              <a:bodyPr wrap="square" lIns="45720" rIns="45720" rtlCol="0">
                <a:sp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r>
                  <a:rPr kumimoji="0" lang="en-US" sz="800" b="0" i="0" u="none" strike="noStrike" kern="0" cap="none" spc="0" normalizeH="0" baseline="0" noProof="0">
                    <a:ln>
                      <a:noFill/>
                    </a:ln>
                    <a:solidFill>
                      <a:srgbClr val="000000"/>
                    </a:solidFill>
                    <a:effectLst/>
                    <a:uLnTx/>
                    <a:uFillTx/>
                    <a:cs typeface="Arial"/>
                    <a:sym typeface="Arial"/>
                  </a:rPr>
                  <a:t>Black Label</a:t>
                </a:r>
              </a:p>
            </p:txBody>
          </p:sp>
          <p:sp>
            <p:nvSpPr>
              <p:cNvPr id="34" name="Flowchart: Decision 33">
                <a:extLst>
                  <a:ext uri="{FF2B5EF4-FFF2-40B4-BE49-F238E27FC236}">
                    <a16:creationId xmlns:a16="http://schemas.microsoft.com/office/drawing/2014/main" id="{6B949C99-28F2-476D-9160-3B5EC7A65C3B}"/>
                  </a:ext>
                </a:extLst>
              </p:cNvPr>
              <p:cNvSpPr/>
              <p:nvPr userDrawn="1"/>
            </p:nvSpPr>
            <p:spPr>
              <a:xfrm>
                <a:off x="10030027" y="908760"/>
                <a:ext cx="120447" cy="136046"/>
              </a:xfrm>
              <a:prstGeom prst="flowChartDecision">
                <a:avLst/>
              </a:prstGeom>
              <a:solidFill>
                <a:srgbClr val="000000"/>
              </a:solidFill>
              <a:ln w="12700" cap="flat" cmpd="sng" algn="ctr">
                <a:solidFill>
                  <a:srgbClr val="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en-US" sz="800" b="0" i="0" u="none" strike="noStrike" kern="0" cap="none" spc="0" normalizeH="0" baseline="0" noProof="0">
                  <a:ln>
                    <a:noFill/>
                  </a:ln>
                  <a:solidFill>
                    <a:srgbClr val="FFFFFF"/>
                  </a:solidFill>
                  <a:effectLst/>
                  <a:uLnTx/>
                  <a:uFillTx/>
                  <a:latin typeface="Arial"/>
                  <a:ea typeface="+mn-ea"/>
                  <a:cs typeface="+mn-cs"/>
                  <a:sym typeface="Arial"/>
                </a:endParaRPr>
              </a:p>
            </p:txBody>
          </p:sp>
        </p:grpSp>
      </p:grpSp>
      <p:sp>
        <p:nvSpPr>
          <p:cNvPr id="53" name="Isosceles Triangle 52">
            <a:extLst>
              <a:ext uri="{FF2B5EF4-FFF2-40B4-BE49-F238E27FC236}">
                <a16:creationId xmlns:a16="http://schemas.microsoft.com/office/drawing/2014/main" id="{8F210E7A-7B73-491F-8E64-59573DC3CEB0}"/>
              </a:ext>
            </a:extLst>
          </p:cNvPr>
          <p:cNvSpPr/>
          <p:nvPr userDrawn="1"/>
        </p:nvSpPr>
        <p:spPr>
          <a:xfrm rot="10800000">
            <a:off x="2790474" y="1301826"/>
            <a:ext cx="164842" cy="142106"/>
          </a:xfrm>
          <a:prstGeom prst="triangle">
            <a:avLst/>
          </a:prstGeom>
          <a:solidFill>
            <a:schemeClr val="tx2"/>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en-US" sz="11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54" name="TextBox 53">
            <a:extLst>
              <a:ext uri="{FF2B5EF4-FFF2-40B4-BE49-F238E27FC236}">
                <a16:creationId xmlns:a16="http://schemas.microsoft.com/office/drawing/2014/main" id="{6AFA3DA5-BC17-465C-A3FC-870AC158C5C8}"/>
              </a:ext>
            </a:extLst>
          </p:cNvPr>
          <p:cNvSpPr txBox="1"/>
          <p:nvPr userDrawn="1"/>
        </p:nvSpPr>
        <p:spPr>
          <a:xfrm>
            <a:off x="10007269" y="1238549"/>
            <a:ext cx="868592" cy="246221"/>
          </a:xfrm>
          <a:prstGeom prst="rect">
            <a:avLst/>
          </a:prstGeom>
          <a:noFill/>
        </p:spPr>
        <p:txBody>
          <a:bodyPr wrap="square" lIns="45720" rIns="45720" rtlCol="0">
            <a:spAutoFit/>
          </a:bodyPr>
          <a:lstStyle/>
          <a:p>
            <a:pPr algn="ctr">
              <a:buClr>
                <a:srgbClr val="000000"/>
              </a:buClr>
              <a:buFont typeface="Arial"/>
              <a:buNone/>
            </a:pPr>
            <a:r>
              <a:rPr lang="en-US" sz="1000" kern="0">
                <a:solidFill>
                  <a:srgbClr val="000000"/>
                </a:solidFill>
                <a:cs typeface="Arial"/>
                <a:sym typeface="Arial"/>
              </a:rPr>
              <a:t>≥ 4 Years</a:t>
            </a:r>
          </a:p>
        </p:txBody>
      </p:sp>
      <p:sp>
        <p:nvSpPr>
          <p:cNvPr id="55" name="TextBox 54">
            <a:extLst>
              <a:ext uri="{FF2B5EF4-FFF2-40B4-BE49-F238E27FC236}">
                <a16:creationId xmlns:a16="http://schemas.microsoft.com/office/drawing/2014/main" id="{F757B30F-AAF9-4E16-97AD-10549208094A}"/>
              </a:ext>
            </a:extLst>
          </p:cNvPr>
          <p:cNvSpPr txBox="1"/>
          <p:nvPr userDrawn="1"/>
        </p:nvSpPr>
        <p:spPr>
          <a:xfrm>
            <a:off x="9117423" y="1238549"/>
            <a:ext cx="868592" cy="246221"/>
          </a:xfrm>
          <a:prstGeom prst="rect">
            <a:avLst/>
          </a:prstGeom>
          <a:noFill/>
        </p:spPr>
        <p:txBody>
          <a:bodyPr wrap="square" lIns="45720" rIns="45720" rtlCol="0">
            <a:spAutoFit/>
          </a:bodyPr>
          <a:lstStyle/>
          <a:p>
            <a:pPr algn="ctr">
              <a:buClr>
                <a:srgbClr val="000000"/>
              </a:buClr>
              <a:buFont typeface="Arial"/>
              <a:buNone/>
            </a:pPr>
            <a:r>
              <a:rPr lang="en-US" sz="1000" kern="0">
                <a:solidFill>
                  <a:srgbClr val="000000"/>
                </a:solidFill>
                <a:cs typeface="Arial"/>
                <a:sym typeface="Arial"/>
              </a:rPr>
              <a:t>≥ 3 Years</a:t>
            </a:r>
          </a:p>
        </p:txBody>
      </p:sp>
      <p:sp>
        <p:nvSpPr>
          <p:cNvPr id="56" name="TextBox 55">
            <a:extLst>
              <a:ext uri="{FF2B5EF4-FFF2-40B4-BE49-F238E27FC236}">
                <a16:creationId xmlns:a16="http://schemas.microsoft.com/office/drawing/2014/main" id="{FAE3E46D-B8CE-40E2-985D-E33A2012064D}"/>
              </a:ext>
            </a:extLst>
          </p:cNvPr>
          <p:cNvSpPr txBox="1"/>
          <p:nvPr userDrawn="1"/>
        </p:nvSpPr>
        <p:spPr>
          <a:xfrm>
            <a:off x="8228044" y="1238549"/>
            <a:ext cx="868592" cy="246221"/>
          </a:xfrm>
          <a:prstGeom prst="rect">
            <a:avLst/>
          </a:prstGeom>
          <a:noFill/>
        </p:spPr>
        <p:txBody>
          <a:bodyPr wrap="square" lIns="45720" rIns="45720" rtlCol="0">
            <a:spAutoFit/>
          </a:bodyPr>
          <a:lstStyle/>
          <a:p>
            <a:pPr algn="ctr">
              <a:buClr>
                <a:srgbClr val="000000"/>
              </a:buClr>
              <a:buFont typeface="Arial"/>
              <a:buNone/>
            </a:pPr>
            <a:r>
              <a:rPr lang="en-US" sz="1000" kern="0">
                <a:solidFill>
                  <a:srgbClr val="000000"/>
                </a:solidFill>
                <a:cs typeface="Arial"/>
                <a:sym typeface="Arial"/>
              </a:rPr>
              <a:t>≥ 2 Years</a:t>
            </a:r>
          </a:p>
        </p:txBody>
      </p:sp>
      <p:sp>
        <p:nvSpPr>
          <p:cNvPr id="58" name="Slide number">
            <a:extLst>
              <a:ext uri="{FF2B5EF4-FFF2-40B4-BE49-F238E27FC236}">
                <a16:creationId xmlns:a16="http://schemas.microsoft.com/office/drawing/2014/main" id="{429F86F2-DB45-4559-97BB-92E5D5C75E50}"/>
              </a:ext>
            </a:extLst>
          </p:cNvPr>
          <p:cNvSpPr>
            <a:spLocks noGrp="1"/>
          </p:cNvSpPr>
          <p:nvPr>
            <p:ph type="sldNum" sz="quarter" idx="4"/>
          </p:nvPr>
        </p:nvSpPr>
        <p:spPr>
          <a:xfrm>
            <a:off x="10983397" y="6380414"/>
            <a:ext cx="531946" cy="365125"/>
          </a:xfrm>
          <a:prstGeom prst="rect">
            <a:avLst/>
          </a:prstGeom>
        </p:spPr>
        <p:txBody>
          <a:bodyPr vert="horz" lIns="0" tIns="0" rIns="0" bIns="0" rtlCol="0" anchor="t" anchorCtr="0"/>
          <a:lstStyle>
            <a:lvl1pPr algn="r">
              <a:defRPr lang="en-US" sz="1050" kern="1200" smtClean="0">
                <a:solidFill>
                  <a:schemeClr val="tx1">
                    <a:tint val="75000"/>
                  </a:schemeClr>
                </a:solidFill>
                <a:latin typeface="+mn-lt"/>
                <a:ea typeface="+mn-ea"/>
                <a:cs typeface="+mn-cs"/>
              </a:defRPr>
            </a:lvl1pPr>
          </a:lstStyle>
          <a:p>
            <a:fld id="{07165E6F-54ED-4977-A15E-D44BE7238A65}" type="slidenum">
              <a:rPr lang="en-US" smtClean="0"/>
              <a:pPr/>
              <a:t>‹#›</a:t>
            </a:fld>
            <a:endParaRPr lang="en-US"/>
          </a:p>
        </p:txBody>
      </p:sp>
    </p:spTree>
    <p:extLst>
      <p:ext uri="{BB962C8B-B14F-4D97-AF65-F5344CB8AC3E}">
        <p14:creationId xmlns:p14="http://schemas.microsoft.com/office/powerpoint/2010/main" val="1748211734"/>
      </p:ext>
    </p:extLst>
  </p:cSld>
  <p:clrMapOvr>
    <a:masterClrMapping/>
  </p:clrMapOvr>
  <p:extLst>
    <p:ext uri="{DCECCB84-F9BA-43D5-87BE-67443E8EF086}">
      <p15:sldGuideLst xmlns:p15="http://schemas.microsoft.com/office/powerpoint/2012/main"/>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_Roadmap">
    <p:spTree>
      <p:nvGrpSpPr>
        <p:cNvPr id="1" name=""/>
        <p:cNvGrpSpPr/>
        <p:nvPr/>
      </p:nvGrpSpPr>
      <p:grpSpPr>
        <a:xfrm>
          <a:off x="0" y="0"/>
          <a:ext cx="0" cy="0"/>
          <a:chOff x="0" y="0"/>
          <a:chExt cx="0" cy="0"/>
        </a:xfrm>
      </p:grpSpPr>
      <p:sp>
        <p:nvSpPr>
          <p:cNvPr id="6" name="Title 5"/>
          <p:cNvSpPr>
            <a:spLocks noGrp="1"/>
          </p:cNvSpPr>
          <p:nvPr>
            <p:ph type="title" hasCustomPrompt="1"/>
          </p:nvPr>
        </p:nvSpPr>
        <p:spPr>
          <a:xfrm>
            <a:off x="694944" y="514473"/>
            <a:ext cx="10811256" cy="676653"/>
          </a:xfrm>
          <a:prstGeom prst="rect">
            <a:avLst/>
          </a:prstGeom>
        </p:spPr>
        <p:txBody>
          <a:bodyPr/>
          <a:lstStyle>
            <a:lvl1pPr>
              <a:lnSpc>
                <a:spcPct val="80000"/>
              </a:lnSpc>
              <a:defRPr b="0"/>
            </a:lvl1pPr>
          </a:lstStyle>
          <a:p>
            <a:r>
              <a:rPr lang="en-US"/>
              <a:t>TITLE. 32 PT. BLACK. REGULAR. UPPERCASE. TWO LINES MAX.</a:t>
            </a:r>
          </a:p>
        </p:txBody>
      </p:sp>
      <p:sp>
        <p:nvSpPr>
          <p:cNvPr id="2" name="Footer Placeholder 1">
            <a:extLst>
              <a:ext uri="{FF2B5EF4-FFF2-40B4-BE49-F238E27FC236}">
                <a16:creationId xmlns:a16="http://schemas.microsoft.com/office/drawing/2014/main" id="{B9F5C71E-79B8-7049-9636-B2B029152168}"/>
              </a:ext>
            </a:extLst>
          </p:cNvPr>
          <p:cNvSpPr>
            <a:spLocks noGrp="1"/>
          </p:cNvSpPr>
          <p:nvPr>
            <p:ph type="ftr" sz="quarter" idx="16"/>
          </p:nvPr>
        </p:nvSpPr>
        <p:spPr/>
        <p:txBody>
          <a:bodyPr/>
          <a:lstStyle/>
          <a:p>
            <a:r>
              <a:rPr lang="en-US">
                <a:cs typeface="DIN-Light"/>
              </a:rPr>
              <a:t>CS Agentic Development</a:t>
            </a:r>
            <a:endParaRPr lang="en-US"/>
          </a:p>
        </p:txBody>
      </p:sp>
      <p:graphicFrame>
        <p:nvGraphicFramePr>
          <p:cNvPr id="7" name="Table 2">
            <a:extLst>
              <a:ext uri="{FF2B5EF4-FFF2-40B4-BE49-F238E27FC236}">
                <a16:creationId xmlns:a16="http://schemas.microsoft.com/office/drawing/2014/main" id="{4B346505-9EDD-40EC-8B42-DF44990DF01A}"/>
              </a:ext>
            </a:extLst>
          </p:cNvPr>
          <p:cNvGraphicFramePr>
            <a:graphicFrameLocks noGrp="1"/>
          </p:cNvGraphicFramePr>
          <p:nvPr userDrawn="1">
            <p:extLst>
              <p:ext uri="{D42A27DB-BD31-4B8C-83A1-F6EECF244321}">
                <p14:modId xmlns:p14="http://schemas.microsoft.com/office/powerpoint/2010/main" val="4203205975"/>
              </p:ext>
            </p:extLst>
          </p:nvPr>
        </p:nvGraphicFramePr>
        <p:xfrm>
          <a:off x="433552" y="1456381"/>
          <a:ext cx="11343285" cy="4708669"/>
        </p:xfrm>
        <a:graphic>
          <a:graphicData uri="http://schemas.openxmlformats.org/drawingml/2006/table">
            <a:tbl>
              <a:tblPr firstRow="1" bandRow="1"/>
              <a:tblGrid>
                <a:gridCol w="275018">
                  <a:extLst>
                    <a:ext uri="{9D8B030D-6E8A-4147-A177-3AD203B41FA5}">
                      <a16:colId xmlns:a16="http://schemas.microsoft.com/office/drawing/2014/main" val="2866497401"/>
                    </a:ext>
                  </a:extLst>
                </a:gridCol>
                <a:gridCol w="1297803">
                  <a:extLst>
                    <a:ext uri="{9D8B030D-6E8A-4147-A177-3AD203B41FA5}">
                      <a16:colId xmlns:a16="http://schemas.microsoft.com/office/drawing/2014/main" val="3332151806"/>
                    </a:ext>
                  </a:extLst>
                </a:gridCol>
                <a:gridCol w="869324">
                  <a:extLst>
                    <a:ext uri="{9D8B030D-6E8A-4147-A177-3AD203B41FA5}">
                      <a16:colId xmlns:a16="http://schemas.microsoft.com/office/drawing/2014/main" val="2067982036"/>
                    </a:ext>
                  </a:extLst>
                </a:gridCol>
                <a:gridCol w="890114">
                  <a:extLst>
                    <a:ext uri="{9D8B030D-6E8A-4147-A177-3AD203B41FA5}">
                      <a16:colId xmlns:a16="http://schemas.microsoft.com/office/drawing/2014/main" val="1567231161"/>
                    </a:ext>
                  </a:extLst>
                </a:gridCol>
                <a:gridCol w="890114">
                  <a:extLst>
                    <a:ext uri="{9D8B030D-6E8A-4147-A177-3AD203B41FA5}">
                      <a16:colId xmlns:a16="http://schemas.microsoft.com/office/drawing/2014/main" val="2474016992"/>
                    </a:ext>
                  </a:extLst>
                </a:gridCol>
                <a:gridCol w="890114">
                  <a:extLst>
                    <a:ext uri="{9D8B030D-6E8A-4147-A177-3AD203B41FA5}">
                      <a16:colId xmlns:a16="http://schemas.microsoft.com/office/drawing/2014/main" val="281310616"/>
                    </a:ext>
                  </a:extLst>
                </a:gridCol>
                <a:gridCol w="890114">
                  <a:extLst>
                    <a:ext uri="{9D8B030D-6E8A-4147-A177-3AD203B41FA5}">
                      <a16:colId xmlns:a16="http://schemas.microsoft.com/office/drawing/2014/main" val="1738999689"/>
                    </a:ext>
                  </a:extLst>
                </a:gridCol>
                <a:gridCol w="890114">
                  <a:extLst>
                    <a:ext uri="{9D8B030D-6E8A-4147-A177-3AD203B41FA5}">
                      <a16:colId xmlns:a16="http://schemas.microsoft.com/office/drawing/2014/main" val="2245625359"/>
                    </a:ext>
                  </a:extLst>
                </a:gridCol>
                <a:gridCol w="890114">
                  <a:extLst>
                    <a:ext uri="{9D8B030D-6E8A-4147-A177-3AD203B41FA5}">
                      <a16:colId xmlns:a16="http://schemas.microsoft.com/office/drawing/2014/main" val="572800727"/>
                    </a:ext>
                  </a:extLst>
                </a:gridCol>
                <a:gridCol w="890114">
                  <a:extLst>
                    <a:ext uri="{9D8B030D-6E8A-4147-A177-3AD203B41FA5}">
                      <a16:colId xmlns:a16="http://schemas.microsoft.com/office/drawing/2014/main" val="3994342556"/>
                    </a:ext>
                  </a:extLst>
                </a:gridCol>
                <a:gridCol w="890114">
                  <a:extLst>
                    <a:ext uri="{9D8B030D-6E8A-4147-A177-3AD203B41FA5}">
                      <a16:colId xmlns:a16="http://schemas.microsoft.com/office/drawing/2014/main" val="2257836887"/>
                    </a:ext>
                  </a:extLst>
                </a:gridCol>
                <a:gridCol w="890114">
                  <a:extLst>
                    <a:ext uri="{9D8B030D-6E8A-4147-A177-3AD203B41FA5}">
                      <a16:colId xmlns:a16="http://schemas.microsoft.com/office/drawing/2014/main" val="1257412795"/>
                    </a:ext>
                  </a:extLst>
                </a:gridCol>
                <a:gridCol w="890114">
                  <a:extLst>
                    <a:ext uri="{9D8B030D-6E8A-4147-A177-3AD203B41FA5}">
                      <a16:colId xmlns:a16="http://schemas.microsoft.com/office/drawing/2014/main" val="3483287529"/>
                    </a:ext>
                  </a:extLst>
                </a:gridCol>
              </a:tblGrid>
              <a:tr h="309962">
                <a:tc rowSpan="2" gridSpan="2">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en-US" sz="1100" b="0">
                        <a:solidFill>
                          <a:schemeClr val="bg1"/>
                        </a:solidFill>
                        <a:latin typeface="+mn-lt"/>
                      </a:endParaRPr>
                    </a:p>
                  </a:txBody>
                  <a:tcPr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tx1">
                        <a:lumMod val="85000"/>
                        <a:lumOff val="15000"/>
                      </a:schemeClr>
                    </a:solidFill>
                  </a:tcPr>
                </a:tc>
                <a:tc rowSpan="2" hMerge="1">
                  <a:txBody>
                    <a:bodyPr/>
                    <a:lstStyle/>
                    <a:p>
                      <a:endParaRPr lang="en-US" sz="800">
                        <a:solidFill>
                          <a:schemeClr val="bg1"/>
                        </a:solidFill>
                        <a:latin typeface="+mn-lt"/>
                      </a:endParaRPr>
                    </a:p>
                  </a:txBody>
                  <a:tcPr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64646"/>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r>
                        <a:rPr lang="en-US" sz="1100" b="0">
                          <a:solidFill>
                            <a:schemeClr val="bg1"/>
                          </a:solidFill>
                          <a:latin typeface="+mn-lt"/>
                        </a:rPr>
                        <a:t>Pre-2022</a:t>
                      </a:r>
                    </a:p>
                  </a:txBody>
                  <a:tcPr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tx1">
                        <a:lumMod val="85000"/>
                        <a:lumOff val="15000"/>
                      </a:schemeClr>
                    </a:solidFill>
                  </a:tcPr>
                </a:tc>
                <a:tc gridSpan="4">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r>
                        <a:rPr lang="en-US" sz="1100" b="0">
                          <a:solidFill>
                            <a:schemeClr val="bg1"/>
                          </a:solidFill>
                          <a:latin typeface="+mn-lt"/>
                        </a:rPr>
                        <a:t>2022</a:t>
                      </a:r>
                    </a:p>
                  </a:txBody>
                  <a:tcPr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tx1">
                        <a:lumMod val="85000"/>
                        <a:lumOff val="15000"/>
                      </a:schemeClr>
                    </a:solidFill>
                  </a:tcPr>
                </a:tc>
                <a:tc hMerge="1">
                  <a:txBody>
                    <a:bodyPr/>
                    <a:lstStyle/>
                    <a:p>
                      <a:endParaRPr lang="en-US" sz="800">
                        <a:solidFill>
                          <a:schemeClr val="bg1"/>
                        </a:solidFill>
                      </a:endParaRPr>
                    </a:p>
                  </a:txBody>
                  <a:tcPr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64646"/>
                    </a:solidFill>
                  </a:tcPr>
                </a:tc>
                <a:tc hMerge="1">
                  <a:txBody>
                    <a:bodyPr/>
                    <a:lstStyle/>
                    <a:p>
                      <a:endParaRPr lang="en-US" sz="800">
                        <a:solidFill>
                          <a:schemeClr val="bg1"/>
                        </a:solidFill>
                      </a:endParaRPr>
                    </a:p>
                  </a:txBody>
                  <a:tcPr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64646"/>
                    </a:solidFill>
                  </a:tcPr>
                </a:tc>
                <a:tc hMerge="1">
                  <a:txBody>
                    <a:bodyPr/>
                    <a:lstStyle/>
                    <a:p>
                      <a:endParaRPr lang="en-US" sz="800">
                        <a:solidFill>
                          <a:schemeClr val="bg1"/>
                        </a:solidFill>
                      </a:endParaRPr>
                    </a:p>
                  </a:txBody>
                  <a:tcPr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64646"/>
                    </a:solidFill>
                  </a:tcPr>
                </a:tc>
                <a:tc gridSpan="2">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r>
                        <a:rPr lang="en-US" sz="1100" b="0">
                          <a:solidFill>
                            <a:schemeClr val="bg1"/>
                          </a:solidFill>
                          <a:latin typeface="+mn-lt"/>
                        </a:rPr>
                        <a:t>2023</a:t>
                      </a:r>
                    </a:p>
                  </a:txBody>
                  <a:tcPr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tx1">
                        <a:lumMod val="85000"/>
                        <a:lumOff val="15000"/>
                      </a:schemeClr>
                    </a:solidFill>
                  </a:tcPr>
                </a:tc>
                <a:tc hMerge="1">
                  <a:txBody>
                    <a:bodyPr/>
                    <a:lstStyle/>
                    <a:p>
                      <a:endParaRPr lang="en-US" sz="800">
                        <a:solidFill>
                          <a:schemeClr val="bg1"/>
                        </a:solidFill>
                      </a:endParaRPr>
                    </a:p>
                  </a:txBody>
                  <a:tcPr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64646"/>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r>
                        <a:rPr lang="en-US" sz="1100" b="0">
                          <a:solidFill>
                            <a:schemeClr val="bg1"/>
                          </a:solidFill>
                          <a:latin typeface="+mn-lt"/>
                        </a:rPr>
                        <a:t>2024</a:t>
                      </a:r>
                    </a:p>
                  </a:txBody>
                  <a:tcPr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tx1">
                        <a:lumMod val="85000"/>
                        <a:lumOff val="15000"/>
                      </a:scheme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r>
                        <a:rPr lang="en-US" sz="1100" b="0">
                          <a:solidFill>
                            <a:schemeClr val="bg1"/>
                          </a:solidFill>
                          <a:latin typeface="+mn-lt"/>
                        </a:rPr>
                        <a:t>2025</a:t>
                      </a:r>
                    </a:p>
                  </a:txBody>
                  <a:tcPr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tx1">
                        <a:lumMod val="85000"/>
                        <a:lumOff val="15000"/>
                      </a:scheme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r>
                        <a:rPr lang="en-US" sz="1100" b="0">
                          <a:solidFill>
                            <a:schemeClr val="bg1"/>
                          </a:solidFill>
                          <a:latin typeface="+mn-lt"/>
                        </a:rPr>
                        <a:t>2026</a:t>
                      </a:r>
                    </a:p>
                  </a:txBody>
                  <a:tcPr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tx1">
                        <a:lumMod val="85000"/>
                        <a:lumOff val="15000"/>
                      </a:scheme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r>
                        <a:rPr lang="en-US" sz="1100" b="0">
                          <a:solidFill>
                            <a:schemeClr val="bg1"/>
                          </a:solidFill>
                          <a:latin typeface="+mn-lt"/>
                        </a:rPr>
                        <a:t>2027+</a:t>
                      </a:r>
                    </a:p>
                  </a:txBody>
                  <a:tcPr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tx1">
                        <a:lumMod val="85000"/>
                        <a:lumOff val="15000"/>
                      </a:schemeClr>
                    </a:solidFill>
                  </a:tcPr>
                </a:tc>
                <a:extLst>
                  <a:ext uri="{0D108BD9-81ED-4DB2-BD59-A6C34878D82A}">
                    <a16:rowId xmlns:a16="http://schemas.microsoft.com/office/drawing/2014/main" val="365426868"/>
                  </a:ext>
                </a:extLst>
              </a:tr>
              <a:tr h="309962">
                <a:tc gridSpan="2" vMerge="1">
                  <a:txBody>
                    <a:bodyPr/>
                    <a:lstStyle/>
                    <a:p>
                      <a:endParaRPr lang="en-US"/>
                    </a:p>
                  </a:txBody>
                  <a:tcPr/>
                </a:tc>
                <a:tc hMerge="1" vMerge="1">
                  <a:txBody>
                    <a:bodyPr/>
                    <a:lstStyle/>
                    <a:p>
                      <a:endParaRPr lang="en-US" sz="800">
                        <a:solidFill>
                          <a:schemeClr val="bg1"/>
                        </a:solidFill>
                        <a:latin typeface="+mn-lt"/>
                      </a:endParaRPr>
                    </a:p>
                  </a:txBody>
                  <a:tcPr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64646"/>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r>
                        <a:rPr lang="en-US" sz="1100" b="0">
                          <a:solidFill>
                            <a:schemeClr val="bg1"/>
                          </a:solidFill>
                          <a:latin typeface="+mn-lt"/>
                        </a:rPr>
                        <a:t>Y</a:t>
                      </a:r>
                    </a:p>
                  </a:txBody>
                  <a:tcPr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r>
                        <a:rPr lang="en-US" sz="1100" b="0">
                          <a:solidFill>
                            <a:schemeClr val="bg1"/>
                          </a:solidFill>
                          <a:latin typeface="+mn-lt"/>
                        </a:rPr>
                        <a:t>Q1</a:t>
                      </a:r>
                    </a:p>
                  </a:txBody>
                  <a:tcPr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r>
                        <a:rPr lang="en-US" sz="1100" b="0">
                          <a:solidFill>
                            <a:schemeClr val="bg1"/>
                          </a:solidFill>
                          <a:latin typeface="+mn-lt"/>
                        </a:rPr>
                        <a:t>Q2</a:t>
                      </a:r>
                    </a:p>
                  </a:txBody>
                  <a:tcPr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r>
                        <a:rPr lang="en-US" sz="1100" b="0">
                          <a:solidFill>
                            <a:schemeClr val="bg1"/>
                          </a:solidFill>
                          <a:latin typeface="+mn-lt"/>
                        </a:rPr>
                        <a:t>Q3</a:t>
                      </a:r>
                    </a:p>
                  </a:txBody>
                  <a:tcPr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r>
                        <a:rPr lang="en-US" sz="1100" b="0">
                          <a:solidFill>
                            <a:schemeClr val="bg1"/>
                          </a:solidFill>
                          <a:latin typeface="+mn-lt"/>
                        </a:rPr>
                        <a:t>Q4</a:t>
                      </a:r>
                    </a:p>
                  </a:txBody>
                  <a:tcPr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r>
                        <a:rPr lang="en-US" sz="1100" b="0">
                          <a:solidFill>
                            <a:schemeClr val="bg1"/>
                          </a:solidFill>
                          <a:latin typeface="+mn-lt"/>
                        </a:rPr>
                        <a:t>H1</a:t>
                      </a:r>
                    </a:p>
                  </a:txBody>
                  <a:tcPr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r>
                        <a:rPr lang="en-US" sz="1100" b="0">
                          <a:solidFill>
                            <a:schemeClr val="bg1"/>
                          </a:solidFill>
                          <a:latin typeface="+mn-lt"/>
                        </a:rPr>
                        <a:t>H2</a:t>
                      </a:r>
                    </a:p>
                  </a:txBody>
                  <a:tcPr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r>
                        <a:rPr lang="en-US" sz="1100" b="0">
                          <a:solidFill>
                            <a:schemeClr val="bg1"/>
                          </a:solidFill>
                          <a:latin typeface="+mn-lt"/>
                        </a:rPr>
                        <a:t>Y</a:t>
                      </a:r>
                    </a:p>
                  </a:txBody>
                  <a:tcPr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r>
                        <a:rPr lang="en-US" sz="1100" b="0">
                          <a:solidFill>
                            <a:schemeClr val="bg1"/>
                          </a:solidFill>
                          <a:latin typeface="+mn-lt"/>
                        </a:rPr>
                        <a:t>Y</a:t>
                      </a:r>
                    </a:p>
                  </a:txBody>
                  <a:tcPr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r>
                        <a:rPr lang="en-US" sz="1100" b="0">
                          <a:solidFill>
                            <a:schemeClr val="bg1"/>
                          </a:solidFill>
                          <a:latin typeface="+mn-lt"/>
                        </a:rPr>
                        <a:t>Y</a:t>
                      </a:r>
                    </a:p>
                  </a:txBody>
                  <a:tcPr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r>
                        <a:rPr lang="en-US" sz="1100" b="0">
                          <a:solidFill>
                            <a:schemeClr val="bg1"/>
                          </a:solidFill>
                          <a:latin typeface="+mn-lt"/>
                        </a:rPr>
                        <a:t>Y</a:t>
                      </a:r>
                    </a:p>
                  </a:txBody>
                  <a:tcPr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1074894671"/>
                  </a:ext>
                </a:extLst>
              </a:tr>
              <a:tr h="1363833">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a:r>
                        <a:rPr lang="en-US" sz="1050" b="0">
                          <a:solidFill>
                            <a:schemeClr val="bg1"/>
                          </a:solidFill>
                          <a:latin typeface="+mn-lt"/>
                        </a:rPr>
                        <a:t>Customers</a:t>
                      </a:r>
                    </a:p>
                  </a:txBody>
                  <a:tcPr vert="vert"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100" b="0">
                          <a:solidFill>
                            <a:schemeClr val="bg1"/>
                          </a:solidFill>
                          <a:latin typeface="+mn-lt"/>
                        </a:rPr>
                        <a:t>Platforms &amp; Subsystems</a:t>
                      </a:r>
                    </a:p>
                  </a:txBody>
                  <a:tcPr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en-US" sz="1400" b="0">
                        <a:latin typeface="+mn-lt"/>
                      </a:endParaRPr>
                    </a:p>
                  </a:txBody>
                  <a:tcP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EDEDED"/>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en-US" sz="1400" b="0">
                        <a:latin typeface="+mn-lt"/>
                      </a:endParaRPr>
                    </a:p>
                  </a:txBody>
                  <a:tcP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EDEDED"/>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en-US" sz="1400" b="0">
                        <a:latin typeface="+mn-lt"/>
                      </a:endParaRPr>
                    </a:p>
                  </a:txBody>
                  <a:tcP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EDEDED"/>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en-US" sz="1400" b="0">
                        <a:latin typeface="+mn-lt"/>
                      </a:endParaRPr>
                    </a:p>
                  </a:txBody>
                  <a:tcP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EDEDED"/>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en-US" sz="1400" b="0">
                        <a:latin typeface="+mn-lt"/>
                      </a:endParaRPr>
                    </a:p>
                  </a:txBody>
                  <a:tcP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EDEDED"/>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en-US" sz="1400" b="0">
                        <a:latin typeface="+mn-lt"/>
                      </a:endParaRPr>
                    </a:p>
                  </a:txBody>
                  <a:tcPr marL="0" marR="0">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EDEDED"/>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en-US" sz="1400" b="0">
                        <a:latin typeface="+mn-lt"/>
                      </a:endParaRPr>
                    </a:p>
                  </a:txBody>
                  <a:tcPr marL="0" marR="0">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EDEDED"/>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en-US" sz="1400" b="0">
                        <a:latin typeface="+mn-lt"/>
                      </a:endParaRPr>
                    </a:p>
                  </a:txBody>
                  <a:tcPr marL="0" marR="0">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EDEDED"/>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en-US" sz="1400" b="0">
                        <a:latin typeface="+mn-lt"/>
                      </a:endParaRPr>
                    </a:p>
                  </a:txBody>
                  <a:tcPr marL="0" marR="0">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EDEDED"/>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en-US" sz="1400" b="0">
                        <a:latin typeface="+mn-lt"/>
                      </a:endParaRPr>
                    </a:p>
                  </a:txBody>
                  <a:tcPr marL="0" marR="0">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EDEDED"/>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en-US" sz="1400" b="0">
                        <a:latin typeface="+mn-lt"/>
                      </a:endParaRPr>
                    </a:p>
                  </a:txBody>
                  <a:tcPr marL="0" marR="0">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EDEDED"/>
                    </a:solidFill>
                  </a:tcPr>
                </a:tc>
                <a:extLst>
                  <a:ext uri="{0D108BD9-81ED-4DB2-BD59-A6C34878D82A}">
                    <a16:rowId xmlns:a16="http://schemas.microsoft.com/office/drawing/2014/main" val="1943440561"/>
                  </a:ext>
                </a:extLst>
              </a:tr>
              <a:tr h="2724912">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a:r>
                        <a:rPr lang="en-US" sz="1050" b="0">
                          <a:solidFill>
                            <a:schemeClr val="bg1"/>
                          </a:solidFill>
                          <a:latin typeface="+mn-lt"/>
                        </a:rPr>
                        <a:t>Technologies</a:t>
                      </a:r>
                    </a:p>
                  </a:txBody>
                  <a:tcPr vert="vert"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accent6">
                        <a:lumMod val="75000"/>
                      </a:scheme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r>
                        <a:rPr lang="en-US" sz="1100" b="0">
                          <a:solidFill>
                            <a:schemeClr val="bg1"/>
                          </a:solidFill>
                          <a:latin typeface="+mn-lt"/>
                        </a:rPr>
                        <a:t>Formal Methods</a:t>
                      </a:r>
                    </a:p>
                  </a:txBody>
                  <a:tcPr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en-US" sz="1400" b="0">
                        <a:latin typeface="+mn-lt"/>
                      </a:endParaRPr>
                    </a:p>
                  </a:txBody>
                  <a:tcP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EDEDED"/>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en-US" sz="1400" b="0">
                        <a:latin typeface="+mn-lt"/>
                      </a:endParaRPr>
                    </a:p>
                  </a:txBody>
                  <a:tcP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EDEDED"/>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en-US" sz="1400" b="0">
                        <a:latin typeface="+mn-lt"/>
                      </a:endParaRPr>
                    </a:p>
                  </a:txBody>
                  <a:tcP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EDEDED"/>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en-US" sz="1400" b="0">
                        <a:latin typeface="+mn-lt"/>
                      </a:endParaRPr>
                    </a:p>
                  </a:txBody>
                  <a:tcP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EDEDED"/>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en-US" sz="1400" b="0">
                        <a:latin typeface="+mn-lt"/>
                      </a:endParaRPr>
                    </a:p>
                  </a:txBody>
                  <a:tcP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EDEDED"/>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en-US" sz="1400" b="0">
                        <a:latin typeface="+mn-lt"/>
                      </a:endParaRPr>
                    </a:p>
                  </a:txBody>
                  <a:tcPr marL="0" marR="0">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EDEDED"/>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en-US" sz="1400" b="0">
                        <a:latin typeface="+mn-lt"/>
                      </a:endParaRPr>
                    </a:p>
                  </a:txBody>
                  <a:tcPr marL="0" marR="0">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EDEDED"/>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en-US" sz="1400" b="0">
                        <a:latin typeface="+mn-lt"/>
                      </a:endParaRPr>
                    </a:p>
                  </a:txBody>
                  <a:tcPr marL="0" marR="0">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EDEDED"/>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en-US" sz="1400" b="0">
                        <a:latin typeface="+mn-lt"/>
                      </a:endParaRPr>
                    </a:p>
                  </a:txBody>
                  <a:tcPr marL="0" marR="0">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EDEDED"/>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en-US" sz="1400" b="0">
                        <a:latin typeface="+mn-lt"/>
                      </a:endParaRPr>
                    </a:p>
                  </a:txBody>
                  <a:tcPr marL="0" marR="0">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EDEDED"/>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en-US" sz="1400" b="0">
                        <a:latin typeface="+mn-lt"/>
                      </a:endParaRPr>
                    </a:p>
                  </a:txBody>
                  <a:tcPr marL="0" marR="0">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EDEDED"/>
                    </a:solidFill>
                  </a:tcPr>
                </a:tc>
                <a:extLst>
                  <a:ext uri="{0D108BD9-81ED-4DB2-BD59-A6C34878D82A}">
                    <a16:rowId xmlns:a16="http://schemas.microsoft.com/office/drawing/2014/main" val="3907711602"/>
                  </a:ext>
                </a:extLst>
              </a:tr>
            </a:tbl>
          </a:graphicData>
        </a:graphic>
      </p:graphicFrame>
      <p:sp>
        <p:nvSpPr>
          <p:cNvPr id="9" name="TextBox 8">
            <a:extLst>
              <a:ext uri="{FF2B5EF4-FFF2-40B4-BE49-F238E27FC236}">
                <a16:creationId xmlns:a16="http://schemas.microsoft.com/office/drawing/2014/main" id="{6D9B8209-8167-4E3C-A359-DF2B666EAB08}"/>
              </a:ext>
            </a:extLst>
          </p:cNvPr>
          <p:cNvSpPr txBox="1"/>
          <p:nvPr userDrawn="1"/>
        </p:nvSpPr>
        <p:spPr>
          <a:xfrm>
            <a:off x="2885583" y="1238549"/>
            <a:ext cx="3541807" cy="246221"/>
          </a:xfrm>
          <a:prstGeom prst="rect">
            <a:avLst/>
          </a:prstGeom>
          <a:noFill/>
        </p:spPr>
        <p:txBody>
          <a:bodyPr wrap="square" lIns="45720" tIns="45720" rIns="45720" bIns="45720" rtlCol="0" anchor="t">
            <a:spAutoFit/>
          </a:bodyPr>
          <a:lstStyle/>
          <a:p>
            <a:pPr algn="ctr">
              <a:buClr>
                <a:srgbClr val="000000"/>
              </a:buClr>
              <a:buFont typeface="Arial"/>
              <a:buNone/>
            </a:pPr>
            <a:r>
              <a:rPr lang="en-US" sz="1000" kern="0">
                <a:solidFill>
                  <a:srgbClr val="000000"/>
                </a:solidFill>
                <a:cs typeface="Arial"/>
                <a:sym typeface="Arial"/>
              </a:rPr>
              <a:t>Current Year</a:t>
            </a:r>
          </a:p>
        </p:txBody>
      </p:sp>
      <p:sp>
        <p:nvSpPr>
          <p:cNvPr id="10" name="TextBox 9">
            <a:extLst>
              <a:ext uri="{FF2B5EF4-FFF2-40B4-BE49-F238E27FC236}">
                <a16:creationId xmlns:a16="http://schemas.microsoft.com/office/drawing/2014/main" id="{F1B26DAB-18DF-407E-97BC-9B6B3EE1448B}"/>
              </a:ext>
            </a:extLst>
          </p:cNvPr>
          <p:cNvSpPr txBox="1"/>
          <p:nvPr userDrawn="1"/>
        </p:nvSpPr>
        <p:spPr>
          <a:xfrm>
            <a:off x="6666376" y="1238549"/>
            <a:ext cx="1322682" cy="246221"/>
          </a:xfrm>
          <a:prstGeom prst="rect">
            <a:avLst/>
          </a:prstGeom>
          <a:noFill/>
        </p:spPr>
        <p:txBody>
          <a:bodyPr wrap="square" lIns="45720" rIns="45720" rtlCol="0">
            <a:spAutoFit/>
          </a:bodyPr>
          <a:lstStyle/>
          <a:p>
            <a:pPr algn="ctr">
              <a:buClr>
                <a:srgbClr val="000000"/>
              </a:buClr>
              <a:buFont typeface="Arial"/>
              <a:buNone/>
            </a:pPr>
            <a:r>
              <a:rPr lang="en-US" sz="1000" kern="0">
                <a:solidFill>
                  <a:srgbClr val="000000"/>
                </a:solidFill>
                <a:cs typeface="Arial"/>
                <a:sym typeface="Arial"/>
              </a:rPr>
              <a:t>≥ 1 Year</a:t>
            </a:r>
          </a:p>
        </p:txBody>
      </p:sp>
      <p:sp>
        <p:nvSpPr>
          <p:cNvPr id="11" name="TextBox 10">
            <a:extLst>
              <a:ext uri="{FF2B5EF4-FFF2-40B4-BE49-F238E27FC236}">
                <a16:creationId xmlns:a16="http://schemas.microsoft.com/office/drawing/2014/main" id="{191305E2-5C0C-4FAE-A2C8-40FD941C4413}"/>
              </a:ext>
            </a:extLst>
          </p:cNvPr>
          <p:cNvSpPr txBox="1"/>
          <p:nvPr userDrawn="1"/>
        </p:nvSpPr>
        <p:spPr>
          <a:xfrm>
            <a:off x="10889856" y="1238549"/>
            <a:ext cx="868592" cy="246221"/>
          </a:xfrm>
          <a:prstGeom prst="rect">
            <a:avLst/>
          </a:prstGeom>
          <a:noFill/>
        </p:spPr>
        <p:txBody>
          <a:bodyPr wrap="square" lIns="45720" rIns="45720" rtlCol="0">
            <a:spAutoFit/>
          </a:bodyPr>
          <a:lstStyle/>
          <a:p>
            <a:pPr algn="ctr">
              <a:buClr>
                <a:srgbClr val="000000"/>
              </a:buClr>
              <a:buFont typeface="Arial"/>
              <a:buNone/>
            </a:pPr>
            <a:r>
              <a:rPr lang="en-US" sz="1000" kern="0">
                <a:solidFill>
                  <a:srgbClr val="000000"/>
                </a:solidFill>
                <a:cs typeface="Arial"/>
                <a:sym typeface="Arial"/>
              </a:rPr>
              <a:t>≥ 5 Years</a:t>
            </a:r>
          </a:p>
        </p:txBody>
      </p:sp>
      <p:sp>
        <p:nvSpPr>
          <p:cNvPr id="12" name="Isosceles Triangle 11">
            <a:extLst>
              <a:ext uri="{FF2B5EF4-FFF2-40B4-BE49-F238E27FC236}">
                <a16:creationId xmlns:a16="http://schemas.microsoft.com/office/drawing/2014/main" id="{C06CFF9B-3CC5-4158-99AA-B6CFB41FCFD8}"/>
              </a:ext>
            </a:extLst>
          </p:cNvPr>
          <p:cNvSpPr/>
          <p:nvPr userDrawn="1"/>
        </p:nvSpPr>
        <p:spPr>
          <a:xfrm rot="10800000">
            <a:off x="6353133" y="1301826"/>
            <a:ext cx="164842" cy="142106"/>
          </a:xfrm>
          <a:prstGeom prst="triangle">
            <a:avLst/>
          </a:prstGeom>
          <a:solidFill>
            <a:schemeClr val="tx2"/>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en-US" sz="11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13" name="Isosceles Triangle 12">
            <a:extLst>
              <a:ext uri="{FF2B5EF4-FFF2-40B4-BE49-F238E27FC236}">
                <a16:creationId xmlns:a16="http://schemas.microsoft.com/office/drawing/2014/main" id="{3DC88DC1-6ED9-4CF5-A01A-789FFB882113}"/>
              </a:ext>
            </a:extLst>
          </p:cNvPr>
          <p:cNvSpPr/>
          <p:nvPr userDrawn="1"/>
        </p:nvSpPr>
        <p:spPr>
          <a:xfrm rot="10800000">
            <a:off x="8131415" y="1301826"/>
            <a:ext cx="164842" cy="142106"/>
          </a:xfrm>
          <a:prstGeom prst="triangle">
            <a:avLst/>
          </a:prstGeom>
          <a:solidFill>
            <a:schemeClr val="tx2"/>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en-US" sz="11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14" name="Isosceles Triangle 13">
            <a:extLst>
              <a:ext uri="{FF2B5EF4-FFF2-40B4-BE49-F238E27FC236}">
                <a16:creationId xmlns:a16="http://schemas.microsoft.com/office/drawing/2014/main" id="{7C3A0EAB-6B23-4EEA-AD1E-A822C018DE8D}"/>
              </a:ext>
            </a:extLst>
          </p:cNvPr>
          <p:cNvSpPr/>
          <p:nvPr userDrawn="1"/>
        </p:nvSpPr>
        <p:spPr>
          <a:xfrm rot="10800000">
            <a:off x="9025086" y="1301825"/>
            <a:ext cx="164842" cy="142106"/>
          </a:xfrm>
          <a:prstGeom prst="triangle">
            <a:avLst/>
          </a:prstGeom>
          <a:solidFill>
            <a:schemeClr val="tx2"/>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en-US" sz="11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16" name="Isosceles Triangle 15">
            <a:extLst>
              <a:ext uri="{FF2B5EF4-FFF2-40B4-BE49-F238E27FC236}">
                <a16:creationId xmlns:a16="http://schemas.microsoft.com/office/drawing/2014/main" id="{E06236E6-1700-4DF1-8809-0979C23EA97F}"/>
              </a:ext>
            </a:extLst>
          </p:cNvPr>
          <p:cNvSpPr/>
          <p:nvPr userDrawn="1"/>
        </p:nvSpPr>
        <p:spPr>
          <a:xfrm rot="10800000">
            <a:off x="9914458" y="1301825"/>
            <a:ext cx="164842" cy="142106"/>
          </a:xfrm>
          <a:prstGeom prst="triangle">
            <a:avLst/>
          </a:prstGeom>
          <a:solidFill>
            <a:schemeClr val="tx2"/>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en-US" sz="11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17" name="Isosceles Triangle 16">
            <a:extLst>
              <a:ext uri="{FF2B5EF4-FFF2-40B4-BE49-F238E27FC236}">
                <a16:creationId xmlns:a16="http://schemas.microsoft.com/office/drawing/2014/main" id="{FBC8DC25-3DAA-4D2B-B35C-8D13E7F63633}"/>
              </a:ext>
            </a:extLst>
          </p:cNvPr>
          <p:cNvSpPr/>
          <p:nvPr userDrawn="1"/>
        </p:nvSpPr>
        <p:spPr>
          <a:xfrm rot="10800000">
            <a:off x="1923700" y="1301825"/>
            <a:ext cx="164842" cy="142106"/>
          </a:xfrm>
          <a:prstGeom prst="triangle">
            <a:avLst/>
          </a:prstGeom>
          <a:solidFill>
            <a:schemeClr val="tx2"/>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en-US" sz="11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18" name="Isosceles Triangle 17">
            <a:extLst>
              <a:ext uri="{FF2B5EF4-FFF2-40B4-BE49-F238E27FC236}">
                <a16:creationId xmlns:a16="http://schemas.microsoft.com/office/drawing/2014/main" id="{D0A9E58E-E33E-4E3B-8E1A-3390334FD43C}"/>
              </a:ext>
            </a:extLst>
          </p:cNvPr>
          <p:cNvSpPr/>
          <p:nvPr userDrawn="1"/>
        </p:nvSpPr>
        <p:spPr>
          <a:xfrm rot="10800000">
            <a:off x="10803830" y="1301826"/>
            <a:ext cx="164842" cy="142106"/>
          </a:xfrm>
          <a:prstGeom prst="triangle">
            <a:avLst/>
          </a:prstGeom>
          <a:solidFill>
            <a:schemeClr val="tx2"/>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en-US" sz="11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19" name="TextBox 18">
            <a:extLst>
              <a:ext uri="{FF2B5EF4-FFF2-40B4-BE49-F238E27FC236}">
                <a16:creationId xmlns:a16="http://schemas.microsoft.com/office/drawing/2014/main" id="{00BFE045-1AD2-4B18-84F3-91845E1296BA}"/>
              </a:ext>
            </a:extLst>
          </p:cNvPr>
          <p:cNvSpPr txBox="1"/>
          <p:nvPr userDrawn="1"/>
        </p:nvSpPr>
        <p:spPr>
          <a:xfrm>
            <a:off x="2021991" y="1238549"/>
            <a:ext cx="841851" cy="246221"/>
          </a:xfrm>
          <a:prstGeom prst="rect">
            <a:avLst/>
          </a:prstGeom>
          <a:noFill/>
        </p:spPr>
        <p:txBody>
          <a:bodyPr wrap="square" lIns="45720" tIns="45720" rIns="45720" bIns="45720" rtlCol="0" anchor="t">
            <a:spAutoFit/>
          </a:bodyPr>
          <a:lstStyle/>
          <a:p>
            <a:pPr algn="ctr">
              <a:buClr>
                <a:srgbClr val="000000"/>
              </a:buClr>
              <a:buFont typeface="Arial"/>
              <a:buNone/>
            </a:pPr>
            <a:r>
              <a:rPr lang="en-US" sz="1000" kern="0">
                <a:solidFill>
                  <a:srgbClr val="000000"/>
                </a:solidFill>
                <a:cs typeface="Arial"/>
                <a:sym typeface="Arial"/>
              </a:rPr>
              <a:t>Past Years</a:t>
            </a:r>
          </a:p>
        </p:txBody>
      </p:sp>
      <p:grpSp>
        <p:nvGrpSpPr>
          <p:cNvPr id="20" name="Group 19">
            <a:extLst>
              <a:ext uri="{FF2B5EF4-FFF2-40B4-BE49-F238E27FC236}">
                <a16:creationId xmlns:a16="http://schemas.microsoft.com/office/drawing/2014/main" id="{E1617F51-E1C5-4604-91EA-947998B75F7B}"/>
              </a:ext>
            </a:extLst>
          </p:cNvPr>
          <p:cNvGrpSpPr/>
          <p:nvPr userDrawn="1"/>
        </p:nvGrpSpPr>
        <p:grpSpPr>
          <a:xfrm>
            <a:off x="8476615" y="350520"/>
            <a:ext cx="3287688" cy="824977"/>
            <a:chOff x="8651875" y="342900"/>
            <a:chExt cx="3287688" cy="824977"/>
          </a:xfrm>
        </p:grpSpPr>
        <p:sp>
          <p:nvSpPr>
            <p:cNvPr id="21" name="Rectangle 20">
              <a:extLst>
                <a:ext uri="{FF2B5EF4-FFF2-40B4-BE49-F238E27FC236}">
                  <a16:creationId xmlns:a16="http://schemas.microsoft.com/office/drawing/2014/main" id="{09E7110E-75AE-4D46-8D3B-6B6D6EA1BFCB}"/>
                </a:ext>
              </a:extLst>
            </p:cNvPr>
            <p:cNvSpPr/>
            <p:nvPr userDrawn="1"/>
          </p:nvSpPr>
          <p:spPr>
            <a:xfrm>
              <a:off x="8651875" y="342900"/>
              <a:ext cx="3287688" cy="824977"/>
            </a:xfrm>
            <a:prstGeom prst="rect">
              <a:avLst/>
            </a:prstGeom>
            <a:solidFill>
              <a:srgbClr val="FFFFFF">
                <a:lumMod val="95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en-US" sz="1600" b="0" i="0" u="none" strike="noStrike" kern="0" cap="none" spc="0" normalizeH="0" baseline="0" noProof="0">
                <a:ln>
                  <a:noFill/>
                </a:ln>
                <a:solidFill>
                  <a:srgbClr val="FFFFFF"/>
                </a:solidFill>
                <a:effectLst/>
                <a:uLnTx/>
                <a:uFillTx/>
                <a:latin typeface="Arial"/>
                <a:ea typeface="+mn-ea"/>
                <a:cs typeface="+mn-cs"/>
                <a:sym typeface="Arial"/>
              </a:endParaRPr>
            </a:p>
          </p:txBody>
        </p:sp>
        <p:grpSp>
          <p:nvGrpSpPr>
            <p:cNvPr id="22" name="Group 21">
              <a:extLst>
                <a:ext uri="{FF2B5EF4-FFF2-40B4-BE49-F238E27FC236}">
                  <a16:creationId xmlns:a16="http://schemas.microsoft.com/office/drawing/2014/main" id="{99E50AF6-0B5B-4DCB-B759-ACBEA27A5FDE}"/>
                </a:ext>
              </a:extLst>
            </p:cNvPr>
            <p:cNvGrpSpPr/>
            <p:nvPr/>
          </p:nvGrpSpPr>
          <p:grpSpPr>
            <a:xfrm>
              <a:off x="11082594" y="391010"/>
              <a:ext cx="856969" cy="215444"/>
              <a:chOff x="11082594" y="392616"/>
              <a:chExt cx="856969" cy="215444"/>
            </a:xfrm>
          </p:grpSpPr>
          <p:sp>
            <p:nvSpPr>
              <p:cNvPr id="51" name="Oval 50">
                <a:extLst>
                  <a:ext uri="{FF2B5EF4-FFF2-40B4-BE49-F238E27FC236}">
                    <a16:creationId xmlns:a16="http://schemas.microsoft.com/office/drawing/2014/main" id="{652B6610-FE6B-40DE-B5DE-330D9B5F8682}"/>
                  </a:ext>
                </a:extLst>
              </p:cNvPr>
              <p:cNvSpPr/>
              <p:nvPr/>
            </p:nvSpPr>
            <p:spPr>
              <a:xfrm>
                <a:off x="11082594" y="432835"/>
                <a:ext cx="116827" cy="116827"/>
              </a:xfrm>
              <a:prstGeom prst="ellipse">
                <a:avLst/>
              </a:prstGeom>
              <a:solidFill>
                <a:srgbClr val="FFFFFF"/>
              </a:solidFill>
              <a:ln w="12700" cap="flat" cmpd="sng" algn="ctr">
                <a:solidFill>
                  <a:srgbClr val="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en-US" sz="8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52" name="TextBox 51">
                <a:extLst>
                  <a:ext uri="{FF2B5EF4-FFF2-40B4-BE49-F238E27FC236}">
                    <a16:creationId xmlns:a16="http://schemas.microsoft.com/office/drawing/2014/main" id="{4427C932-9561-456A-A646-9FAE0196F74F}"/>
                  </a:ext>
                </a:extLst>
              </p:cNvPr>
              <p:cNvSpPr txBox="1"/>
              <p:nvPr/>
            </p:nvSpPr>
            <p:spPr>
              <a:xfrm>
                <a:off x="11190836" y="392616"/>
                <a:ext cx="748727" cy="215444"/>
              </a:xfrm>
              <a:prstGeom prst="rect">
                <a:avLst/>
              </a:prstGeom>
              <a:noFill/>
            </p:spPr>
            <p:txBody>
              <a:bodyPr wrap="square" lIns="45720" rIns="45720" rtlCol="0">
                <a:sp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r>
                  <a:rPr kumimoji="0" lang="en-US" sz="800" b="0" i="0" u="none" strike="noStrike" kern="0" cap="none" spc="0" normalizeH="0" baseline="0" noProof="0">
                    <a:ln>
                      <a:noFill/>
                    </a:ln>
                    <a:solidFill>
                      <a:srgbClr val="000000"/>
                    </a:solidFill>
                    <a:effectLst/>
                    <a:uLnTx/>
                    <a:uFillTx/>
                    <a:cs typeface="Arial"/>
                    <a:sym typeface="Arial"/>
                  </a:rPr>
                  <a:t>Unfunded</a:t>
                </a:r>
              </a:p>
            </p:txBody>
          </p:sp>
        </p:grpSp>
        <p:grpSp>
          <p:nvGrpSpPr>
            <p:cNvPr id="23" name="Group 22">
              <a:extLst>
                <a:ext uri="{FF2B5EF4-FFF2-40B4-BE49-F238E27FC236}">
                  <a16:creationId xmlns:a16="http://schemas.microsoft.com/office/drawing/2014/main" id="{BF733092-CC62-475C-B24E-311EE685533D}"/>
                </a:ext>
              </a:extLst>
            </p:cNvPr>
            <p:cNvGrpSpPr/>
            <p:nvPr/>
          </p:nvGrpSpPr>
          <p:grpSpPr>
            <a:xfrm>
              <a:off x="11087258" y="560944"/>
              <a:ext cx="845662" cy="215444"/>
              <a:chOff x="11087258" y="553812"/>
              <a:chExt cx="845662" cy="215444"/>
            </a:xfrm>
          </p:grpSpPr>
          <p:sp>
            <p:nvSpPr>
              <p:cNvPr id="49" name="Rectangle 48">
                <a:extLst>
                  <a:ext uri="{FF2B5EF4-FFF2-40B4-BE49-F238E27FC236}">
                    <a16:creationId xmlns:a16="http://schemas.microsoft.com/office/drawing/2014/main" id="{E83097AA-CD21-4807-A313-6AA1305DC341}"/>
                  </a:ext>
                </a:extLst>
              </p:cNvPr>
              <p:cNvSpPr/>
              <p:nvPr/>
            </p:nvSpPr>
            <p:spPr>
              <a:xfrm>
                <a:off x="11087258" y="609062"/>
                <a:ext cx="106067" cy="104945"/>
              </a:xfrm>
              <a:prstGeom prst="rect">
                <a:avLst/>
              </a:prstGeom>
              <a:solidFill>
                <a:srgbClr val="6D9EEB"/>
              </a:solidFill>
              <a:ln w="12700" cap="flat" cmpd="sng" algn="ctr">
                <a:solidFill>
                  <a:srgbClr val="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en-US" sz="8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50" name="TextBox 49">
                <a:extLst>
                  <a:ext uri="{FF2B5EF4-FFF2-40B4-BE49-F238E27FC236}">
                    <a16:creationId xmlns:a16="http://schemas.microsoft.com/office/drawing/2014/main" id="{73C62CF1-AE2A-4FBE-A8C0-236039A15596}"/>
                  </a:ext>
                </a:extLst>
              </p:cNvPr>
              <p:cNvSpPr txBox="1"/>
              <p:nvPr/>
            </p:nvSpPr>
            <p:spPr>
              <a:xfrm>
                <a:off x="11190433" y="553812"/>
                <a:ext cx="742487" cy="215444"/>
              </a:xfrm>
              <a:prstGeom prst="rect">
                <a:avLst/>
              </a:prstGeom>
              <a:noFill/>
            </p:spPr>
            <p:txBody>
              <a:bodyPr wrap="square" lIns="45720" rIns="45720" rtlCol="0">
                <a:sp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r>
                  <a:rPr kumimoji="0" lang="en-US" sz="800" b="0" i="0" u="none" strike="noStrike" kern="0" cap="none" spc="0" normalizeH="0" baseline="0" noProof="0">
                    <a:ln>
                      <a:noFill/>
                    </a:ln>
                    <a:solidFill>
                      <a:srgbClr val="000000"/>
                    </a:solidFill>
                    <a:effectLst/>
                    <a:uLnTx/>
                    <a:uFillTx/>
                    <a:cs typeface="Arial"/>
                    <a:sym typeface="Arial"/>
                  </a:rPr>
                  <a:t>Gate Review</a:t>
                </a:r>
              </a:p>
            </p:txBody>
          </p:sp>
        </p:grpSp>
        <p:grpSp>
          <p:nvGrpSpPr>
            <p:cNvPr id="24" name="Group 23">
              <a:extLst>
                <a:ext uri="{FF2B5EF4-FFF2-40B4-BE49-F238E27FC236}">
                  <a16:creationId xmlns:a16="http://schemas.microsoft.com/office/drawing/2014/main" id="{FFC5E8AE-F03C-49D1-9B0D-A2C08B6259D7}"/>
                </a:ext>
              </a:extLst>
            </p:cNvPr>
            <p:cNvGrpSpPr/>
            <p:nvPr/>
          </p:nvGrpSpPr>
          <p:grpSpPr>
            <a:xfrm>
              <a:off x="8766462" y="900811"/>
              <a:ext cx="934147" cy="215444"/>
              <a:chOff x="8766462" y="892960"/>
              <a:chExt cx="934147" cy="215444"/>
            </a:xfrm>
          </p:grpSpPr>
          <p:sp>
            <p:nvSpPr>
              <p:cNvPr id="47" name="Isosceles Triangle 46">
                <a:extLst>
                  <a:ext uri="{FF2B5EF4-FFF2-40B4-BE49-F238E27FC236}">
                    <a16:creationId xmlns:a16="http://schemas.microsoft.com/office/drawing/2014/main" id="{4F995872-FD30-4955-9744-681E7EA6209F}"/>
                  </a:ext>
                </a:extLst>
              </p:cNvPr>
              <p:cNvSpPr/>
              <p:nvPr userDrawn="1"/>
            </p:nvSpPr>
            <p:spPr>
              <a:xfrm>
                <a:off x="8766462" y="952584"/>
                <a:ext cx="108222" cy="96197"/>
              </a:xfrm>
              <a:prstGeom prst="triangle">
                <a:avLst/>
              </a:prstGeom>
              <a:solidFill>
                <a:srgbClr val="00AB8E">
                  <a:lumMod val="40000"/>
                  <a:lumOff val="60000"/>
                </a:srgbClr>
              </a:solidFill>
              <a:ln w="12700" cap="flat" cmpd="sng" algn="ctr">
                <a:solidFill>
                  <a:srgbClr val="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en-US" sz="8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48" name="TextBox 47">
                <a:extLst>
                  <a:ext uri="{FF2B5EF4-FFF2-40B4-BE49-F238E27FC236}">
                    <a16:creationId xmlns:a16="http://schemas.microsoft.com/office/drawing/2014/main" id="{A42900C3-9CE2-4503-9319-203F771C0006}"/>
                  </a:ext>
                </a:extLst>
              </p:cNvPr>
              <p:cNvSpPr txBox="1"/>
              <p:nvPr userDrawn="1"/>
            </p:nvSpPr>
            <p:spPr>
              <a:xfrm>
                <a:off x="8878783" y="892960"/>
                <a:ext cx="821826" cy="215444"/>
              </a:xfrm>
              <a:prstGeom prst="rect">
                <a:avLst/>
              </a:prstGeom>
              <a:noFill/>
            </p:spPr>
            <p:txBody>
              <a:bodyPr wrap="square" lIns="45720" rIns="45720" rtlCol="0">
                <a:sp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r>
                  <a:rPr kumimoji="0" lang="en-US" sz="800" b="0" i="0" u="none" strike="noStrike" kern="0" cap="none" spc="0" normalizeH="0" baseline="0" noProof="0">
                    <a:ln>
                      <a:noFill/>
                    </a:ln>
                    <a:solidFill>
                      <a:srgbClr val="000000"/>
                    </a:solidFill>
                    <a:effectLst/>
                    <a:uLnTx/>
                    <a:uFillTx/>
                    <a:cs typeface="Arial"/>
                    <a:sym typeface="Arial"/>
                  </a:rPr>
                  <a:t>Other Funding</a:t>
                </a:r>
              </a:p>
            </p:txBody>
          </p:sp>
        </p:grpSp>
        <p:grpSp>
          <p:nvGrpSpPr>
            <p:cNvPr id="25" name="Group 24">
              <a:extLst>
                <a:ext uri="{FF2B5EF4-FFF2-40B4-BE49-F238E27FC236}">
                  <a16:creationId xmlns:a16="http://schemas.microsoft.com/office/drawing/2014/main" id="{9B3FEEE0-3823-4DB9-A4C7-A8A691024AF0}"/>
                </a:ext>
              </a:extLst>
            </p:cNvPr>
            <p:cNvGrpSpPr/>
            <p:nvPr/>
          </p:nvGrpSpPr>
          <p:grpSpPr>
            <a:xfrm>
              <a:off x="8762048" y="391010"/>
              <a:ext cx="1082921" cy="215444"/>
              <a:chOff x="8762048" y="392616"/>
              <a:chExt cx="1082921" cy="215444"/>
            </a:xfrm>
          </p:grpSpPr>
          <p:sp>
            <p:nvSpPr>
              <p:cNvPr id="45" name="Isosceles Triangle 44">
                <a:extLst>
                  <a:ext uri="{FF2B5EF4-FFF2-40B4-BE49-F238E27FC236}">
                    <a16:creationId xmlns:a16="http://schemas.microsoft.com/office/drawing/2014/main" id="{57E10DD5-E580-40B6-AD69-4AE9E9B844CC}"/>
                  </a:ext>
                </a:extLst>
              </p:cNvPr>
              <p:cNvSpPr/>
              <p:nvPr userDrawn="1"/>
            </p:nvSpPr>
            <p:spPr>
              <a:xfrm>
                <a:off x="8762048" y="443567"/>
                <a:ext cx="108222" cy="96197"/>
              </a:xfrm>
              <a:prstGeom prst="triangle">
                <a:avLst/>
              </a:prstGeom>
              <a:solidFill>
                <a:srgbClr val="7F7F7F"/>
              </a:solidFill>
              <a:ln w="12700" cap="flat" cmpd="sng" algn="ctr">
                <a:solidFill>
                  <a:srgbClr val="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en-US" sz="8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46" name="TextBox 45">
                <a:extLst>
                  <a:ext uri="{FF2B5EF4-FFF2-40B4-BE49-F238E27FC236}">
                    <a16:creationId xmlns:a16="http://schemas.microsoft.com/office/drawing/2014/main" id="{AD8FF36D-E598-4F01-B3A3-6F55528C5E7A}"/>
                  </a:ext>
                </a:extLst>
              </p:cNvPr>
              <p:cNvSpPr txBox="1"/>
              <p:nvPr userDrawn="1"/>
            </p:nvSpPr>
            <p:spPr>
              <a:xfrm>
                <a:off x="8879985" y="392616"/>
                <a:ext cx="964984" cy="215444"/>
              </a:xfrm>
              <a:prstGeom prst="rect">
                <a:avLst/>
              </a:prstGeom>
              <a:noFill/>
            </p:spPr>
            <p:txBody>
              <a:bodyPr wrap="square" lIns="45720" rIns="45720" rtlCol="0">
                <a:sp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r>
                  <a:rPr kumimoji="0" lang="en-US" sz="800" b="0" i="0" u="none" strike="noStrike" kern="0" cap="none" spc="0" normalizeH="0" baseline="0" noProof="0">
                    <a:ln>
                      <a:noFill/>
                    </a:ln>
                    <a:solidFill>
                      <a:srgbClr val="000000"/>
                    </a:solidFill>
                    <a:effectLst/>
                    <a:uLnTx/>
                    <a:uFillTx/>
                    <a:cs typeface="Arial"/>
                    <a:sym typeface="Arial"/>
                  </a:rPr>
                  <a:t>Customer Funded</a:t>
                </a:r>
              </a:p>
            </p:txBody>
          </p:sp>
        </p:grpSp>
        <p:grpSp>
          <p:nvGrpSpPr>
            <p:cNvPr id="26" name="Group 25">
              <a:extLst>
                <a:ext uri="{FF2B5EF4-FFF2-40B4-BE49-F238E27FC236}">
                  <a16:creationId xmlns:a16="http://schemas.microsoft.com/office/drawing/2014/main" id="{24D002EB-67D4-4710-8AE1-4B255527116F}"/>
                </a:ext>
              </a:extLst>
            </p:cNvPr>
            <p:cNvGrpSpPr/>
            <p:nvPr/>
          </p:nvGrpSpPr>
          <p:grpSpPr>
            <a:xfrm>
              <a:off x="8762048" y="560944"/>
              <a:ext cx="987942" cy="215444"/>
              <a:chOff x="8762048" y="538752"/>
              <a:chExt cx="987942" cy="215444"/>
            </a:xfrm>
          </p:grpSpPr>
          <p:sp>
            <p:nvSpPr>
              <p:cNvPr id="43" name="Isosceles Triangle 42">
                <a:extLst>
                  <a:ext uri="{FF2B5EF4-FFF2-40B4-BE49-F238E27FC236}">
                    <a16:creationId xmlns:a16="http://schemas.microsoft.com/office/drawing/2014/main" id="{E0594A86-4CA6-40D4-9C35-A325E2998152}"/>
                  </a:ext>
                </a:extLst>
              </p:cNvPr>
              <p:cNvSpPr/>
              <p:nvPr userDrawn="1"/>
            </p:nvSpPr>
            <p:spPr>
              <a:xfrm>
                <a:off x="8762048" y="598376"/>
                <a:ext cx="108222" cy="96197"/>
              </a:xfrm>
              <a:prstGeom prst="triangle">
                <a:avLst/>
              </a:prstGeom>
              <a:solidFill>
                <a:srgbClr val="F1C232"/>
              </a:solidFill>
              <a:ln w="12700" cap="flat" cmpd="sng" algn="ctr">
                <a:solidFill>
                  <a:srgbClr val="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en-US" sz="8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44" name="TextBox 43">
                <a:extLst>
                  <a:ext uri="{FF2B5EF4-FFF2-40B4-BE49-F238E27FC236}">
                    <a16:creationId xmlns:a16="http://schemas.microsoft.com/office/drawing/2014/main" id="{FBB4F3DA-A7D6-459E-850A-C99B71508ABF}"/>
                  </a:ext>
                </a:extLst>
              </p:cNvPr>
              <p:cNvSpPr txBox="1"/>
              <p:nvPr userDrawn="1"/>
            </p:nvSpPr>
            <p:spPr>
              <a:xfrm>
                <a:off x="8879985" y="538752"/>
                <a:ext cx="870005" cy="215444"/>
              </a:xfrm>
              <a:prstGeom prst="rect">
                <a:avLst/>
              </a:prstGeom>
              <a:noFill/>
            </p:spPr>
            <p:txBody>
              <a:bodyPr wrap="square" lIns="45720" rIns="45720" rtlCol="0">
                <a:sp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r>
                  <a:rPr kumimoji="0" lang="en-US" sz="800" b="0" i="0" u="none" strike="noStrike" kern="0" cap="none" spc="0" normalizeH="0" baseline="0" noProof="0">
                    <a:ln>
                      <a:noFill/>
                    </a:ln>
                    <a:solidFill>
                      <a:srgbClr val="000000"/>
                    </a:solidFill>
                    <a:effectLst/>
                    <a:uLnTx/>
                    <a:uFillTx/>
                    <a:cs typeface="Arial"/>
                    <a:sym typeface="Arial"/>
                  </a:rPr>
                  <a:t>MA&amp;H IR&amp;D</a:t>
                </a:r>
              </a:p>
            </p:txBody>
          </p:sp>
        </p:grpSp>
        <p:grpSp>
          <p:nvGrpSpPr>
            <p:cNvPr id="27" name="Group 26">
              <a:extLst>
                <a:ext uri="{FF2B5EF4-FFF2-40B4-BE49-F238E27FC236}">
                  <a16:creationId xmlns:a16="http://schemas.microsoft.com/office/drawing/2014/main" id="{1726AE1A-57A8-4C85-8429-28C977727227}"/>
                </a:ext>
              </a:extLst>
            </p:cNvPr>
            <p:cNvGrpSpPr/>
            <p:nvPr/>
          </p:nvGrpSpPr>
          <p:grpSpPr>
            <a:xfrm>
              <a:off x="8762048" y="730878"/>
              <a:ext cx="1170624" cy="215444"/>
              <a:chOff x="8762048" y="723778"/>
              <a:chExt cx="1170624" cy="215444"/>
            </a:xfrm>
          </p:grpSpPr>
          <p:sp>
            <p:nvSpPr>
              <p:cNvPr id="41" name="Isosceles Triangle 40">
                <a:extLst>
                  <a:ext uri="{FF2B5EF4-FFF2-40B4-BE49-F238E27FC236}">
                    <a16:creationId xmlns:a16="http://schemas.microsoft.com/office/drawing/2014/main" id="{4A0178D7-69B0-4DE0-9171-616F9A01960E}"/>
                  </a:ext>
                </a:extLst>
              </p:cNvPr>
              <p:cNvSpPr/>
              <p:nvPr userDrawn="1"/>
            </p:nvSpPr>
            <p:spPr>
              <a:xfrm>
                <a:off x="8762048" y="783402"/>
                <a:ext cx="108222" cy="96197"/>
              </a:xfrm>
              <a:prstGeom prst="triangle">
                <a:avLst/>
              </a:prstGeom>
              <a:solidFill>
                <a:srgbClr val="FF00FF"/>
              </a:solidFill>
              <a:ln w="12700" cap="flat" cmpd="sng" algn="ctr">
                <a:solidFill>
                  <a:srgbClr val="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en-US" sz="8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42" name="TextBox 41">
                <a:extLst>
                  <a:ext uri="{FF2B5EF4-FFF2-40B4-BE49-F238E27FC236}">
                    <a16:creationId xmlns:a16="http://schemas.microsoft.com/office/drawing/2014/main" id="{E89A2F38-41E5-476E-A229-558478199A01}"/>
                  </a:ext>
                </a:extLst>
              </p:cNvPr>
              <p:cNvSpPr txBox="1"/>
              <p:nvPr userDrawn="1"/>
            </p:nvSpPr>
            <p:spPr>
              <a:xfrm>
                <a:off x="8874252" y="723778"/>
                <a:ext cx="1058420" cy="215444"/>
              </a:xfrm>
              <a:prstGeom prst="rect">
                <a:avLst/>
              </a:prstGeom>
              <a:noFill/>
            </p:spPr>
            <p:txBody>
              <a:bodyPr wrap="square" lIns="45720" rIns="45720" rtlCol="0">
                <a:sp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r>
                  <a:rPr kumimoji="0" lang="en-US" sz="800" b="0" i="0" u="none" strike="noStrike" kern="0" cap="none" spc="0" normalizeH="0" baseline="0" noProof="0">
                    <a:ln>
                      <a:noFill/>
                    </a:ln>
                    <a:solidFill>
                      <a:srgbClr val="000000"/>
                    </a:solidFill>
                    <a:effectLst/>
                    <a:uLnTx/>
                    <a:uFillTx/>
                    <a:cs typeface="Arial"/>
                    <a:sym typeface="Arial"/>
                  </a:rPr>
                  <a:t>Class 0/Futures/ART</a:t>
                </a:r>
              </a:p>
            </p:txBody>
          </p:sp>
        </p:grpSp>
        <p:grpSp>
          <p:nvGrpSpPr>
            <p:cNvPr id="28" name="Group 27">
              <a:extLst>
                <a:ext uri="{FF2B5EF4-FFF2-40B4-BE49-F238E27FC236}">
                  <a16:creationId xmlns:a16="http://schemas.microsoft.com/office/drawing/2014/main" id="{10F7D831-44F6-4680-9DE7-15F6BC307BF8}"/>
                </a:ext>
              </a:extLst>
            </p:cNvPr>
            <p:cNvGrpSpPr/>
            <p:nvPr/>
          </p:nvGrpSpPr>
          <p:grpSpPr>
            <a:xfrm>
              <a:off x="10028452" y="391010"/>
              <a:ext cx="820243" cy="215444"/>
              <a:chOff x="10028452" y="391010"/>
              <a:chExt cx="820243" cy="215444"/>
            </a:xfrm>
          </p:grpSpPr>
          <p:sp>
            <p:nvSpPr>
              <p:cNvPr id="39" name="TextBox 38">
                <a:extLst>
                  <a:ext uri="{FF2B5EF4-FFF2-40B4-BE49-F238E27FC236}">
                    <a16:creationId xmlns:a16="http://schemas.microsoft.com/office/drawing/2014/main" id="{45CBA17C-3256-4FF8-B7F4-AA8C4F34DF8F}"/>
                  </a:ext>
                </a:extLst>
              </p:cNvPr>
              <p:cNvSpPr txBox="1"/>
              <p:nvPr userDrawn="1"/>
            </p:nvSpPr>
            <p:spPr>
              <a:xfrm>
                <a:off x="10139306" y="391010"/>
                <a:ext cx="709389" cy="215444"/>
              </a:xfrm>
              <a:prstGeom prst="rect">
                <a:avLst/>
              </a:prstGeom>
              <a:noFill/>
            </p:spPr>
            <p:txBody>
              <a:bodyPr wrap="square" lIns="45720" rIns="45720" rtlCol="0">
                <a:sp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r>
                  <a:rPr kumimoji="0" lang="en-US" sz="800" b="0" i="0" u="none" strike="noStrike" kern="0" cap="none" spc="0" normalizeH="0" baseline="0" noProof="0">
                    <a:ln>
                      <a:noFill/>
                    </a:ln>
                    <a:solidFill>
                      <a:srgbClr val="000000"/>
                    </a:solidFill>
                    <a:effectLst/>
                    <a:uLnTx/>
                    <a:uFillTx/>
                    <a:cs typeface="Arial"/>
                    <a:sym typeface="Arial"/>
                  </a:rPr>
                  <a:t>Prototype</a:t>
                </a:r>
              </a:p>
            </p:txBody>
          </p:sp>
          <p:sp>
            <p:nvSpPr>
              <p:cNvPr id="40" name="Flowchart: Decision 39">
                <a:extLst>
                  <a:ext uri="{FF2B5EF4-FFF2-40B4-BE49-F238E27FC236}">
                    <a16:creationId xmlns:a16="http://schemas.microsoft.com/office/drawing/2014/main" id="{BB45BDBE-2C89-4200-8B96-F65CF2159500}"/>
                  </a:ext>
                </a:extLst>
              </p:cNvPr>
              <p:cNvSpPr/>
              <p:nvPr userDrawn="1"/>
            </p:nvSpPr>
            <p:spPr>
              <a:xfrm>
                <a:off x="10028452" y="428228"/>
                <a:ext cx="120447" cy="136046"/>
              </a:xfrm>
              <a:prstGeom prst="flowChartDecision">
                <a:avLst/>
              </a:prstGeom>
              <a:solidFill>
                <a:srgbClr val="93C47D"/>
              </a:solidFill>
              <a:ln w="12700" cap="flat" cmpd="sng" algn="ctr">
                <a:solidFill>
                  <a:srgbClr val="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en-US" sz="800" b="0" i="0" u="none" strike="noStrike" kern="0" cap="none" spc="0" normalizeH="0" baseline="0" noProof="0">
                  <a:ln>
                    <a:noFill/>
                  </a:ln>
                  <a:solidFill>
                    <a:srgbClr val="FFFFFF"/>
                  </a:solidFill>
                  <a:effectLst/>
                  <a:uLnTx/>
                  <a:uFillTx/>
                  <a:latin typeface="Arial"/>
                  <a:ea typeface="+mn-ea"/>
                  <a:cs typeface="+mn-cs"/>
                  <a:sym typeface="Arial"/>
                </a:endParaRPr>
              </a:p>
            </p:txBody>
          </p:sp>
        </p:grpSp>
        <p:grpSp>
          <p:nvGrpSpPr>
            <p:cNvPr id="29" name="Group 28">
              <a:extLst>
                <a:ext uri="{FF2B5EF4-FFF2-40B4-BE49-F238E27FC236}">
                  <a16:creationId xmlns:a16="http://schemas.microsoft.com/office/drawing/2014/main" id="{72F47DF8-EBED-46BB-BB8C-155FB38574AF}"/>
                </a:ext>
              </a:extLst>
            </p:cNvPr>
            <p:cNvGrpSpPr/>
            <p:nvPr/>
          </p:nvGrpSpPr>
          <p:grpSpPr>
            <a:xfrm>
              <a:off x="10028452" y="560944"/>
              <a:ext cx="868047" cy="215444"/>
              <a:chOff x="10028452" y="551216"/>
              <a:chExt cx="868047" cy="215444"/>
            </a:xfrm>
          </p:grpSpPr>
          <p:sp>
            <p:nvSpPr>
              <p:cNvPr id="37" name="TextBox 36">
                <a:extLst>
                  <a:ext uri="{FF2B5EF4-FFF2-40B4-BE49-F238E27FC236}">
                    <a16:creationId xmlns:a16="http://schemas.microsoft.com/office/drawing/2014/main" id="{D029F273-E926-4905-B1DC-D672F59E274B}"/>
                  </a:ext>
                </a:extLst>
              </p:cNvPr>
              <p:cNvSpPr txBox="1"/>
              <p:nvPr userDrawn="1"/>
            </p:nvSpPr>
            <p:spPr>
              <a:xfrm>
                <a:off x="10139306" y="551216"/>
                <a:ext cx="757193" cy="215444"/>
              </a:xfrm>
              <a:prstGeom prst="rect">
                <a:avLst/>
              </a:prstGeom>
              <a:noFill/>
            </p:spPr>
            <p:txBody>
              <a:bodyPr wrap="square" lIns="45720" rIns="45720" rtlCol="0">
                <a:sp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r>
                  <a:rPr kumimoji="0" lang="en-US" sz="800" b="0" i="0" u="none" strike="noStrike" kern="0" cap="none" spc="0" normalizeH="0" baseline="0" noProof="0">
                    <a:ln>
                      <a:noFill/>
                    </a:ln>
                    <a:solidFill>
                      <a:srgbClr val="000000"/>
                    </a:solidFill>
                    <a:effectLst/>
                    <a:uLnTx/>
                    <a:uFillTx/>
                    <a:cs typeface="Arial"/>
                    <a:sym typeface="Arial"/>
                  </a:rPr>
                  <a:t>Blue Label</a:t>
                </a:r>
              </a:p>
            </p:txBody>
          </p:sp>
          <p:sp>
            <p:nvSpPr>
              <p:cNvPr id="38" name="Flowchart: Decision 37">
                <a:extLst>
                  <a:ext uri="{FF2B5EF4-FFF2-40B4-BE49-F238E27FC236}">
                    <a16:creationId xmlns:a16="http://schemas.microsoft.com/office/drawing/2014/main" id="{29CAD33A-0CF9-4D1B-B2D9-F85ACC4A9C48}"/>
                  </a:ext>
                </a:extLst>
              </p:cNvPr>
              <p:cNvSpPr/>
              <p:nvPr userDrawn="1"/>
            </p:nvSpPr>
            <p:spPr>
              <a:xfrm>
                <a:off x="10028452" y="590915"/>
                <a:ext cx="120447" cy="136046"/>
              </a:xfrm>
              <a:prstGeom prst="flowChartDecision">
                <a:avLst/>
              </a:prstGeom>
              <a:solidFill>
                <a:srgbClr val="0070C0"/>
              </a:solidFill>
              <a:ln w="12700" cap="flat" cmpd="sng" algn="ctr">
                <a:solidFill>
                  <a:srgbClr val="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en-US" sz="800" b="0" i="0" u="none" strike="noStrike" kern="0" cap="none" spc="0" normalizeH="0" baseline="0" noProof="0">
                  <a:ln>
                    <a:noFill/>
                  </a:ln>
                  <a:solidFill>
                    <a:srgbClr val="FFFFFF"/>
                  </a:solidFill>
                  <a:effectLst/>
                  <a:uLnTx/>
                  <a:uFillTx/>
                  <a:latin typeface="Arial"/>
                  <a:ea typeface="+mn-ea"/>
                  <a:cs typeface="+mn-cs"/>
                  <a:sym typeface="Arial"/>
                </a:endParaRPr>
              </a:p>
            </p:txBody>
          </p:sp>
        </p:grpSp>
        <p:grpSp>
          <p:nvGrpSpPr>
            <p:cNvPr id="30" name="Group 29">
              <a:extLst>
                <a:ext uri="{FF2B5EF4-FFF2-40B4-BE49-F238E27FC236}">
                  <a16:creationId xmlns:a16="http://schemas.microsoft.com/office/drawing/2014/main" id="{4CA3191C-3A25-40BB-87D0-D97B0D5C1361}"/>
                </a:ext>
              </a:extLst>
            </p:cNvPr>
            <p:cNvGrpSpPr/>
            <p:nvPr/>
          </p:nvGrpSpPr>
          <p:grpSpPr>
            <a:xfrm>
              <a:off x="10030027" y="730878"/>
              <a:ext cx="820243" cy="215444"/>
              <a:chOff x="10030027" y="708855"/>
              <a:chExt cx="820243" cy="215444"/>
            </a:xfrm>
          </p:grpSpPr>
          <p:sp>
            <p:nvSpPr>
              <p:cNvPr id="35" name="TextBox 34">
                <a:extLst>
                  <a:ext uri="{FF2B5EF4-FFF2-40B4-BE49-F238E27FC236}">
                    <a16:creationId xmlns:a16="http://schemas.microsoft.com/office/drawing/2014/main" id="{05F43E95-BF2D-4421-83A1-B0B126528F2D}"/>
                  </a:ext>
                </a:extLst>
              </p:cNvPr>
              <p:cNvSpPr txBox="1"/>
              <p:nvPr userDrawn="1"/>
            </p:nvSpPr>
            <p:spPr>
              <a:xfrm>
                <a:off x="10140881" y="708855"/>
                <a:ext cx="709389" cy="215444"/>
              </a:xfrm>
              <a:prstGeom prst="rect">
                <a:avLst/>
              </a:prstGeom>
              <a:noFill/>
            </p:spPr>
            <p:txBody>
              <a:bodyPr wrap="square" lIns="45720" rIns="45720" rtlCol="0">
                <a:sp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r>
                  <a:rPr kumimoji="0" lang="en-US" sz="800" b="0" i="0" u="none" strike="noStrike" kern="0" cap="none" spc="0" normalizeH="0" baseline="0" noProof="0">
                    <a:ln>
                      <a:noFill/>
                    </a:ln>
                    <a:solidFill>
                      <a:srgbClr val="000000"/>
                    </a:solidFill>
                    <a:effectLst/>
                    <a:uLnTx/>
                    <a:uFillTx/>
                    <a:cs typeface="Arial"/>
                    <a:sym typeface="Arial"/>
                  </a:rPr>
                  <a:t>Red Label</a:t>
                </a:r>
              </a:p>
            </p:txBody>
          </p:sp>
          <p:sp>
            <p:nvSpPr>
              <p:cNvPr id="36" name="Flowchart: Decision 35">
                <a:extLst>
                  <a:ext uri="{FF2B5EF4-FFF2-40B4-BE49-F238E27FC236}">
                    <a16:creationId xmlns:a16="http://schemas.microsoft.com/office/drawing/2014/main" id="{C07C539E-34E0-43EF-A557-E8992A5DC13F}"/>
                  </a:ext>
                </a:extLst>
              </p:cNvPr>
              <p:cNvSpPr/>
              <p:nvPr userDrawn="1"/>
            </p:nvSpPr>
            <p:spPr>
              <a:xfrm>
                <a:off x="10030027" y="748554"/>
                <a:ext cx="120447" cy="136046"/>
              </a:xfrm>
              <a:prstGeom prst="flowChartDecision">
                <a:avLst/>
              </a:prstGeom>
              <a:solidFill>
                <a:srgbClr val="FF0000"/>
              </a:solidFill>
              <a:ln w="12700" cap="flat" cmpd="sng" algn="ctr">
                <a:solidFill>
                  <a:srgbClr val="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en-US" sz="800" b="0" i="0" u="none" strike="noStrike" kern="0" cap="none" spc="0" normalizeH="0" baseline="0" noProof="0">
                  <a:ln>
                    <a:noFill/>
                  </a:ln>
                  <a:solidFill>
                    <a:srgbClr val="FFFFFF"/>
                  </a:solidFill>
                  <a:effectLst/>
                  <a:uLnTx/>
                  <a:uFillTx/>
                  <a:latin typeface="Arial"/>
                  <a:ea typeface="+mn-ea"/>
                  <a:cs typeface="+mn-cs"/>
                  <a:sym typeface="Arial"/>
                </a:endParaRPr>
              </a:p>
            </p:txBody>
          </p:sp>
        </p:grpSp>
        <p:grpSp>
          <p:nvGrpSpPr>
            <p:cNvPr id="32" name="Group 31">
              <a:extLst>
                <a:ext uri="{FF2B5EF4-FFF2-40B4-BE49-F238E27FC236}">
                  <a16:creationId xmlns:a16="http://schemas.microsoft.com/office/drawing/2014/main" id="{6D25DBF7-CC19-4EA9-864A-87950BBC15B0}"/>
                </a:ext>
              </a:extLst>
            </p:cNvPr>
            <p:cNvGrpSpPr/>
            <p:nvPr/>
          </p:nvGrpSpPr>
          <p:grpSpPr>
            <a:xfrm>
              <a:off x="10030027" y="900811"/>
              <a:ext cx="859829" cy="215444"/>
              <a:chOff x="10030027" y="869061"/>
              <a:chExt cx="859829" cy="215444"/>
            </a:xfrm>
          </p:grpSpPr>
          <p:sp>
            <p:nvSpPr>
              <p:cNvPr id="33" name="TextBox 32">
                <a:extLst>
                  <a:ext uri="{FF2B5EF4-FFF2-40B4-BE49-F238E27FC236}">
                    <a16:creationId xmlns:a16="http://schemas.microsoft.com/office/drawing/2014/main" id="{276CF469-FE1D-4C8E-B08D-A67F2BDF8C91}"/>
                  </a:ext>
                </a:extLst>
              </p:cNvPr>
              <p:cNvSpPr txBox="1"/>
              <p:nvPr userDrawn="1"/>
            </p:nvSpPr>
            <p:spPr>
              <a:xfrm>
                <a:off x="10140881" y="869061"/>
                <a:ext cx="748975" cy="215444"/>
              </a:xfrm>
              <a:prstGeom prst="rect">
                <a:avLst/>
              </a:prstGeom>
              <a:noFill/>
            </p:spPr>
            <p:txBody>
              <a:bodyPr wrap="square" lIns="45720" rIns="45720" rtlCol="0">
                <a:sp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r>
                  <a:rPr kumimoji="0" lang="en-US" sz="800" b="0" i="0" u="none" strike="noStrike" kern="0" cap="none" spc="0" normalizeH="0" baseline="0" noProof="0">
                    <a:ln>
                      <a:noFill/>
                    </a:ln>
                    <a:solidFill>
                      <a:srgbClr val="000000"/>
                    </a:solidFill>
                    <a:effectLst/>
                    <a:uLnTx/>
                    <a:uFillTx/>
                    <a:cs typeface="Arial"/>
                    <a:sym typeface="Arial"/>
                  </a:rPr>
                  <a:t>Black Label</a:t>
                </a:r>
              </a:p>
            </p:txBody>
          </p:sp>
          <p:sp>
            <p:nvSpPr>
              <p:cNvPr id="34" name="Flowchart: Decision 33">
                <a:extLst>
                  <a:ext uri="{FF2B5EF4-FFF2-40B4-BE49-F238E27FC236}">
                    <a16:creationId xmlns:a16="http://schemas.microsoft.com/office/drawing/2014/main" id="{6B949C99-28F2-476D-9160-3B5EC7A65C3B}"/>
                  </a:ext>
                </a:extLst>
              </p:cNvPr>
              <p:cNvSpPr/>
              <p:nvPr userDrawn="1"/>
            </p:nvSpPr>
            <p:spPr>
              <a:xfrm>
                <a:off x="10030027" y="908760"/>
                <a:ext cx="120447" cy="136046"/>
              </a:xfrm>
              <a:prstGeom prst="flowChartDecision">
                <a:avLst/>
              </a:prstGeom>
              <a:solidFill>
                <a:srgbClr val="000000"/>
              </a:solidFill>
              <a:ln w="12700" cap="flat" cmpd="sng" algn="ctr">
                <a:solidFill>
                  <a:srgbClr val="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en-US" sz="800" b="0" i="0" u="none" strike="noStrike" kern="0" cap="none" spc="0" normalizeH="0" baseline="0" noProof="0">
                  <a:ln>
                    <a:noFill/>
                  </a:ln>
                  <a:solidFill>
                    <a:srgbClr val="FFFFFF"/>
                  </a:solidFill>
                  <a:effectLst/>
                  <a:uLnTx/>
                  <a:uFillTx/>
                  <a:latin typeface="Arial"/>
                  <a:ea typeface="+mn-ea"/>
                  <a:cs typeface="+mn-cs"/>
                  <a:sym typeface="Arial"/>
                </a:endParaRPr>
              </a:p>
            </p:txBody>
          </p:sp>
        </p:grpSp>
      </p:grpSp>
      <p:sp>
        <p:nvSpPr>
          <p:cNvPr id="53" name="Isosceles Triangle 52">
            <a:extLst>
              <a:ext uri="{FF2B5EF4-FFF2-40B4-BE49-F238E27FC236}">
                <a16:creationId xmlns:a16="http://schemas.microsoft.com/office/drawing/2014/main" id="{8F210E7A-7B73-491F-8E64-59573DC3CEB0}"/>
              </a:ext>
            </a:extLst>
          </p:cNvPr>
          <p:cNvSpPr/>
          <p:nvPr userDrawn="1"/>
        </p:nvSpPr>
        <p:spPr>
          <a:xfrm rot="10800000">
            <a:off x="2790474" y="1301826"/>
            <a:ext cx="164842" cy="142106"/>
          </a:xfrm>
          <a:prstGeom prst="triangle">
            <a:avLst/>
          </a:prstGeom>
          <a:solidFill>
            <a:schemeClr val="tx2"/>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en-US" sz="11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54" name="TextBox 53">
            <a:extLst>
              <a:ext uri="{FF2B5EF4-FFF2-40B4-BE49-F238E27FC236}">
                <a16:creationId xmlns:a16="http://schemas.microsoft.com/office/drawing/2014/main" id="{6AFA3DA5-BC17-465C-A3FC-870AC158C5C8}"/>
              </a:ext>
            </a:extLst>
          </p:cNvPr>
          <p:cNvSpPr txBox="1"/>
          <p:nvPr userDrawn="1"/>
        </p:nvSpPr>
        <p:spPr>
          <a:xfrm>
            <a:off x="10007269" y="1238549"/>
            <a:ext cx="868592" cy="246221"/>
          </a:xfrm>
          <a:prstGeom prst="rect">
            <a:avLst/>
          </a:prstGeom>
          <a:noFill/>
        </p:spPr>
        <p:txBody>
          <a:bodyPr wrap="square" lIns="45720" rIns="45720" rtlCol="0">
            <a:spAutoFit/>
          </a:bodyPr>
          <a:lstStyle/>
          <a:p>
            <a:pPr algn="ctr">
              <a:buClr>
                <a:srgbClr val="000000"/>
              </a:buClr>
              <a:buFont typeface="Arial"/>
              <a:buNone/>
            </a:pPr>
            <a:r>
              <a:rPr lang="en-US" sz="1000" kern="0">
                <a:solidFill>
                  <a:srgbClr val="000000"/>
                </a:solidFill>
                <a:cs typeface="Arial"/>
                <a:sym typeface="Arial"/>
              </a:rPr>
              <a:t>≥ 4 Years</a:t>
            </a:r>
          </a:p>
        </p:txBody>
      </p:sp>
      <p:sp>
        <p:nvSpPr>
          <p:cNvPr id="55" name="TextBox 54">
            <a:extLst>
              <a:ext uri="{FF2B5EF4-FFF2-40B4-BE49-F238E27FC236}">
                <a16:creationId xmlns:a16="http://schemas.microsoft.com/office/drawing/2014/main" id="{F757B30F-AAF9-4E16-97AD-10549208094A}"/>
              </a:ext>
            </a:extLst>
          </p:cNvPr>
          <p:cNvSpPr txBox="1"/>
          <p:nvPr userDrawn="1"/>
        </p:nvSpPr>
        <p:spPr>
          <a:xfrm>
            <a:off x="9117423" y="1238549"/>
            <a:ext cx="868592" cy="246221"/>
          </a:xfrm>
          <a:prstGeom prst="rect">
            <a:avLst/>
          </a:prstGeom>
          <a:noFill/>
        </p:spPr>
        <p:txBody>
          <a:bodyPr wrap="square" lIns="45720" rIns="45720" rtlCol="0">
            <a:spAutoFit/>
          </a:bodyPr>
          <a:lstStyle/>
          <a:p>
            <a:pPr algn="ctr">
              <a:buClr>
                <a:srgbClr val="000000"/>
              </a:buClr>
              <a:buFont typeface="Arial"/>
              <a:buNone/>
            </a:pPr>
            <a:r>
              <a:rPr lang="en-US" sz="1000" kern="0">
                <a:solidFill>
                  <a:srgbClr val="000000"/>
                </a:solidFill>
                <a:cs typeface="Arial"/>
                <a:sym typeface="Arial"/>
              </a:rPr>
              <a:t>≥ 3 Years</a:t>
            </a:r>
          </a:p>
        </p:txBody>
      </p:sp>
      <p:sp>
        <p:nvSpPr>
          <p:cNvPr id="56" name="TextBox 55">
            <a:extLst>
              <a:ext uri="{FF2B5EF4-FFF2-40B4-BE49-F238E27FC236}">
                <a16:creationId xmlns:a16="http://schemas.microsoft.com/office/drawing/2014/main" id="{FAE3E46D-B8CE-40E2-985D-E33A2012064D}"/>
              </a:ext>
            </a:extLst>
          </p:cNvPr>
          <p:cNvSpPr txBox="1"/>
          <p:nvPr userDrawn="1"/>
        </p:nvSpPr>
        <p:spPr>
          <a:xfrm>
            <a:off x="8228044" y="1238549"/>
            <a:ext cx="868592" cy="246221"/>
          </a:xfrm>
          <a:prstGeom prst="rect">
            <a:avLst/>
          </a:prstGeom>
          <a:noFill/>
        </p:spPr>
        <p:txBody>
          <a:bodyPr wrap="square" lIns="45720" rIns="45720" rtlCol="0">
            <a:spAutoFit/>
          </a:bodyPr>
          <a:lstStyle/>
          <a:p>
            <a:pPr algn="ctr">
              <a:buClr>
                <a:srgbClr val="000000"/>
              </a:buClr>
              <a:buFont typeface="Arial"/>
              <a:buNone/>
            </a:pPr>
            <a:r>
              <a:rPr lang="en-US" sz="1000" kern="0">
                <a:solidFill>
                  <a:srgbClr val="000000"/>
                </a:solidFill>
                <a:cs typeface="Arial"/>
                <a:sym typeface="Arial"/>
              </a:rPr>
              <a:t>≥ 2 Years</a:t>
            </a:r>
          </a:p>
        </p:txBody>
      </p:sp>
      <p:sp>
        <p:nvSpPr>
          <p:cNvPr id="58" name="Slide number">
            <a:extLst>
              <a:ext uri="{FF2B5EF4-FFF2-40B4-BE49-F238E27FC236}">
                <a16:creationId xmlns:a16="http://schemas.microsoft.com/office/drawing/2014/main" id="{429F86F2-DB45-4559-97BB-92E5D5C75E50}"/>
              </a:ext>
            </a:extLst>
          </p:cNvPr>
          <p:cNvSpPr>
            <a:spLocks noGrp="1"/>
          </p:cNvSpPr>
          <p:nvPr>
            <p:ph type="sldNum" sz="quarter" idx="4"/>
          </p:nvPr>
        </p:nvSpPr>
        <p:spPr>
          <a:xfrm>
            <a:off x="10983397" y="6380414"/>
            <a:ext cx="531946" cy="365125"/>
          </a:xfrm>
          <a:prstGeom prst="rect">
            <a:avLst/>
          </a:prstGeom>
        </p:spPr>
        <p:txBody>
          <a:bodyPr vert="horz" lIns="0" tIns="0" rIns="0" bIns="0" rtlCol="0" anchor="t" anchorCtr="0"/>
          <a:lstStyle>
            <a:lvl1pPr algn="r">
              <a:defRPr lang="en-US" sz="1050" kern="1200" smtClean="0">
                <a:solidFill>
                  <a:schemeClr val="tx1">
                    <a:tint val="75000"/>
                  </a:schemeClr>
                </a:solidFill>
                <a:latin typeface="+mn-lt"/>
                <a:ea typeface="+mn-ea"/>
                <a:cs typeface="+mn-cs"/>
              </a:defRPr>
            </a:lvl1pPr>
          </a:lstStyle>
          <a:p>
            <a:fld id="{07165E6F-54ED-4977-A15E-D44BE7238A65}" type="slidenum">
              <a:rPr lang="en-US" smtClean="0"/>
              <a:pPr/>
              <a:t>‹#›</a:t>
            </a:fld>
            <a:endParaRPr lang="en-US"/>
          </a:p>
        </p:txBody>
      </p:sp>
    </p:spTree>
    <p:extLst>
      <p:ext uri="{BB962C8B-B14F-4D97-AF65-F5344CB8AC3E}">
        <p14:creationId xmlns:p14="http://schemas.microsoft.com/office/powerpoint/2010/main" val="4153656859"/>
      </p:ext>
    </p:extLst>
  </p:cSld>
  <p:clrMapOvr>
    <a:masterClrMapping/>
  </p:clrMapOvr>
  <p:extLst>
    <p:ext uri="{DCECCB84-F9BA-43D5-87BE-67443E8EF086}">
      <p15:sldGuideLst xmlns:p15="http://schemas.microsoft.com/office/powerpoint/2012/main"/>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llins Content: 1 column/photo">
    <p:bg>
      <p:bgRef idx="1001">
        <a:schemeClr val="bg1"/>
      </p:bgRef>
    </p:bg>
    <p:spTree>
      <p:nvGrpSpPr>
        <p:cNvPr id="1" name=""/>
        <p:cNvGrpSpPr/>
        <p:nvPr/>
      </p:nvGrpSpPr>
      <p:grpSpPr>
        <a:xfrm>
          <a:off x="0" y="0"/>
          <a:ext cx="0" cy="0"/>
          <a:chOff x="0" y="0"/>
          <a:chExt cx="0" cy="0"/>
        </a:xfrm>
      </p:grpSpPr>
      <p:sp>
        <p:nvSpPr>
          <p:cNvPr id="31" name="Body 1"/>
          <p:cNvSpPr>
            <a:spLocks noGrp="1"/>
          </p:cNvSpPr>
          <p:nvPr>
            <p:ph type="body" sz="quarter" idx="13" hasCustomPrompt="1"/>
          </p:nvPr>
        </p:nvSpPr>
        <p:spPr>
          <a:xfrm>
            <a:off x="696433" y="2251609"/>
            <a:ext cx="3418367" cy="3539591"/>
          </a:xfrm>
          <a:noFill/>
        </p:spPr>
        <p:txBody>
          <a:bodyPr/>
          <a:lstStyle>
            <a:lvl1pPr marL="219451" indent="-219451" algn="l" defTabSz="914400" rtl="0" eaLnBrk="1" latinLnBrk="0" hangingPunct="1">
              <a:lnSpc>
                <a:spcPct val="100000"/>
              </a:lnSpc>
              <a:spcBef>
                <a:spcPct val="0"/>
              </a:spcBef>
              <a:spcAft>
                <a:spcPts val="600"/>
              </a:spcAft>
              <a:buClr>
                <a:srgbClr val="CE1126"/>
              </a:buClr>
              <a:buSzPct val="75000"/>
              <a:buFont typeface="Arial" panose="020B0604020202020204" pitchFamily="34" charset="0"/>
              <a:buChar char="•"/>
              <a:defRPr lang="en-US" sz="1800" kern="1200" dirty="0" smtClean="0">
                <a:solidFill>
                  <a:schemeClr val="tx1"/>
                </a:solidFill>
                <a:latin typeface="+mn-lt"/>
                <a:ea typeface="+mn-ea"/>
                <a:cs typeface="+mn-cs"/>
              </a:defRPr>
            </a:lvl1pPr>
            <a:lvl2pPr indent="-219456" algn="l" defTabSz="914400" rtl="0" eaLnBrk="1" latinLnBrk="0" hangingPunct="1">
              <a:lnSpc>
                <a:spcPct val="100000"/>
              </a:lnSpc>
              <a:spcBef>
                <a:spcPts val="0"/>
              </a:spcBef>
              <a:spcAft>
                <a:spcPts val="600"/>
              </a:spcAft>
              <a:buClr>
                <a:schemeClr val="accent1"/>
              </a:buClr>
              <a:buFont typeface="Arial" panose="020B0604020202020204" pitchFamily="34" charset="0"/>
              <a:defRPr lang="en-US" sz="1800" kern="1200" dirty="0" smtClean="0">
                <a:solidFill>
                  <a:schemeClr val="tx1"/>
                </a:solidFill>
                <a:latin typeface="+mn-lt"/>
                <a:ea typeface="+mn-ea"/>
                <a:cs typeface="+mn-cs"/>
              </a:defRPr>
            </a:lvl2pPr>
            <a:lvl3pPr indent="-219456" algn="l" defTabSz="914400" rtl="0" eaLnBrk="1" latinLnBrk="0" hangingPunct="1">
              <a:lnSpc>
                <a:spcPct val="100000"/>
              </a:lnSpc>
              <a:spcBef>
                <a:spcPts val="0"/>
              </a:spcBef>
              <a:spcAft>
                <a:spcPts val="600"/>
              </a:spcAft>
              <a:buFont typeface="Arial" panose="020B0604020202020204" pitchFamily="34" charset="0"/>
              <a:defRPr lang="en-US" sz="1800" kern="1200" dirty="0" smtClean="0">
                <a:solidFill>
                  <a:schemeClr val="tx1"/>
                </a:solidFill>
                <a:latin typeface="+mn-lt"/>
                <a:ea typeface="+mn-ea"/>
                <a:cs typeface="+mn-cs"/>
              </a:defRPr>
            </a:lvl3pPr>
            <a:lvl4pPr indent="-219456" algn="l" defTabSz="914400" rtl="0" eaLnBrk="1" latinLnBrk="0" hangingPunct="1">
              <a:lnSpc>
                <a:spcPct val="100000"/>
              </a:lnSpc>
              <a:spcBef>
                <a:spcPts val="0"/>
              </a:spcBef>
              <a:spcAft>
                <a:spcPts val="600"/>
              </a:spcAft>
              <a:buClr>
                <a:schemeClr val="accent1"/>
              </a:buClr>
              <a:buFont typeface="Arial" panose="020B0604020202020204" pitchFamily="34" charset="0"/>
              <a:defRPr lang="en-US" sz="1600" kern="1200" dirty="0" smtClean="0">
                <a:solidFill>
                  <a:schemeClr val="tx1"/>
                </a:solidFill>
                <a:latin typeface="+mn-lt"/>
                <a:ea typeface="+mn-ea"/>
                <a:cs typeface="+mn-cs"/>
              </a:defRPr>
            </a:lvl4pPr>
            <a:lvl5pPr indent="-219456" algn="l" defTabSz="914400" rtl="0" eaLnBrk="1" latinLnBrk="0" hangingPunct="1">
              <a:lnSpc>
                <a:spcPct val="100000"/>
              </a:lnSpc>
              <a:spcBef>
                <a:spcPts val="0"/>
              </a:spcBef>
              <a:spcAft>
                <a:spcPts val="600"/>
              </a:spcAft>
              <a:buFont typeface="Arial" panose="020B0604020202020204" pitchFamily="34" charset="0"/>
              <a:defRPr lang="en-US" sz="1600" kern="1200" dirty="0">
                <a:solidFill>
                  <a:schemeClr val="tx1"/>
                </a:solidFill>
                <a:latin typeface="+mn-lt"/>
                <a:ea typeface="+mn-ea"/>
                <a:cs typeface="+mn-cs"/>
              </a:defRPr>
            </a:lvl5pPr>
          </a:lstStyle>
          <a:p>
            <a:pPr lvl="0"/>
            <a:r>
              <a:rPr lang="en-US"/>
              <a:t>Main bullet. 18 pt. black. Regular. Sentence case.</a:t>
            </a:r>
          </a:p>
          <a:p>
            <a:pPr lvl="1"/>
            <a:r>
              <a:rPr lang="en-US"/>
              <a:t>Second level</a:t>
            </a:r>
          </a:p>
          <a:p>
            <a:pPr lvl="2"/>
            <a:r>
              <a:rPr lang="en-US"/>
              <a:t>Third level</a:t>
            </a:r>
          </a:p>
          <a:p>
            <a:pPr lvl="3"/>
            <a:r>
              <a:rPr lang="en-US"/>
              <a:t>Fourth level</a:t>
            </a:r>
          </a:p>
          <a:p>
            <a:pPr lvl="4"/>
            <a:r>
              <a:rPr lang="en-US"/>
              <a:t>Fifth level</a:t>
            </a:r>
          </a:p>
        </p:txBody>
      </p:sp>
      <p:sp>
        <p:nvSpPr>
          <p:cNvPr id="3" name="Picture Placeholder 2"/>
          <p:cNvSpPr>
            <a:spLocks noGrp="1"/>
          </p:cNvSpPr>
          <p:nvPr>
            <p:ph type="pic" sz="quarter" idx="17" hasCustomPrompt="1"/>
          </p:nvPr>
        </p:nvSpPr>
        <p:spPr>
          <a:xfrm>
            <a:off x="4381500" y="1572733"/>
            <a:ext cx="7124700" cy="4218468"/>
          </a:xfrm>
          <a:solidFill>
            <a:schemeClr val="bg2"/>
          </a:solidFill>
        </p:spPr>
        <p:txBody>
          <a:bodyPr tIns="1188720"/>
          <a:lstStyle>
            <a:lvl1pPr marL="0" indent="0" algn="ctr">
              <a:buNone/>
              <a:defRPr/>
            </a:lvl1pPr>
          </a:lstStyle>
          <a:p>
            <a:r>
              <a:rPr lang="en-US"/>
              <a:t>Click to insert photo</a:t>
            </a:r>
          </a:p>
        </p:txBody>
      </p:sp>
      <p:sp>
        <p:nvSpPr>
          <p:cNvPr id="17" name="Slide number"/>
          <p:cNvSpPr>
            <a:spLocks noGrp="1"/>
          </p:cNvSpPr>
          <p:nvPr>
            <p:ph type="sldNum" sz="quarter" idx="4"/>
          </p:nvPr>
        </p:nvSpPr>
        <p:spPr>
          <a:xfrm>
            <a:off x="10983397" y="6380414"/>
            <a:ext cx="531946" cy="365125"/>
          </a:xfrm>
          <a:prstGeom prst="rect">
            <a:avLst/>
          </a:prstGeom>
        </p:spPr>
        <p:txBody>
          <a:bodyPr vert="horz" lIns="0" tIns="0" rIns="0" bIns="0" rtlCol="0" anchor="t" anchorCtr="0"/>
          <a:lstStyle>
            <a:lvl1pPr algn="r">
              <a:defRPr lang="en-US" sz="1050" kern="1200" smtClean="0">
                <a:solidFill>
                  <a:schemeClr val="tx1">
                    <a:tint val="75000"/>
                  </a:schemeClr>
                </a:solidFill>
                <a:latin typeface="+mn-lt"/>
                <a:ea typeface="+mn-ea"/>
                <a:cs typeface="+mn-cs"/>
              </a:defRPr>
            </a:lvl1pPr>
          </a:lstStyle>
          <a:p>
            <a:fld id="{07165E6F-54ED-4977-A15E-D44BE7238A65}" type="slidenum">
              <a:rPr lang="en-US" smtClean="0"/>
              <a:pPr/>
              <a:t>‹#›</a:t>
            </a:fld>
            <a:endParaRPr lang="en-US"/>
          </a:p>
        </p:txBody>
      </p:sp>
      <p:sp>
        <p:nvSpPr>
          <p:cNvPr id="9" name="Text Placeholder 2"/>
          <p:cNvSpPr>
            <a:spLocks noGrp="1"/>
          </p:cNvSpPr>
          <p:nvPr>
            <p:ph type="body" sz="quarter" idx="21" hasCustomPrompt="1"/>
          </p:nvPr>
        </p:nvSpPr>
        <p:spPr>
          <a:xfrm>
            <a:off x="695325" y="1572733"/>
            <a:ext cx="3419475" cy="590931"/>
          </a:xfrm>
          <a:noFill/>
        </p:spPr>
        <p:txBody>
          <a:bodyPr wrap="square" bIns="91440">
            <a:spAutoFit/>
          </a:bodyPr>
          <a:lstStyle>
            <a:lvl1pPr marL="0" marR="0" indent="0" algn="l" defTabSz="914400" rtl="0" eaLnBrk="1" fontAlgn="auto" latinLnBrk="0" hangingPunct="1">
              <a:lnSpc>
                <a:spcPct val="90000"/>
              </a:lnSpc>
              <a:spcBef>
                <a:spcPts val="0"/>
              </a:spcBef>
              <a:spcAft>
                <a:spcPts val="0"/>
              </a:spcAft>
              <a:buClrTx/>
              <a:buSzPct val="115000"/>
              <a:buFont typeface="Arial" panose="020B0604020202020204" pitchFamily="34" charset="0"/>
              <a:buNone/>
              <a:tabLst/>
              <a:defRPr sz="1800" b="1" baseline="0">
                <a:solidFill>
                  <a:srgbClr val="CE1126"/>
                </a:solidFill>
              </a:defRPr>
            </a:lvl1pPr>
          </a:lstStyle>
          <a:p>
            <a:pPr marL="0" marR="0" lvl="0" indent="0" algn="l" defTabSz="914400" rtl="0" eaLnBrk="1" fontAlgn="auto" latinLnBrk="0" hangingPunct="1">
              <a:lnSpc>
                <a:spcPct val="90000"/>
              </a:lnSpc>
              <a:spcBef>
                <a:spcPts val="0"/>
              </a:spcBef>
              <a:spcAft>
                <a:spcPts val="0"/>
              </a:spcAft>
              <a:buClrTx/>
              <a:buSzPct val="115000"/>
              <a:buFont typeface="Arial" panose="020B0604020202020204" pitchFamily="34" charset="0"/>
              <a:buNone/>
              <a:tabLst/>
              <a:defRPr/>
            </a:pPr>
            <a:r>
              <a:rPr lang="en-US"/>
              <a:t>Subhead 18 pt. RTX red. Bold. Sentence case.</a:t>
            </a:r>
          </a:p>
        </p:txBody>
      </p:sp>
      <p:sp>
        <p:nvSpPr>
          <p:cNvPr id="10" name="Title 5"/>
          <p:cNvSpPr>
            <a:spLocks noGrp="1"/>
          </p:cNvSpPr>
          <p:nvPr>
            <p:ph type="title" hasCustomPrompt="1"/>
          </p:nvPr>
        </p:nvSpPr>
        <p:spPr>
          <a:xfrm>
            <a:off x="694944" y="514473"/>
            <a:ext cx="10811256" cy="676653"/>
          </a:xfrm>
          <a:prstGeom prst="rect">
            <a:avLst/>
          </a:prstGeom>
        </p:spPr>
        <p:txBody>
          <a:bodyPr/>
          <a:lstStyle>
            <a:lvl1pPr>
              <a:lnSpc>
                <a:spcPct val="80000"/>
              </a:lnSpc>
              <a:defRPr b="0" spc="300"/>
            </a:lvl1pPr>
          </a:lstStyle>
          <a:p>
            <a:r>
              <a:rPr lang="en-US"/>
              <a:t>TITLE. 32 PT. BLACK. REGULAR. UPPERCASE. TWO LINES MAX.</a:t>
            </a:r>
          </a:p>
        </p:txBody>
      </p:sp>
      <p:sp>
        <p:nvSpPr>
          <p:cNvPr id="11" name="Takeaway bar"/>
          <p:cNvSpPr>
            <a:spLocks noGrp="1"/>
          </p:cNvSpPr>
          <p:nvPr>
            <p:ph type="body" sz="quarter" idx="15" hasCustomPrompt="1"/>
          </p:nvPr>
        </p:nvSpPr>
        <p:spPr>
          <a:xfrm>
            <a:off x="694944" y="5917569"/>
            <a:ext cx="10820399" cy="268279"/>
          </a:xfrm>
          <a:solidFill>
            <a:schemeClr val="accent1"/>
          </a:solidFill>
        </p:spPr>
        <p:txBody>
          <a:bodyPr vert="horz" wrap="square" lIns="621792" tIns="64008" rIns="621792" bIns="36576" rtlCol="0" anchor="b" anchorCtr="0">
            <a:spAutoFit/>
          </a:bodyPr>
          <a:lstStyle>
            <a:lvl1pPr marL="0" indent="0" algn="ctr" defTabSz="0">
              <a:lnSpc>
                <a:spcPts val="1300"/>
              </a:lnSpc>
              <a:spcBef>
                <a:spcPts val="0"/>
              </a:spcBef>
              <a:buFontTx/>
              <a:buNone/>
              <a:defRPr lang="en-US" sz="1600" b="1" dirty="0">
                <a:solidFill>
                  <a:schemeClr val="bg1"/>
                </a:solidFill>
                <a:latin typeface="Arial" panose="020B0604020202020204" pitchFamily="34" charset="0"/>
                <a:ea typeface="+mj-ea"/>
                <a:cs typeface="Arial" panose="020B0604020202020204" pitchFamily="34" charset="0"/>
              </a:defRPr>
            </a:lvl1pPr>
          </a:lstStyle>
          <a:p>
            <a:pPr marL="0" lvl="0" indent="0" algn="ctr">
              <a:buNone/>
            </a:pPr>
            <a:r>
              <a:rPr lang="en-US"/>
              <a:t>Optional takeaway bar. White. Bold. 16 pt. Centered. Sentence case.</a:t>
            </a:r>
          </a:p>
        </p:txBody>
      </p:sp>
      <p:sp>
        <p:nvSpPr>
          <p:cNvPr id="2" name="Footer Placeholder 1">
            <a:extLst>
              <a:ext uri="{FF2B5EF4-FFF2-40B4-BE49-F238E27FC236}">
                <a16:creationId xmlns:a16="http://schemas.microsoft.com/office/drawing/2014/main" id="{4C942711-FCAA-5440-A0F7-91BD93D6422F}"/>
              </a:ext>
            </a:extLst>
          </p:cNvPr>
          <p:cNvSpPr>
            <a:spLocks noGrp="1"/>
          </p:cNvSpPr>
          <p:nvPr>
            <p:ph type="ftr" sz="quarter" idx="22"/>
          </p:nvPr>
        </p:nvSpPr>
        <p:spPr/>
        <p:txBody>
          <a:bodyPr/>
          <a:lstStyle/>
          <a:p>
            <a:r>
              <a:rPr lang="en-US">
                <a:cs typeface="DIN-Light"/>
              </a:rPr>
              <a:t>CS Agentic Development</a:t>
            </a:r>
            <a:endParaRPr lang="en-US"/>
          </a:p>
        </p:txBody>
      </p:sp>
    </p:spTree>
    <p:extLst>
      <p:ext uri="{BB962C8B-B14F-4D97-AF65-F5344CB8AC3E}">
        <p14:creationId xmlns:p14="http://schemas.microsoft.com/office/powerpoint/2010/main" val="3599105620"/>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416">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llins Content: 1 column/subhead">
    <p:spTree>
      <p:nvGrpSpPr>
        <p:cNvPr id="1" name=""/>
        <p:cNvGrpSpPr/>
        <p:nvPr/>
      </p:nvGrpSpPr>
      <p:grpSpPr>
        <a:xfrm>
          <a:off x="0" y="0"/>
          <a:ext cx="0" cy="0"/>
          <a:chOff x="0" y="0"/>
          <a:chExt cx="0" cy="0"/>
        </a:xfrm>
      </p:grpSpPr>
      <p:sp>
        <p:nvSpPr>
          <p:cNvPr id="31" name="Body"/>
          <p:cNvSpPr>
            <a:spLocks noGrp="1"/>
          </p:cNvSpPr>
          <p:nvPr>
            <p:ph type="body" sz="quarter" idx="13" hasCustomPrompt="1"/>
          </p:nvPr>
        </p:nvSpPr>
        <p:spPr>
          <a:xfrm>
            <a:off x="685799" y="2008402"/>
            <a:ext cx="10829543" cy="3782798"/>
          </a:xfrm>
          <a:noFill/>
        </p:spPr>
        <p:txBody>
          <a:bodyPr/>
          <a:lstStyle>
            <a:lvl1pPr marL="219456" indent="-219456" algn="l" defTabSz="914400" rtl="0" eaLnBrk="1" latinLnBrk="0" hangingPunct="1">
              <a:lnSpc>
                <a:spcPct val="100000"/>
              </a:lnSpc>
              <a:spcBef>
                <a:spcPts val="0"/>
              </a:spcBef>
              <a:spcAft>
                <a:spcPts val="600"/>
              </a:spcAft>
              <a:buClr>
                <a:srgbClr val="CE1126"/>
              </a:buClr>
              <a:buSzPct val="75000"/>
              <a:buFont typeface="Arial" panose="020B0604020202020204" pitchFamily="34" charset="0"/>
              <a:buChar char="•"/>
              <a:defRPr lang="en-US" sz="2200" kern="1200" baseline="0" dirty="0" smtClean="0">
                <a:solidFill>
                  <a:schemeClr val="tx1"/>
                </a:solidFill>
                <a:latin typeface="+mn-lt"/>
                <a:ea typeface="+mn-ea"/>
                <a:cs typeface="+mn-cs"/>
              </a:defRPr>
            </a:lvl1pPr>
            <a:lvl2pPr indent="-219456" algn="l" defTabSz="914400" rtl="0" eaLnBrk="1" latinLnBrk="0" hangingPunct="1">
              <a:lnSpc>
                <a:spcPct val="100000"/>
              </a:lnSpc>
              <a:spcBef>
                <a:spcPts val="0"/>
              </a:spcBef>
              <a:spcAft>
                <a:spcPts val="600"/>
              </a:spcAft>
              <a:buClr>
                <a:schemeClr val="accent1"/>
              </a:buClr>
              <a:buFont typeface="Arial" panose="020B0604020202020204" pitchFamily="34" charset="0"/>
              <a:defRPr lang="en-US" sz="2000" kern="1200" baseline="0" dirty="0" smtClean="0">
                <a:solidFill>
                  <a:schemeClr val="tx1"/>
                </a:solidFill>
                <a:latin typeface="+mn-lt"/>
                <a:ea typeface="+mn-ea"/>
                <a:cs typeface="+mn-cs"/>
              </a:defRPr>
            </a:lvl2pPr>
            <a:lvl3pPr indent="-219456" algn="l" defTabSz="914400" rtl="0" eaLnBrk="1" latinLnBrk="0" hangingPunct="1">
              <a:lnSpc>
                <a:spcPct val="100000"/>
              </a:lnSpc>
              <a:spcBef>
                <a:spcPts val="0"/>
              </a:spcBef>
              <a:spcAft>
                <a:spcPts val="600"/>
              </a:spcAft>
              <a:buFont typeface="Arial" panose="020B0604020202020204" pitchFamily="34" charset="0"/>
              <a:defRPr lang="en-US" sz="1800" kern="1200" baseline="0" dirty="0" smtClean="0">
                <a:solidFill>
                  <a:schemeClr val="tx1"/>
                </a:solidFill>
                <a:latin typeface="+mn-lt"/>
                <a:ea typeface="+mn-ea"/>
                <a:cs typeface="+mn-cs"/>
              </a:defRPr>
            </a:lvl3pPr>
            <a:lvl4pPr indent="-219456" algn="l" defTabSz="914400" rtl="0" eaLnBrk="1" latinLnBrk="0" hangingPunct="1">
              <a:lnSpc>
                <a:spcPct val="100000"/>
              </a:lnSpc>
              <a:spcBef>
                <a:spcPts val="0"/>
              </a:spcBef>
              <a:spcAft>
                <a:spcPts val="600"/>
              </a:spcAft>
              <a:buClr>
                <a:schemeClr val="accent1"/>
              </a:buClr>
              <a:buFont typeface="Arial" panose="020B0604020202020204" pitchFamily="34" charset="0"/>
              <a:defRPr lang="en-US" sz="1600" kern="1200" baseline="0" dirty="0" smtClean="0">
                <a:solidFill>
                  <a:schemeClr val="tx1"/>
                </a:solidFill>
                <a:latin typeface="+mn-lt"/>
                <a:ea typeface="+mn-ea"/>
                <a:cs typeface="+mn-cs"/>
              </a:defRPr>
            </a:lvl4pPr>
            <a:lvl5pPr indent="-219456" algn="l" defTabSz="914400" rtl="0" eaLnBrk="1" latinLnBrk="0" hangingPunct="1">
              <a:lnSpc>
                <a:spcPct val="100000"/>
              </a:lnSpc>
              <a:spcBef>
                <a:spcPts val="0"/>
              </a:spcBef>
              <a:spcAft>
                <a:spcPts val="600"/>
              </a:spcAft>
              <a:buFont typeface="Arial" panose="020B0604020202020204" pitchFamily="34" charset="0"/>
              <a:defRPr lang="en-US" sz="1600" kern="1200" baseline="0" dirty="0">
                <a:solidFill>
                  <a:schemeClr val="tx1"/>
                </a:solidFill>
                <a:latin typeface="+mn-lt"/>
                <a:ea typeface="+mn-ea"/>
                <a:cs typeface="+mn-cs"/>
              </a:defRPr>
            </a:lvl5pPr>
          </a:lstStyle>
          <a:p>
            <a:pPr lvl="0"/>
            <a:r>
              <a:rPr lang="en-US"/>
              <a:t>Main bullet. 22 pt. Black. Sentence case.</a:t>
            </a:r>
          </a:p>
          <a:p>
            <a:pPr lvl="1"/>
            <a:r>
              <a:rPr lang="en-US"/>
              <a:t>Second level</a:t>
            </a:r>
          </a:p>
          <a:p>
            <a:pPr lvl="2"/>
            <a:r>
              <a:rPr lang="en-US"/>
              <a:t>Third level</a:t>
            </a:r>
          </a:p>
          <a:p>
            <a:pPr lvl="3"/>
            <a:r>
              <a:rPr lang="en-US"/>
              <a:t>Fourth level</a:t>
            </a:r>
          </a:p>
          <a:p>
            <a:pPr lvl="4"/>
            <a:r>
              <a:rPr lang="en-US"/>
              <a:t>Fifth level</a:t>
            </a:r>
          </a:p>
        </p:txBody>
      </p:sp>
      <p:sp>
        <p:nvSpPr>
          <p:cNvPr id="3" name="Text Placeholder 2"/>
          <p:cNvSpPr>
            <a:spLocks noGrp="1"/>
          </p:cNvSpPr>
          <p:nvPr>
            <p:ph type="body" sz="quarter" idx="17" hasCustomPrompt="1"/>
          </p:nvPr>
        </p:nvSpPr>
        <p:spPr>
          <a:xfrm>
            <a:off x="685800" y="1572733"/>
            <a:ext cx="10820400" cy="341632"/>
          </a:xfrm>
          <a:noFill/>
        </p:spPr>
        <p:txBody>
          <a:bodyPr wrap="square" bIns="91440">
            <a:spAutoFit/>
          </a:bodyPr>
          <a:lstStyle>
            <a:lvl1pPr marL="0" marR="0" indent="0" algn="l" defTabSz="914400" rtl="0" eaLnBrk="1" fontAlgn="auto" latinLnBrk="0" hangingPunct="1">
              <a:lnSpc>
                <a:spcPct val="90000"/>
              </a:lnSpc>
              <a:spcBef>
                <a:spcPts val="0"/>
              </a:spcBef>
              <a:spcAft>
                <a:spcPts val="0"/>
              </a:spcAft>
              <a:buClrTx/>
              <a:buSzPct val="115000"/>
              <a:buFont typeface="Arial" panose="020B0604020202020204" pitchFamily="34" charset="0"/>
              <a:buNone/>
              <a:tabLst/>
              <a:defRPr sz="1800" b="1" baseline="0">
                <a:solidFill>
                  <a:srgbClr val="CE1126"/>
                </a:solidFill>
              </a:defRPr>
            </a:lvl1pPr>
          </a:lstStyle>
          <a:p>
            <a:pPr marL="0" marR="0" lvl="0" indent="0" algn="l" defTabSz="914400" rtl="0" eaLnBrk="1" fontAlgn="auto" latinLnBrk="0" hangingPunct="1">
              <a:lnSpc>
                <a:spcPct val="90000"/>
              </a:lnSpc>
              <a:spcBef>
                <a:spcPts val="0"/>
              </a:spcBef>
              <a:spcAft>
                <a:spcPts val="0"/>
              </a:spcAft>
              <a:buClrTx/>
              <a:buSzPct val="115000"/>
              <a:buFont typeface="Arial" panose="020B0604020202020204" pitchFamily="34" charset="0"/>
              <a:buNone/>
              <a:tabLst/>
              <a:defRPr/>
            </a:pPr>
            <a:r>
              <a:rPr lang="en-US"/>
              <a:t>Subhead 18 pt. RTX red. Bold. Sentence case.</a:t>
            </a:r>
          </a:p>
        </p:txBody>
      </p:sp>
      <p:sp>
        <p:nvSpPr>
          <p:cNvPr id="15" name="Slide number"/>
          <p:cNvSpPr>
            <a:spLocks noGrp="1"/>
          </p:cNvSpPr>
          <p:nvPr>
            <p:ph type="sldNum" sz="quarter" idx="4"/>
          </p:nvPr>
        </p:nvSpPr>
        <p:spPr>
          <a:xfrm>
            <a:off x="10983397" y="6380414"/>
            <a:ext cx="531946" cy="365125"/>
          </a:xfrm>
          <a:prstGeom prst="rect">
            <a:avLst/>
          </a:prstGeom>
        </p:spPr>
        <p:txBody>
          <a:bodyPr vert="horz" lIns="0" tIns="0" rIns="0" bIns="0" rtlCol="0" anchor="t" anchorCtr="0"/>
          <a:lstStyle>
            <a:lvl1pPr algn="r">
              <a:defRPr lang="en-US" sz="1200" kern="1200" smtClean="0">
                <a:solidFill>
                  <a:schemeClr val="tx1">
                    <a:tint val="75000"/>
                  </a:schemeClr>
                </a:solidFill>
                <a:latin typeface="+mn-lt"/>
                <a:ea typeface="+mn-ea"/>
                <a:cs typeface="+mn-cs"/>
              </a:defRPr>
            </a:lvl1pPr>
          </a:lstStyle>
          <a:p>
            <a:fld id="{07165E6F-54ED-4977-A15E-D44BE7238A65}" type="slidenum">
              <a:rPr lang="en-US" smtClean="0"/>
              <a:pPr/>
              <a:t>‹#›</a:t>
            </a:fld>
            <a:endParaRPr lang="en-US"/>
          </a:p>
        </p:txBody>
      </p:sp>
      <p:sp>
        <p:nvSpPr>
          <p:cNvPr id="6" name="Title 5"/>
          <p:cNvSpPr>
            <a:spLocks noGrp="1"/>
          </p:cNvSpPr>
          <p:nvPr>
            <p:ph type="title" hasCustomPrompt="1"/>
          </p:nvPr>
        </p:nvSpPr>
        <p:spPr>
          <a:xfrm>
            <a:off x="694944" y="514473"/>
            <a:ext cx="10811256" cy="676653"/>
          </a:xfrm>
          <a:prstGeom prst="rect">
            <a:avLst/>
          </a:prstGeom>
        </p:spPr>
        <p:txBody>
          <a:bodyPr anchor="t" anchorCtr="0"/>
          <a:lstStyle>
            <a:lvl1pPr>
              <a:lnSpc>
                <a:spcPct val="80000"/>
              </a:lnSpc>
              <a:defRPr/>
            </a:lvl1pPr>
          </a:lstStyle>
          <a:p>
            <a:r>
              <a:rPr lang="en-US"/>
              <a:t>TITLE. 32 PT. BLACK. REGULAR. UPPERCASE. TWO LINES MAX.</a:t>
            </a:r>
          </a:p>
        </p:txBody>
      </p:sp>
      <p:sp>
        <p:nvSpPr>
          <p:cNvPr id="8" name="Takeaway bar"/>
          <p:cNvSpPr>
            <a:spLocks noGrp="1"/>
          </p:cNvSpPr>
          <p:nvPr>
            <p:ph type="body" sz="quarter" idx="15" hasCustomPrompt="1"/>
          </p:nvPr>
        </p:nvSpPr>
        <p:spPr>
          <a:xfrm>
            <a:off x="694944" y="5917569"/>
            <a:ext cx="10820399" cy="268279"/>
          </a:xfrm>
          <a:solidFill>
            <a:schemeClr val="accent1"/>
          </a:solidFill>
        </p:spPr>
        <p:txBody>
          <a:bodyPr vert="horz" wrap="square" lIns="621792" tIns="64008" rIns="621792" bIns="36576" rtlCol="0" anchor="b" anchorCtr="0">
            <a:spAutoFit/>
          </a:bodyPr>
          <a:lstStyle>
            <a:lvl1pPr marL="0" indent="0" algn="ctr" defTabSz="0">
              <a:lnSpc>
                <a:spcPts val="1300"/>
              </a:lnSpc>
              <a:spcBef>
                <a:spcPts val="0"/>
              </a:spcBef>
              <a:buFontTx/>
              <a:buNone/>
              <a:defRPr lang="en-US" sz="1600" b="1" dirty="0">
                <a:solidFill>
                  <a:schemeClr val="bg1"/>
                </a:solidFill>
                <a:latin typeface="Arial" panose="020B0604020202020204" pitchFamily="34" charset="0"/>
                <a:ea typeface="+mj-ea"/>
                <a:cs typeface="Arial" panose="020B0604020202020204" pitchFamily="34" charset="0"/>
              </a:defRPr>
            </a:lvl1pPr>
          </a:lstStyle>
          <a:p>
            <a:pPr marL="0" lvl="0" indent="0" algn="ctr">
              <a:buNone/>
            </a:pPr>
            <a:r>
              <a:rPr lang="en-US"/>
              <a:t>Optional takeaway bar. White. Bold. 16 pt. Centered. Sentence case.</a:t>
            </a:r>
          </a:p>
        </p:txBody>
      </p:sp>
      <p:sp>
        <p:nvSpPr>
          <p:cNvPr id="2" name="Footer Placeholder 1">
            <a:extLst>
              <a:ext uri="{FF2B5EF4-FFF2-40B4-BE49-F238E27FC236}">
                <a16:creationId xmlns:a16="http://schemas.microsoft.com/office/drawing/2014/main" id="{D22EA5FD-0856-F940-B6E7-53CE512EAC55}"/>
              </a:ext>
            </a:extLst>
          </p:cNvPr>
          <p:cNvSpPr>
            <a:spLocks noGrp="1"/>
          </p:cNvSpPr>
          <p:nvPr>
            <p:ph type="ftr" sz="quarter" idx="18"/>
          </p:nvPr>
        </p:nvSpPr>
        <p:spPr/>
        <p:txBody>
          <a:bodyPr/>
          <a:lstStyle/>
          <a:p>
            <a:r>
              <a:rPr lang="en-US">
                <a:cs typeface="DIN-Light"/>
              </a:rPr>
              <a:t>CS Agentic Development</a:t>
            </a:r>
            <a:endParaRPr lang="en-US"/>
          </a:p>
        </p:txBody>
      </p:sp>
    </p:spTree>
    <p:extLst>
      <p:ext uri="{BB962C8B-B14F-4D97-AF65-F5344CB8AC3E}">
        <p14:creationId xmlns:p14="http://schemas.microsoft.com/office/powerpoint/2010/main" val="809712989"/>
      </p:ext>
    </p:extLst>
  </p:cSld>
  <p:clrMapOvr>
    <a:masterClrMapping/>
  </p:clrMapOvr>
  <p:extLst>
    <p:ext uri="{DCECCB84-F9BA-43D5-87BE-67443E8EF086}">
      <p15:sldGuideLst xmlns:p15="http://schemas.microsoft.com/office/powerpoint/2012/main"/>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llins Content: 2 column">
    <p:spTree>
      <p:nvGrpSpPr>
        <p:cNvPr id="1" name=""/>
        <p:cNvGrpSpPr/>
        <p:nvPr/>
      </p:nvGrpSpPr>
      <p:grpSpPr>
        <a:xfrm>
          <a:off x="0" y="0"/>
          <a:ext cx="0" cy="0"/>
          <a:chOff x="0" y="0"/>
          <a:chExt cx="0" cy="0"/>
        </a:xfrm>
      </p:grpSpPr>
      <p:sp>
        <p:nvSpPr>
          <p:cNvPr id="13" name="Body 2"/>
          <p:cNvSpPr>
            <a:spLocks noGrp="1"/>
          </p:cNvSpPr>
          <p:nvPr>
            <p:ph type="body" sz="quarter" idx="17" hasCustomPrompt="1"/>
          </p:nvPr>
        </p:nvSpPr>
        <p:spPr>
          <a:xfrm>
            <a:off x="6258629" y="2068033"/>
            <a:ext cx="5247571" cy="3723167"/>
          </a:xfrm>
          <a:noFill/>
        </p:spPr>
        <p:txBody>
          <a:bodyPr rIns="182880"/>
          <a:lstStyle>
            <a:lvl1pPr marL="219456" indent="-219451" algn="l" defTabSz="914400" rtl="0" eaLnBrk="1" latinLnBrk="0" hangingPunct="1">
              <a:lnSpc>
                <a:spcPct val="100000"/>
              </a:lnSpc>
              <a:spcBef>
                <a:spcPct val="0"/>
              </a:spcBef>
              <a:spcAft>
                <a:spcPts val="600"/>
              </a:spcAft>
              <a:buClr>
                <a:srgbClr val="CE1126"/>
              </a:buClr>
              <a:buSzPct val="75000"/>
              <a:buFont typeface="Arial" panose="020B0604020202020204" pitchFamily="34" charset="0"/>
              <a:buChar char="•"/>
              <a:defRPr lang="en-US" sz="1800" kern="1200" dirty="0" smtClean="0">
                <a:solidFill>
                  <a:schemeClr val="tx1"/>
                </a:solidFill>
                <a:latin typeface="+mn-lt"/>
                <a:ea typeface="+mn-ea"/>
                <a:cs typeface="+mn-cs"/>
              </a:defRPr>
            </a:lvl1pPr>
            <a:lvl2pPr indent="-219456" algn="l" defTabSz="914400" rtl="0" eaLnBrk="1" latinLnBrk="0" hangingPunct="1">
              <a:lnSpc>
                <a:spcPct val="100000"/>
              </a:lnSpc>
              <a:spcBef>
                <a:spcPts val="0"/>
              </a:spcBef>
              <a:spcAft>
                <a:spcPts val="600"/>
              </a:spcAft>
              <a:buClr>
                <a:schemeClr val="accent1"/>
              </a:buClr>
              <a:buFont typeface="Arial" panose="020B0604020202020204" pitchFamily="34" charset="0"/>
              <a:defRPr lang="en-US" sz="1800" kern="1200" dirty="0" smtClean="0">
                <a:solidFill>
                  <a:schemeClr val="tx1"/>
                </a:solidFill>
                <a:latin typeface="+mn-lt"/>
                <a:ea typeface="+mn-ea"/>
                <a:cs typeface="+mn-cs"/>
              </a:defRPr>
            </a:lvl2pPr>
            <a:lvl3pPr indent="-219456" algn="l" defTabSz="914400" rtl="0" eaLnBrk="1" latinLnBrk="0" hangingPunct="1">
              <a:lnSpc>
                <a:spcPct val="100000"/>
              </a:lnSpc>
              <a:spcBef>
                <a:spcPts val="0"/>
              </a:spcBef>
              <a:spcAft>
                <a:spcPts val="600"/>
              </a:spcAft>
              <a:buFont typeface="Arial" panose="020B0604020202020204" pitchFamily="34" charset="0"/>
              <a:defRPr lang="en-US" sz="1600" kern="1200" dirty="0" smtClean="0">
                <a:solidFill>
                  <a:schemeClr val="tx1"/>
                </a:solidFill>
                <a:latin typeface="+mn-lt"/>
                <a:ea typeface="+mn-ea"/>
                <a:cs typeface="+mn-cs"/>
              </a:defRPr>
            </a:lvl3pPr>
            <a:lvl4pPr indent="-219456" algn="l" defTabSz="914400" rtl="0" eaLnBrk="1" latinLnBrk="0" hangingPunct="1">
              <a:lnSpc>
                <a:spcPct val="100000"/>
              </a:lnSpc>
              <a:spcBef>
                <a:spcPts val="0"/>
              </a:spcBef>
              <a:spcAft>
                <a:spcPts val="600"/>
              </a:spcAft>
              <a:buClr>
                <a:schemeClr val="accent1"/>
              </a:buClr>
              <a:buFont typeface="Arial" panose="020B0604020202020204" pitchFamily="34" charset="0"/>
              <a:defRPr lang="en-US" sz="1600" kern="1200" dirty="0" smtClean="0">
                <a:solidFill>
                  <a:schemeClr val="tx1"/>
                </a:solidFill>
                <a:latin typeface="+mn-lt"/>
                <a:ea typeface="+mn-ea"/>
                <a:cs typeface="+mn-cs"/>
              </a:defRPr>
            </a:lvl4pPr>
            <a:lvl5pPr indent="-219456" algn="l" defTabSz="914400" rtl="0" eaLnBrk="1" latinLnBrk="0" hangingPunct="1">
              <a:lnSpc>
                <a:spcPct val="100000"/>
              </a:lnSpc>
              <a:spcBef>
                <a:spcPts val="0"/>
              </a:spcBef>
              <a:spcAft>
                <a:spcPts val="600"/>
              </a:spcAft>
              <a:buFont typeface="Arial" panose="020B0604020202020204" pitchFamily="34" charset="0"/>
              <a:defRPr lang="en-US" sz="1600" kern="1200" dirty="0">
                <a:solidFill>
                  <a:schemeClr val="tx1"/>
                </a:solidFill>
                <a:latin typeface="+mn-lt"/>
                <a:ea typeface="+mn-ea"/>
                <a:cs typeface="+mn-cs"/>
              </a:defRPr>
            </a:lvl5pPr>
          </a:lstStyle>
          <a:p>
            <a:pPr lvl="0"/>
            <a:r>
              <a:rPr lang="en-US"/>
              <a:t>Main bullet. 18 pt. black.</a:t>
            </a:r>
          </a:p>
          <a:p>
            <a:pPr lvl="1"/>
            <a:r>
              <a:rPr lang="en-US"/>
              <a:t>Second level</a:t>
            </a:r>
          </a:p>
          <a:p>
            <a:pPr lvl="2"/>
            <a:r>
              <a:rPr lang="en-US"/>
              <a:t>Third level</a:t>
            </a:r>
          </a:p>
          <a:p>
            <a:pPr lvl="3"/>
            <a:r>
              <a:rPr lang="en-US"/>
              <a:t>Fourth level</a:t>
            </a:r>
          </a:p>
          <a:p>
            <a:pPr lvl="4"/>
            <a:r>
              <a:rPr lang="en-US"/>
              <a:t>Fifth level</a:t>
            </a:r>
          </a:p>
        </p:txBody>
      </p:sp>
      <p:sp>
        <p:nvSpPr>
          <p:cNvPr id="31" name="Body 1"/>
          <p:cNvSpPr>
            <a:spLocks noGrp="1"/>
          </p:cNvSpPr>
          <p:nvPr>
            <p:ph type="body" sz="quarter" idx="13" hasCustomPrompt="1"/>
          </p:nvPr>
        </p:nvSpPr>
        <p:spPr>
          <a:xfrm>
            <a:off x="696433" y="2068032"/>
            <a:ext cx="5247167" cy="3723167"/>
          </a:xfrm>
          <a:noFill/>
        </p:spPr>
        <p:txBody>
          <a:bodyPr rIns="182880"/>
          <a:lstStyle>
            <a:lvl1pPr marL="219456" indent="-219456" algn="l" defTabSz="914400" rtl="0" eaLnBrk="1" latinLnBrk="0" hangingPunct="1">
              <a:lnSpc>
                <a:spcPct val="100000"/>
              </a:lnSpc>
              <a:spcBef>
                <a:spcPts val="0"/>
              </a:spcBef>
              <a:spcAft>
                <a:spcPts val="600"/>
              </a:spcAft>
              <a:buFont typeface="Arial" panose="020B0604020202020204" pitchFamily="34" charset="0"/>
              <a:defRPr lang="en-US" sz="1800" kern="1200" baseline="0" dirty="0" smtClean="0">
                <a:solidFill>
                  <a:schemeClr val="tx1"/>
                </a:solidFill>
                <a:latin typeface="+mn-lt"/>
                <a:ea typeface="+mn-ea"/>
                <a:cs typeface="+mn-cs"/>
              </a:defRPr>
            </a:lvl1pPr>
            <a:lvl2pPr indent="-219456" algn="l" defTabSz="914400" rtl="0" eaLnBrk="1" latinLnBrk="0" hangingPunct="1">
              <a:lnSpc>
                <a:spcPct val="100000"/>
              </a:lnSpc>
              <a:spcBef>
                <a:spcPts val="0"/>
              </a:spcBef>
              <a:spcAft>
                <a:spcPts val="600"/>
              </a:spcAft>
              <a:buClr>
                <a:schemeClr val="accent1"/>
              </a:buClr>
              <a:buFont typeface="Arial" panose="020B0604020202020204" pitchFamily="34" charset="0"/>
              <a:defRPr lang="en-US" sz="1800" kern="1200" dirty="0" smtClean="0">
                <a:solidFill>
                  <a:schemeClr val="tx1"/>
                </a:solidFill>
                <a:latin typeface="+mn-lt"/>
                <a:ea typeface="+mn-ea"/>
                <a:cs typeface="+mn-cs"/>
              </a:defRPr>
            </a:lvl2pPr>
            <a:lvl3pPr indent="-219456" algn="l" defTabSz="914400" rtl="0" eaLnBrk="1" latinLnBrk="0" hangingPunct="1">
              <a:lnSpc>
                <a:spcPct val="100000"/>
              </a:lnSpc>
              <a:spcBef>
                <a:spcPts val="0"/>
              </a:spcBef>
              <a:spcAft>
                <a:spcPts val="600"/>
              </a:spcAft>
              <a:buFont typeface="Arial" panose="020B0604020202020204" pitchFamily="34" charset="0"/>
              <a:defRPr lang="en-US" sz="1600" kern="1200" dirty="0" smtClean="0">
                <a:solidFill>
                  <a:schemeClr val="tx1"/>
                </a:solidFill>
                <a:latin typeface="+mn-lt"/>
                <a:ea typeface="+mn-ea"/>
                <a:cs typeface="+mn-cs"/>
              </a:defRPr>
            </a:lvl3pPr>
            <a:lvl4pPr indent="-219456" algn="l" defTabSz="914400" rtl="0" eaLnBrk="1" latinLnBrk="0" hangingPunct="1">
              <a:lnSpc>
                <a:spcPct val="100000"/>
              </a:lnSpc>
              <a:spcBef>
                <a:spcPts val="0"/>
              </a:spcBef>
              <a:spcAft>
                <a:spcPts val="600"/>
              </a:spcAft>
              <a:buClr>
                <a:schemeClr val="accent1"/>
              </a:buClr>
              <a:buFont typeface="Arial" panose="020B0604020202020204" pitchFamily="34" charset="0"/>
              <a:defRPr lang="en-US" sz="1600" kern="1200" dirty="0" smtClean="0">
                <a:solidFill>
                  <a:schemeClr val="tx1"/>
                </a:solidFill>
                <a:latin typeface="+mn-lt"/>
                <a:ea typeface="+mn-ea"/>
                <a:cs typeface="+mn-cs"/>
              </a:defRPr>
            </a:lvl4pPr>
            <a:lvl5pPr indent="-219456" algn="l" defTabSz="914400" rtl="0" eaLnBrk="1" latinLnBrk="0" hangingPunct="1">
              <a:lnSpc>
                <a:spcPct val="100000"/>
              </a:lnSpc>
              <a:spcBef>
                <a:spcPts val="0"/>
              </a:spcBef>
              <a:spcAft>
                <a:spcPts val="600"/>
              </a:spcAft>
              <a:buFont typeface="Arial" panose="020B0604020202020204" pitchFamily="34" charset="0"/>
              <a:defRPr lang="en-US" sz="1600" kern="1200" dirty="0">
                <a:solidFill>
                  <a:schemeClr val="tx1"/>
                </a:solidFill>
                <a:latin typeface="+mn-lt"/>
                <a:ea typeface="+mn-ea"/>
                <a:cs typeface="+mn-cs"/>
              </a:defRPr>
            </a:lvl5pPr>
          </a:lstStyle>
          <a:p>
            <a:pPr lvl="0"/>
            <a:r>
              <a:rPr lang="en-US"/>
              <a:t>Main bullet. 18 pt. black.</a:t>
            </a:r>
          </a:p>
          <a:p>
            <a:pPr lvl="1"/>
            <a:r>
              <a:rPr lang="en-US"/>
              <a:t>Second level</a:t>
            </a:r>
          </a:p>
          <a:p>
            <a:pPr lvl="2"/>
            <a:r>
              <a:rPr lang="en-US"/>
              <a:t>Third level</a:t>
            </a:r>
          </a:p>
          <a:p>
            <a:pPr lvl="3"/>
            <a:r>
              <a:rPr lang="en-US"/>
              <a:t>Fourth level</a:t>
            </a:r>
          </a:p>
          <a:p>
            <a:pPr lvl="4"/>
            <a:r>
              <a:rPr lang="en-US"/>
              <a:t>Fifth level</a:t>
            </a:r>
          </a:p>
        </p:txBody>
      </p:sp>
      <p:sp>
        <p:nvSpPr>
          <p:cNvPr id="18" name="Slide number"/>
          <p:cNvSpPr>
            <a:spLocks noGrp="1"/>
          </p:cNvSpPr>
          <p:nvPr>
            <p:ph type="sldNum" sz="quarter" idx="4"/>
          </p:nvPr>
        </p:nvSpPr>
        <p:spPr>
          <a:xfrm>
            <a:off x="10983397" y="6380414"/>
            <a:ext cx="531946" cy="365125"/>
          </a:xfrm>
          <a:prstGeom prst="rect">
            <a:avLst/>
          </a:prstGeom>
        </p:spPr>
        <p:txBody>
          <a:bodyPr vert="horz" lIns="0" tIns="0" rIns="0" bIns="0" rtlCol="0" anchor="t" anchorCtr="0"/>
          <a:lstStyle>
            <a:lvl1pPr algn="r">
              <a:defRPr lang="en-US" sz="1200" kern="1200" smtClean="0">
                <a:solidFill>
                  <a:schemeClr val="tx1">
                    <a:tint val="75000"/>
                  </a:schemeClr>
                </a:solidFill>
                <a:latin typeface="+mn-lt"/>
                <a:ea typeface="+mn-ea"/>
                <a:cs typeface="+mn-cs"/>
              </a:defRPr>
            </a:lvl1pPr>
          </a:lstStyle>
          <a:p>
            <a:fld id="{07165E6F-54ED-4977-A15E-D44BE7238A65}" type="slidenum">
              <a:rPr lang="en-US" smtClean="0"/>
              <a:pPr/>
              <a:t>‹#›</a:t>
            </a:fld>
            <a:endParaRPr lang="en-US"/>
          </a:p>
        </p:txBody>
      </p:sp>
      <p:sp>
        <p:nvSpPr>
          <p:cNvPr id="12" name="Text Placeholder 2"/>
          <p:cNvSpPr>
            <a:spLocks noGrp="1"/>
          </p:cNvSpPr>
          <p:nvPr>
            <p:ph type="body" sz="quarter" idx="21" hasCustomPrompt="1"/>
          </p:nvPr>
        </p:nvSpPr>
        <p:spPr>
          <a:xfrm>
            <a:off x="695325" y="1572733"/>
            <a:ext cx="5248274" cy="341632"/>
          </a:xfrm>
          <a:noFill/>
        </p:spPr>
        <p:txBody>
          <a:bodyPr wrap="square" bIns="91440">
            <a:spAutoFit/>
          </a:bodyPr>
          <a:lstStyle>
            <a:lvl1pPr marL="0" marR="0" indent="0" algn="l" defTabSz="914400" rtl="0" eaLnBrk="1" fontAlgn="auto" latinLnBrk="0" hangingPunct="1">
              <a:lnSpc>
                <a:spcPct val="90000"/>
              </a:lnSpc>
              <a:spcBef>
                <a:spcPts val="0"/>
              </a:spcBef>
              <a:spcAft>
                <a:spcPts val="0"/>
              </a:spcAft>
              <a:buClrTx/>
              <a:buSzPct val="115000"/>
              <a:buFont typeface="Arial" panose="020B0604020202020204" pitchFamily="34" charset="0"/>
              <a:buNone/>
              <a:tabLst/>
              <a:defRPr sz="1800" b="1" baseline="0">
                <a:solidFill>
                  <a:schemeClr val="tx2"/>
                </a:solidFill>
              </a:defRPr>
            </a:lvl1pPr>
          </a:lstStyle>
          <a:p>
            <a:pPr marL="0" marR="0" lvl="0" indent="0" algn="l" defTabSz="914400" rtl="0" eaLnBrk="1" fontAlgn="auto" latinLnBrk="0" hangingPunct="1">
              <a:lnSpc>
                <a:spcPct val="90000"/>
              </a:lnSpc>
              <a:spcBef>
                <a:spcPts val="0"/>
              </a:spcBef>
              <a:spcAft>
                <a:spcPts val="0"/>
              </a:spcAft>
              <a:buClrTx/>
              <a:buSzPct val="115000"/>
              <a:buFont typeface="Arial" panose="020B0604020202020204" pitchFamily="34" charset="0"/>
              <a:buNone/>
              <a:tabLst/>
              <a:defRPr/>
            </a:pPr>
            <a:r>
              <a:rPr lang="en-US"/>
              <a:t>Subhead 18 pt. RTX red. Bold. Sentence case.</a:t>
            </a:r>
          </a:p>
        </p:txBody>
      </p:sp>
      <p:sp>
        <p:nvSpPr>
          <p:cNvPr id="14" name="Text Placeholder 2"/>
          <p:cNvSpPr>
            <a:spLocks noGrp="1"/>
          </p:cNvSpPr>
          <p:nvPr>
            <p:ph type="body" sz="quarter" idx="22" hasCustomPrompt="1"/>
          </p:nvPr>
        </p:nvSpPr>
        <p:spPr>
          <a:xfrm>
            <a:off x="6248400" y="1572733"/>
            <a:ext cx="5248274" cy="341632"/>
          </a:xfrm>
          <a:noFill/>
        </p:spPr>
        <p:txBody>
          <a:bodyPr wrap="square" bIns="91440">
            <a:spAutoFit/>
          </a:bodyPr>
          <a:lstStyle>
            <a:lvl1pPr marL="0" marR="0" indent="0" algn="l" defTabSz="914400" rtl="0" eaLnBrk="1" fontAlgn="auto" latinLnBrk="0" hangingPunct="1">
              <a:lnSpc>
                <a:spcPct val="90000"/>
              </a:lnSpc>
              <a:spcBef>
                <a:spcPts val="0"/>
              </a:spcBef>
              <a:spcAft>
                <a:spcPts val="0"/>
              </a:spcAft>
              <a:buClrTx/>
              <a:buSzPct val="115000"/>
              <a:buFont typeface="Arial" panose="020B0604020202020204" pitchFamily="34" charset="0"/>
              <a:buNone/>
              <a:tabLst/>
              <a:defRPr sz="1800" b="1" baseline="0">
                <a:solidFill>
                  <a:schemeClr val="tx2"/>
                </a:solidFill>
              </a:defRPr>
            </a:lvl1pPr>
          </a:lstStyle>
          <a:p>
            <a:pPr marL="0" marR="0" lvl="0" indent="0" algn="l" defTabSz="914400" rtl="0" eaLnBrk="1" fontAlgn="auto" latinLnBrk="0" hangingPunct="1">
              <a:lnSpc>
                <a:spcPct val="90000"/>
              </a:lnSpc>
              <a:spcBef>
                <a:spcPts val="0"/>
              </a:spcBef>
              <a:spcAft>
                <a:spcPts val="0"/>
              </a:spcAft>
              <a:buClrTx/>
              <a:buSzPct val="115000"/>
              <a:buFont typeface="Arial" panose="020B0604020202020204" pitchFamily="34" charset="0"/>
              <a:buNone/>
              <a:tabLst/>
              <a:defRPr/>
            </a:pPr>
            <a:r>
              <a:rPr lang="en-US"/>
              <a:t>Subhead 18 pt. RTX red. Bold. Sentence case.</a:t>
            </a:r>
          </a:p>
        </p:txBody>
      </p:sp>
      <p:sp>
        <p:nvSpPr>
          <p:cNvPr id="15" name="Title 5"/>
          <p:cNvSpPr>
            <a:spLocks noGrp="1"/>
          </p:cNvSpPr>
          <p:nvPr>
            <p:ph type="title" hasCustomPrompt="1"/>
          </p:nvPr>
        </p:nvSpPr>
        <p:spPr>
          <a:xfrm>
            <a:off x="694944" y="514473"/>
            <a:ext cx="10811256" cy="676653"/>
          </a:xfrm>
          <a:prstGeom prst="rect">
            <a:avLst/>
          </a:prstGeom>
        </p:spPr>
        <p:txBody>
          <a:bodyPr/>
          <a:lstStyle>
            <a:lvl1pPr>
              <a:lnSpc>
                <a:spcPct val="80000"/>
              </a:lnSpc>
              <a:defRPr/>
            </a:lvl1pPr>
          </a:lstStyle>
          <a:p>
            <a:r>
              <a:rPr lang="en-US"/>
              <a:t>TITLE. 32 PT. BLACK. REGULAR. UPPERCASE. TWO LINES MAX.</a:t>
            </a:r>
          </a:p>
        </p:txBody>
      </p:sp>
      <p:sp>
        <p:nvSpPr>
          <p:cNvPr id="9" name="Takeaway bar"/>
          <p:cNvSpPr>
            <a:spLocks noGrp="1"/>
          </p:cNvSpPr>
          <p:nvPr>
            <p:ph type="body" sz="quarter" idx="15" hasCustomPrompt="1"/>
          </p:nvPr>
        </p:nvSpPr>
        <p:spPr>
          <a:xfrm>
            <a:off x="694944" y="5917569"/>
            <a:ext cx="10820399" cy="268279"/>
          </a:xfrm>
          <a:solidFill>
            <a:schemeClr val="accent1"/>
          </a:solidFill>
        </p:spPr>
        <p:txBody>
          <a:bodyPr vert="horz" wrap="square" lIns="621792" tIns="64008" rIns="621792" bIns="36576" rtlCol="0" anchor="b" anchorCtr="0">
            <a:spAutoFit/>
          </a:bodyPr>
          <a:lstStyle>
            <a:lvl1pPr marL="0" indent="0" algn="ctr" defTabSz="0">
              <a:lnSpc>
                <a:spcPts val="1300"/>
              </a:lnSpc>
              <a:spcBef>
                <a:spcPts val="0"/>
              </a:spcBef>
              <a:buFontTx/>
              <a:buNone/>
              <a:defRPr lang="en-US" sz="1600" b="1" dirty="0">
                <a:solidFill>
                  <a:schemeClr val="bg1"/>
                </a:solidFill>
                <a:latin typeface="Arial" panose="020B0604020202020204" pitchFamily="34" charset="0"/>
                <a:ea typeface="+mj-ea"/>
                <a:cs typeface="Arial" panose="020B0604020202020204" pitchFamily="34" charset="0"/>
              </a:defRPr>
            </a:lvl1pPr>
          </a:lstStyle>
          <a:p>
            <a:pPr marL="0" lvl="0" indent="0" algn="ctr">
              <a:buNone/>
            </a:pPr>
            <a:r>
              <a:rPr lang="en-US"/>
              <a:t>Optional takeaway bar. White. Bold. 16 pt. Centered. Sentence case.</a:t>
            </a:r>
          </a:p>
        </p:txBody>
      </p:sp>
      <p:sp>
        <p:nvSpPr>
          <p:cNvPr id="2" name="Footer Placeholder 1">
            <a:extLst>
              <a:ext uri="{FF2B5EF4-FFF2-40B4-BE49-F238E27FC236}">
                <a16:creationId xmlns:a16="http://schemas.microsoft.com/office/drawing/2014/main" id="{B067E748-8390-134E-92FF-EBB3100B8DC0}"/>
              </a:ext>
            </a:extLst>
          </p:cNvPr>
          <p:cNvSpPr>
            <a:spLocks noGrp="1"/>
          </p:cNvSpPr>
          <p:nvPr>
            <p:ph type="ftr" sz="quarter" idx="23"/>
          </p:nvPr>
        </p:nvSpPr>
        <p:spPr/>
        <p:txBody>
          <a:bodyPr/>
          <a:lstStyle/>
          <a:p>
            <a:r>
              <a:rPr lang="en-US">
                <a:cs typeface="DIN-Light"/>
              </a:rPr>
              <a:t>CS Agentic Development</a:t>
            </a:r>
            <a:endParaRPr lang="en-US"/>
          </a:p>
        </p:txBody>
      </p:sp>
    </p:spTree>
    <p:extLst>
      <p:ext uri="{BB962C8B-B14F-4D97-AF65-F5344CB8AC3E}">
        <p14:creationId xmlns:p14="http://schemas.microsoft.com/office/powerpoint/2010/main" val="1157190103"/>
      </p:ext>
    </p:extLst>
  </p:cSld>
  <p:clrMapOvr>
    <a:masterClrMapping/>
  </p:clrMapOvr>
  <p:extLst>
    <p:ext uri="{DCECCB84-F9BA-43D5-87BE-67443E8EF086}">
      <p15:sldGuideLst xmlns:p15="http://schemas.microsoft.com/office/powerpoint/2012/main">
        <p15:guide id="1" orient="horz" pos="1296">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llins Content: 3 column">
    <p:spTree>
      <p:nvGrpSpPr>
        <p:cNvPr id="1" name=""/>
        <p:cNvGrpSpPr/>
        <p:nvPr/>
      </p:nvGrpSpPr>
      <p:grpSpPr>
        <a:xfrm>
          <a:off x="0" y="0"/>
          <a:ext cx="0" cy="0"/>
          <a:chOff x="0" y="0"/>
          <a:chExt cx="0" cy="0"/>
        </a:xfrm>
      </p:grpSpPr>
      <p:sp>
        <p:nvSpPr>
          <p:cNvPr id="13" name="Body 3"/>
          <p:cNvSpPr>
            <a:spLocks noGrp="1"/>
          </p:cNvSpPr>
          <p:nvPr>
            <p:ph type="body" sz="quarter" idx="18" hasCustomPrompt="1"/>
          </p:nvPr>
        </p:nvSpPr>
        <p:spPr>
          <a:xfrm>
            <a:off x="8092684" y="2258533"/>
            <a:ext cx="3413515" cy="3532667"/>
          </a:xfrm>
          <a:noFill/>
        </p:spPr>
        <p:txBody>
          <a:bodyPr rIns="182880"/>
          <a:lstStyle>
            <a:lvl1pPr marL="219451" indent="-219451" algn="l" defTabSz="914400" rtl="0" eaLnBrk="1" latinLnBrk="0" hangingPunct="1">
              <a:lnSpc>
                <a:spcPct val="100000"/>
              </a:lnSpc>
              <a:spcBef>
                <a:spcPct val="0"/>
              </a:spcBef>
              <a:spcAft>
                <a:spcPts val="600"/>
              </a:spcAft>
              <a:buClr>
                <a:srgbClr val="CE1126"/>
              </a:buClr>
              <a:buSzPct val="75000"/>
              <a:buFont typeface="Arial" panose="020B0604020202020204" pitchFamily="34" charset="0"/>
              <a:buChar char="•"/>
              <a:defRPr lang="en-US" sz="1800" kern="1200" dirty="0" smtClean="0">
                <a:solidFill>
                  <a:schemeClr val="tx1"/>
                </a:solidFill>
                <a:latin typeface="+mn-lt"/>
                <a:ea typeface="+mn-ea"/>
                <a:cs typeface="+mn-cs"/>
              </a:defRPr>
            </a:lvl1pPr>
            <a:lvl2pPr indent="-219456" algn="l" defTabSz="914400" rtl="0" eaLnBrk="1" latinLnBrk="0" hangingPunct="1">
              <a:lnSpc>
                <a:spcPct val="100000"/>
              </a:lnSpc>
              <a:spcBef>
                <a:spcPts val="0"/>
              </a:spcBef>
              <a:spcAft>
                <a:spcPts val="600"/>
              </a:spcAft>
              <a:buClr>
                <a:schemeClr val="accent1"/>
              </a:buClr>
              <a:buFont typeface="Arial" panose="020B0604020202020204" pitchFamily="34" charset="0"/>
              <a:defRPr lang="en-US" sz="1800" kern="1200" dirty="0" smtClean="0">
                <a:solidFill>
                  <a:schemeClr val="tx1"/>
                </a:solidFill>
                <a:latin typeface="+mn-lt"/>
                <a:ea typeface="+mn-ea"/>
                <a:cs typeface="+mn-cs"/>
              </a:defRPr>
            </a:lvl2pPr>
            <a:lvl3pPr indent="-219456" algn="l" defTabSz="914400" rtl="0" eaLnBrk="1" latinLnBrk="0" hangingPunct="1">
              <a:lnSpc>
                <a:spcPct val="100000"/>
              </a:lnSpc>
              <a:spcBef>
                <a:spcPts val="0"/>
              </a:spcBef>
              <a:spcAft>
                <a:spcPts val="600"/>
              </a:spcAft>
              <a:buFont typeface="Arial" panose="020B0604020202020204" pitchFamily="34" charset="0"/>
              <a:defRPr lang="en-US" sz="1800" kern="1200" dirty="0" smtClean="0">
                <a:solidFill>
                  <a:schemeClr val="tx1"/>
                </a:solidFill>
                <a:latin typeface="+mn-lt"/>
                <a:ea typeface="+mn-ea"/>
                <a:cs typeface="+mn-cs"/>
              </a:defRPr>
            </a:lvl3pPr>
            <a:lvl4pPr indent="-219456" algn="l" defTabSz="914400" rtl="0" eaLnBrk="1" latinLnBrk="0" hangingPunct="1">
              <a:lnSpc>
                <a:spcPct val="100000"/>
              </a:lnSpc>
              <a:spcBef>
                <a:spcPts val="0"/>
              </a:spcBef>
              <a:spcAft>
                <a:spcPts val="600"/>
              </a:spcAft>
              <a:buClr>
                <a:schemeClr val="accent1"/>
              </a:buClr>
              <a:buFont typeface="Arial" panose="020B0604020202020204" pitchFamily="34" charset="0"/>
              <a:defRPr lang="en-US" sz="1800" kern="1200" dirty="0" smtClean="0">
                <a:solidFill>
                  <a:schemeClr val="tx1"/>
                </a:solidFill>
                <a:latin typeface="+mn-lt"/>
                <a:ea typeface="+mn-ea"/>
                <a:cs typeface="+mn-cs"/>
              </a:defRPr>
            </a:lvl4pPr>
            <a:lvl5pPr indent="-219456" algn="l" defTabSz="914400" rtl="0" eaLnBrk="1" latinLnBrk="0" hangingPunct="1">
              <a:lnSpc>
                <a:spcPct val="100000"/>
              </a:lnSpc>
              <a:spcBef>
                <a:spcPts val="0"/>
              </a:spcBef>
              <a:spcAft>
                <a:spcPts val="600"/>
              </a:spcAft>
              <a:buFont typeface="Arial" panose="020B0604020202020204" pitchFamily="34" charset="0"/>
              <a:defRPr lang="en-US" sz="1800" kern="1200" dirty="0">
                <a:solidFill>
                  <a:schemeClr val="tx1"/>
                </a:solidFill>
                <a:latin typeface="+mn-lt"/>
                <a:ea typeface="+mn-ea"/>
                <a:cs typeface="+mn-cs"/>
              </a:defRPr>
            </a:lvl5pPr>
          </a:lstStyle>
          <a:p>
            <a:pPr lvl="0"/>
            <a:r>
              <a:rPr lang="en-US"/>
              <a:t>Main bullet. 18 pt. black.</a:t>
            </a:r>
          </a:p>
          <a:p>
            <a:pPr lvl="1"/>
            <a:r>
              <a:rPr lang="en-US"/>
              <a:t>Second level</a:t>
            </a:r>
          </a:p>
          <a:p>
            <a:pPr lvl="2"/>
            <a:r>
              <a:rPr lang="en-US"/>
              <a:t>Third level</a:t>
            </a:r>
          </a:p>
          <a:p>
            <a:pPr lvl="3"/>
            <a:r>
              <a:rPr lang="en-US"/>
              <a:t>Fourth level</a:t>
            </a:r>
          </a:p>
          <a:p>
            <a:pPr lvl="4"/>
            <a:r>
              <a:rPr lang="en-US"/>
              <a:t>Fifth level</a:t>
            </a:r>
          </a:p>
        </p:txBody>
      </p:sp>
      <p:sp>
        <p:nvSpPr>
          <p:cNvPr id="12" name="Body 2"/>
          <p:cNvSpPr>
            <a:spLocks noGrp="1"/>
          </p:cNvSpPr>
          <p:nvPr>
            <p:ph type="body" sz="quarter" idx="17" hasCustomPrompt="1"/>
          </p:nvPr>
        </p:nvSpPr>
        <p:spPr>
          <a:xfrm>
            <a:off x="4396984" y="2258533"/>
            <a:ext cx="3413516" cy="3532667"/>
          </a:xfrm>
          <a:noFill/>
        </p:spPr>
        <p:txBody>
          <a:bodyPr rIns="182880"/>
          <a:lstStyle>
            <a:lvl1pPr marL="219451" indent="-219451" algn="l" defTabSz="914400" rtl="0" eaLnBrk="1" latinLnBrk="0" hangingPunct="1">
              <a:lnSpc>
                <a:spcPct val="100000"/>
              </a:lnSpc>
              <a:spcBef>
                <a:spcPct val="0"/>
              </a:spcBef>
              <a:spcAft>
                <a:spcPts val="600"/>
              </a:spcAft>
              <a:buClr>
                <a:srgbClr val="CE1126"/>
              </a:buClr>
              <a:buSzPct val="75000"/>
              <a:buFont typeface="Arial" panose="020B0604020202020204" pitchFamily="34" charset="0"/>
              <a:buChar char="•"/>
              <a:defRPr lang="en-US" sz="1800" kern="1200" dirty="0" smtClean="0">
                <a:solidFill>
                  <a:schemeClr val="tx1"/>
                </a:solidFill>
                <a:latin typeface="+mn-lt"/>
                <a:ea typeface="+mn-ea"/>
                <a:cs typeface="+mn-cs"/>
              </a:defRPr>
            </a:lvl1pPr>
            <a:lvl2pPr indent="-219456" algn="l" defTabSz="914400" rtl="0" eaLnBrk="1" latinLnBrk="0" hangingPunct="1">
              <a:lnSpc>
                <a:spcPct val="100000"/>
              </a:lnSpc>
              <a:spcBef>
                <a:spcPts val="0"/>
              </a:spcBef>
              <a:spcAft>
                <a:spcPts val="600"/>
              </a:spcAft>
              <a:buClr>
                <a:schemeClr val="accent1"/>
              </a:buClr>
              <a:buFont typeface="Arial" panose="020B0604020202020204" pitchFamily="34" charset="0"/>
              <a:defRPr lang="en-US" sz="1800" kern="1200" dirty="0" smtClean="0">
                <a:solidFill>
                  <a:schemeClr val="tx1"/>
                </a:solidFill>
                <a:latin typeface="+mn-lt"/>
                <a:ea typeface="+mn-ea"/>
                <a:cs typeface="+mn-cs"/>
              </a:defRPr>
            </a:lvl2pPr>
            <a:lvl3pPr indent="-219456" algn="l" defTabSz="914400" rtl="0" eaLnBrk="1" latinLnBrk="0" hangingPunct="1">
              <a:lnSpc>
                <a:spcPct val="100000"/>
              </a:lnSpc>
              <a:spcBef>
                <a:spcPts val="0"/>
              </a:spcBef>
              <a:spcAft>
                <a:spcPts val="600"/>
              </a:spcAft>
              <a:buFont typeface="Arial" panose="020B0604020202020204" pitchFamily="34" charset="0"/>
              <a:defRPr lang="en-US" sz="1800" kern="1200" dirty="0" smtClean="0">
                <a:solidFill>
                  <a:schemeClr val="tx1"/>
                </a:solidFill>
                <a:latin typeface="+mn-lt"/>
                <a:ea typeface="+mn-ea"/>
                <a:cs typeface="+mn-cs"/>
              </a:defRPr>
            </a:lvl3pPr>
            <a:lvl4pPr indent="-219456" algn="l" defTabSz="914400" rtl="0" eaLnBrk="1" latinLnBrk="0" hangingPunct="1">
              <a:lnSpc>
                <a:spcPct val="100000"/>
              </a:lnSpc>
              <a:spcBef>
                <a:spcPts val="0"/>
              </a:spcBef>
              <a:spcAft>
                <a:spcPts val="600"/>
              </a:spcAft>
              <a:buClr>
                <a:schemeClr val="accent1"/>
              </a:buClr>
              <a:buFont typeface="Arial" panose="020B0604020202020204" pitchFamily="34" charset="0"/>
              <a:defRPr lang="en-US" sz="1800" kern="1200" dirty="0" smtClean="0">
                <a:solidFill>
                  <a:schemeClr val="tx1"/>
                </a:solidFill>
                <a:latin typeface="+mn-lt"/>
                <a:ea typeface="+mn-ea"/>
                <a:cs typeface="+mn-cs"/>
              </a:defRPr>
            </a:lvl4pPr>
            <a:lvl5pPr indent="-219456" algn="l" defTabSz="914400" rtl="0" eaLnBrk="1" latinLnBrk="0" hangingPunct="1">
              <a:lnSpc>
                <a:spcPct val="100000"/>
              </a:lnSpc>
              <a:spcBef>
                <a:spcPts val="0"/>
              </a:spcBef>
              <a:spcAft>
                <a:spcPts val="600"/>
              </a:spcAft>
              <a:buFont typeface="Arial" panose="020B0604020202020204" pitchFamily="34" charset="0"/>
              <a:defRPr lang="en-US" sz="1800" kern="1200" dirty="0">
                <a:solidFill>
                  <a:schemeClr val="tx1"/>
                </a:solidFill>
                <a:latin typeface="+mn-lt"/>
                <a:ea typeface="+mn-ea"/>
                <a:cs typeface="+mn-cs"/>
              </a:defRPr>
            </a:lvl5pPr>
          </a:lstStyle>
          <a:p>
            <a:pPr lvl="0"/>
            <a:r>
              <a:rPr lang="en-US"/>
              <a:t>Main bullet. 18 pt. black.</a:t>
            </a:r>
          </a:p>
          <a:p>
            <a:pPr lvl="1"/>
            <a:r>
              <a:rPr lang="en-US"/>
              <a:t>Second level</a:t>
            </a:r>
          </a:p>
          <a:p>
            <a:pPr lvl="2"/>
            <a:r>
              <a:rPr lang="en-US"/>
              <a:t>Third level</a:t>
            </a:r>
          </a:p>
          <a:p>
            <a:pPr lvl="3"/>
            <a:r>
              <a:rPr lang="en-US"/>
              <a:t>Fourth level</a:t>
            </a:r>
          </a:p>
          <a:p>
            <a:pPr lvl="4"/>
            <a:r>
              <a:rPr lang="en-US"/>
              <a:t>Fifth level</a:t>
            </a:r>
          </a:p>
        </p:txBody>
      </p:sp>
      <p:sp>
        <p:nvSpPr>
          <p:cNvPr id="31" name="Body 1"/>
          <p:cNvSpPr>
            <a:spLocks noGrp="1"/>
          </p:cNvSpPr>
          <p:nvPr>
            <p:ph type="body" sz="quarter" idx="13" hasCustomPrompt="1"/>
          </p:nvPr>
        </p:nvSpPr>
        <p:spPr>
          <a:xfrm>
            <a:off x="696432" y="2258533"/>
            <a:ext cx="3418367" cy="3532667"/>
          </a:xfrm>
          <a:noFill/>
        </p:spPr>
        <p:txBody>
          <a:bodyPr rIns="182880"/>
          <a:lstStyle>
            <a:lvl1pPr marL="219451" indent="-219451" algn="l" defTabSz="914400" rtl="0" eaLnBrk="1" latinLnBrk="0" hangingPunct="1">
              <a:lnSpc>
                <a:spcPct val="100000"/>
              </a:lnSpc>
              <a:spcBef>
                <a:spcPct val="0"/>
              </a:spcBef>
              <a:spcAft>
                <a:spcPts val="600"/>
              </a:spcAft>
              <a:buClr>
                <a:srgbClr val="CE1126"/>
              </a:buClr>
              <a:buSzPct val="75000"/>
              <a:buFont typeface="Arial" panose="020B0604020202020204" pitchFamily="34" charset="0"/>
              <a:buChar char="•"/>
              <a:defRPr lang="en-US" sz="1800" kern="1200" baseline="0" dirty="0" smtClean="0">
                <a:solidFill>
                  <a:schemeClr val="tx1"/>
                </a:solidFill>
                <a:latin typeface="+mn-lt"/>
                <a:ea typeface="+mn-ea"/>
                <a:cs typeface="+mn-cs"/>
              </a:defRPr>
            </a:lvl1pPr>
            <a:lvl2pPr indent="-219456" algn="l" defTabSz="914400" rtl="0" eaLnBrk="1" latinLnBrk="0" hangingPunct="1">
              <a:lnSpc>
                <a:spcPct val="100000"/>
              </a:lnSpc>
              <a:spcBef>
                <a:spcPts val="0"/>
              </a:spcBef>
              <a:spcAft>
                <a:spcPts val="600"/>
              </a:spcAft>
              <a:buClr>
                <a:schemeClr val="accent1"/>
              </a:buClr>
              <a:buFont typeface="Arial" panose="020B0604020202020204" pitchFamily="34" charset="0"/>
              <a:defRPr lang="en-US" sz="1800" kern="1200" dirty="0" smtClean="0">
                <a:solidFill>
                  <a:schemeClr val="tx1"/>
                </a:solidFill>
                <a:latin typeface="+mn-lt"/>
                <a:ea typeface="+mn-ea"/>
                <a:cs typeface="+mn-cs"/>
              </a:defRPr>
            </a:lvl2pPr>
            <a:lvl3pPr indent="-219456" algn="l" defTabSz="914400" rtl="0" eaLnBrk="1" latinLnBrk="0" hangingPunct="1">
              <a:lnSpc>
                <a:spcPct val="100000"/>
              </a:lnSpc>
              <a:spcBef>
                <a:spcPts val="0"/>
              </a:spcBef>
              <a:spcAft>
                <a:spcPts val="600"/>
              </a:spcAft>
              <a:buFont typeface="Arial" panose="020B0604020202020204" pitchFamily="34" charset="0"/>
              <a:defRPr lang="en-US" sz="1800" kern="1200" dirty="0" smtClean="0">
                <a:solidFill>
                  <a:schemeClr val="tx1"/>
                </a:solidFill>
                <a:latin typeface="+mn-lt"/>
                <a:ea typeface="+mn-ea"/>
                <a:cs typeface="+mn-cs"/>
              </a:defRPr>
            </a:lvl3pPr>
            <a:lvl4pPr indent="-219456" algn="l" defTabSz="914400" rtl="0" eaLnBrk="1" latinLnBrk="0" hangingPunct="1">
              <a:lnSpc>
                <a:spcPct val="100000"/>
              </a:lnSpc>
              <a:spcBef>
                <a:spcPts val="0"/>
              </a:spcBef>
              <a:spcAft>
                <a:spcPts val="600"/>
              </a:spcAft>
              <a:buClr>
                <a:schemeClr val="accent1"/>
              </a:buClr>
              <a:buFont typeface="Arial" panose="020B0604020202020204" pitchFamily="34" charset="0"/>
              <a:defRPr lang="en-US" sz="1800" kern="1200" dirty="0" smtClean="0">
                <a:solidFill>
                  <a:schemeClr val="tx1"/>
                </a:solidFill>
                <a:latin typeface="+mn-lt"/>
                <a:ea typeface="+mn-ea"/>
                <a:cs typeface="+mn-cs"/>
              </a:defRPr>
            </a:lvl4pPr>
            <a:lvl5pPr indent="-219456" algn="l" defTabSz="914400" rtl="0" eaLnBrk="1" latinLnBrk="0" hangingPunct="1">
              <a:lnSpc>
                <a:spcPct val="100000"/>
              </a:lnSpc>
              <a:spcBef>
                <a:spcPts val="0"/>
              </a:spcBef>
              <a:spcAft>
                <a:spcPts val="600"/>
              </a:spcAft>
              <a:buFont typeface="Arial" panose="020B0604020202020204" pitchFamily="34" charset="0"/>
              <a:defRPr lang="en-US" sz="1800" kern="1200" dirty="0">
                <a:solidFill>
                  <a:schemeClr val="tx1"/>
                </a:solidFill>
                <a:latin typeface="+mn-lt"/>
                <a:ea typeface="+mn-ea"/>
                <a:cs typeface="+mn-cs"/>
              </a:defRPr>
            </a:lvl5pPr>
          </a:lstStyle>
          <a:p>
            <a:pPr lvl="0"/>
            <a:r>
              <a:rPr lang="en-US"/>
              <a:t>Main bullet. 18 pt. black.</a:t>
            </a:r>
          </a:p>
          <a:p>
            <a:pPr lvl="1"/>
            <a:r>
              <a:rPr lang="en-US"/>
              <a:t>Second level</a:t>
            </a:r>
          </a:p>
          <a:p>
            <a:pPr lvl="2"/>
            <a:r>
              <a:rPr lang="en-US"/>
              <a:t>Third level</a:t>
            </a:r>
          </a:p>
          <a:p>
            <a:pPr lvl="3"/>
            <a:r>
              <a:rPr lang="en-US"/>
              <a:t>Fourth level</a:t>
            </a:r>
          </a:p>
          <a:p>
            <a:pPr lvl="4"/>
            <a:r>
              <a:rPr lang="en-US"/>
              <a:t>Fifth level</a:t>
            </a:r>
          </a:p>
        </p:txBody>
      </p:sp>
      <p:sp>
        <p:nvSpPr>
          <p:cNvPr id="21" name="Slide number"/>
          <p:cNvSpPr>
            <a:spLocks noGrp="1"/>
          </p:cNvSpPr>
          <p:nvPr>
            <p:ph type="sldNum" sz="quarter" idx="4"/>
          </p:nvPr>
        </p:nvSpPr>
        <p:spPr>
          <a:xfrm>
            <a:off x="10983397" y="6380414"/>
            <a:ext cx="531946" cy="365125"/>
          </a:xfrm>
          <a:prstGeom prst="rect">
            <a:avLst/>
          </a:prstGeom>
        </p:spPr>
        <p:txBody>
          <a:bodyPr vert="horz" lIns="0" tIns="0" rIns="0" bIns="0" rtlCol="0" anchor="t" anchorCtr="0"/>
          <a:lstStyle>
            <a:lvl1pPr algn="r">
              <a:defRPr lang="en-US" sz="1200" kern="1200" smtClean="0">
                <a:solidFill>
                  <a:schemeClr val="tx1">
                    <a:tint val="75000"/>
                  </a:schemeClr>
                </a:solidFill>
                <a:latin typeface="+mn-lt"/>
                <a:ea typeface="+mn-ea"/>
                <a:cs typeface="+mn-cs"/>
              </a:defRPr>
            </a:lvl1pPr>
          </a:lstStyle>
          <a:p>
            <a:fld id="{07165E6F-54ED-4977-A15E-D44BE7238A65}" type="slidenum">
              <a:rPr lang="en-US" smtClean="0"/>
              <a:pPr/>
              <a:t>‹#›</a:t>
            </a:fld>
            <a:endParaRPr lang="en-US"/>
          </a:p>
        </p:txBody>
      </p:sp>
      <p:sp>
        <p:nvSpPr>
          <p:cNvPr id="14" name="Text Placeholder 2"/>
          <p:cNvSpPr>
            <a:spLocks noGrp="1"/>
          </p:cNvSpPr>
          <p:nvPr>
            <p:ph type="body" sz="quarter" idx="21" hasCustomPrompt="1"/>
          </p:nvPr>
        </p:nvSpPr>
        <p:spPr>
          <a:xfrm>
            <a:off x="695325" y="1572733"/>
            <a:ext cx="3419475" cy="590931"/>
          </a:xfrm>
          <a:noFill/>
        </p:spPr>
        <p:txBody>
          <a:bodyPr vert="horz" wrap="square" lIns="0" tIns="0" rIns="0" bIns="91440" rtlCol="0">
            <a:spAutoFit/>
          </a:bodyPr>
          <a:lstStyle>
            <a:lvl1pPr marL="0" marR="0" indent="0" algn="l" defTabSz="914400" rtl="0" eaLnBrk="1" fontAlgn="auto" latinLnBrk="0" hangingPunct="1">
              <a:lnSpc>
                <a:spcPct val="90000"/>
              </a:lnSpc>
              <a:spcBef>
                <a:spcPts val="0"/>
              </a:spcBef>
              <a:spcAft>
                <a:spcPts val="0"/>
              </a:spcAft>
              <a:buClrTx/>
              <a:buSzPct val="115000"/>
              <a:buFont typeface="Arial" panose="020B0604020202020204" pitchFamily="34" charset="0"/>
              <a:buNone/>
              <a:tabLst/>
              <a:defRPr lang="en-US" sz="1800" b="1" baseline="0">
                <a:solidFill>
                  <a:schemeClr val="tx2"/>
                </a:solidFill>
              </a:defRPr>
            </a:lvl1pPr>
          </a:lstStyle>
          <a:p>
            <a:pPr marL="0" marR="0" lvl="0" indent="0" algn="l" defTabSz="914400" rtl="0" eaLnBrk="1" fontAlgn="auto" latinLnBrk="0" hangingPunct="1">
              <a:lnSpc>
                <a:spcPct val="90000"/>
              </a:lnSpc>
              <a:spcBef>
                <a:spcPts val="0"/>
              </a:spcBef>
              <a:spcAft>
                <a:spcPts val="0"/>
              </a:spcAft>
              <a:buClrTx/>
              <a:buSzPct val="115000"/>
              <a:buFont typeface="Arial" panose="020B0604020202020204" pitchFamily="34" charset="0"/>
              <a:buNone/>
              <a:tabLst/>
              <a:defRPr/>
            </a:pPr>
            <a:r>
              <a:rPr lang="en-US"/>
              <a:t>Subhead 18 pt. RTX red. Bold. Sentence case.</a:t>
            </a:r>
          </a:p>
        </p:txBody>
      </p:sp>
      <p:sp>
        <p:nvSpPr>
          <p:cNvPr id="15" name="Text Placeholder 2"/>
          <p:cNvSpPr>
            <a:spLocks noGrp="1"/>
          </p:cNvSpPr>
          <p:nvPr>
            <p:ph type="body" sz="quarter" idx="23" hasCustomPrompt="1"/>
          </p:nvPr>
        </p:nvSpPr>
        <p:spPr>
          <a:xfrm>
            <a:off x="4364234" y="1572733"/>
            <a:ext cx="3419475" cy="590931"/>
          </a:xfrm>
          <a:noFill/>
        </p:spPr>
        <p:txBody>
          <a:bodyPr vert="horz" wrap="square" lIns="0" tIns="0" rIns="0" bIns="91440" rtlCol="0">
            <a:spAutoFit/>
          </a:bodyPr>
          <a:lstStyle>
            <a:lvl1pPr marL="0" marR="0" indent="0" algn="l" defTabSz="914400" rtl="0" eaLnBrk="1" fontAlgn="auto" latinLnBrk="0" hangingPunct="1">
              <a:lnSpc>
                <a:spcPct val="90000"/>
              </a:lnSpc>
              <a:spcBef>
                <a:spcPts val="0"/>
              </a:spcBef>
              <a:spcAft>
                <a:spcPts val="0"/>
              </a:spcAft>
              <a:buClrTx/>
              <a:buSzPct val="115000"/>
              <a:buFont typeface="Arial" panose="020B0604020202020204" pitchFamily="34" charset="0"/>
              <a:buNone/>
              <a:tabLst/>
              <a:defRPr lang="en-US" sz="1800" b="1" baseline="0">
                <a:solidFill>
                  <a:schemeClr val="tx2"/>
                </a:solidFill>
              </a:defRPr>
            </a:lvl1pPr>
          </a:lstStyle>
          <a:p>
            <a:pPr marL="0" marR="0" lvl="0" indent="0" algn="l" defTabSz="914400" rtl="0" eaLnBrk="1" fontAlgn="auto" latinLnBrk="0" hangingPunct="1">
              <a:lnSpc>
                <a:spcPct val="90000"/>
              </a:lnSpc>
              <a:spcBef>
                <a:spcPts val="0"/>
              </a:spcBef>
              <a:spcAft>
                <a:spcPts val="0"/>
              </a:spcAft>
              <a:buClrTx/>
              <a:buSzPct val="115000"/>
              <a:buFont typeface="Arial" panose="020B0604020202020204" pitchFamily="34" charset="0"/>
              <a:buNone/>
              <a:tabLst/>
              <a:defRPr/>
            </a:pPr>
            <a:r>
              <a:rPr lang="en-US"/>
              <a:t>Subhead 18 pt. RTX red. Bold. Sentence case.</a:t>
            </a:r>
          </a:p>
        </p:txBody>
      </p:sp>
      <p:sp>
        <p:nvSpPr>
          <p:cNvPr id="16" name="Text Placeholder 2"/>
          <p:cNvSpPr>
            <a:spLocks noGrp="1"/>
          </p:cNvSpPr>
          <p:nvPr>
            <p:ph type="body" sz="quarter" idx="24" hasCustomPrompt="1"/>
          </p:nvPr>
        </p:nvSpPr>
        <p:spPr>
          <a:xfrm>
            <a:off x="8077200" y="1572733"/>
            <a:ext cx="3419475" cy="590931"/>
          </a:xfrm>
          <a:noFill/>
        </p:spPr>
        <p:txBody>
          <a:bodyPr vert="horz" wrap="square" lIns="0" tIns="0" rIns="0" bIns="91440" rtlCol="0">
            <a:spAutoFit/>
          </a:bodyPr>
          <a:lstStyle>
            <a:lvl1pPr marL="0" marR="0" indent="0" algn="l" defTabSz="914400" rtl="0" eaLnBrk="1" fontAlgn="auto" latinLnBrk="0" hangingPunct="1">
              <a:lnSpc>
                <a:spcPct val="90000"/>
              </a:lnSpc>
              <a:spcBef>
                <a:spcPts val="0"/>
              </a:spcBef>
              <a:spcAft>
                <a:spcPts val="0"/>
              </a:spcAft>
              <a:buClrTx/>
              <a:buSzPct val="115000"/>
              <a:buFont typeface="Arial" panose="020B0604020202020204" pitchFamily="34" charset="0"/>
              <a:buNone/>
              <a:tabLst/>
              <a:defRPr lang="en-US" sz="1800" b="1" baseline="0">
                <a:solidFill>
                  <a:schemeClr val="tx2"/>
                </a:solidFill>
              </a:defRPr>
            </a:lvl1pPr>
          </a:lstStyle>
          <a:p>
            <a:pPr marL="0" marR="0" lvl="0" indent="0" algn="l" defTabSz="914400" rtl="0" eaLnBrk="1" fontAlgn="auto" latinLnBrk="0" hangingPunct="1">
              <a:lnSpc>
                <a:spcPct val="90000"/>
              </a:lnSpc>
              <a:spcBef>
                <a:spcPts val="0"/>
              </a:spcBef>
              <a:spcAft>
                <a:spcPts val="0"/>
              </a:spcAft>
              <a:buClrTx/>
              <a:buSzPct val="115000"/>
              <a:buFont typeface="Arial" panose="020B0604020202020204" pitchFamily="34" charset="0"/>
              <a:buNone/>
              <a:tabLst/>
              <a:defRPr/>
            </a:pPr>
            <a:r>
              <a:rPr lang="en-US"/>
              <a:t>Subhead 18 pt. RTX red. Bold. Sentence case.</a:t>
            </a:r>
          </a:p>
        </p:txBody>
      </p:sp>
      <p:sp>
        <p:nvSpPr>
          <p:cNvPr id="17" name="Title 5"/>
          <p:cNvSpPr>
            <a:spLocks noGrp="1"/>
          </p:cNvSpPr>
          <p:nvPr>
            <p:ph type="title" hasCustomPrompt="1"/>
          </p:nvPr>
        </p:nvSpPr>
        <p:spPr>
          <a:xfrm>
            <a:off x="694944" y="514473"/>
            <a:ext cx="10811256" cy="676653"/>
          </a:xfrm>
          <a:prstGeom prst="rect">
            <a:avLst/>
          </a:prstGeom>
        </p:spPr>
        <p:txBody>
          <a:bodyPr/>
          <a:lstStyle>
            <a:lvl1pPr>
              <a:lnSpc>
                <a:spcPct val="80000"/>
              </a:lnSpc>
              <a:defRPr/>
            </a:lvl1pPr>
          </a:lstStyle>
          <a:p>
            <a:r>
              <a:rPr lang="en-US"/>
              <a:t>TITLE. 32 PT. BLACK. REGULAR. UPPERCASE. TWO LINES MAX.</a:t>
            </a:r>
          </a:p>
        </p:txBody>
      </p:sp>
      <p:sp>
        <p:nvSpPr>
          <p:cNvPr id="11" name="Takeaway bar"/>
          <p:cNvSpPr>
            <a:spLocks noGrp="1"/>
          </p:cNvSpPr>
          <p:nvPr>
            <p:ph type="body" sz="quarter" idx="15" hasCustomPrompt="1"/>
          </p:nvPr>
        </p:nvSpPr>
        <p:spPr>
          <a:xfrm>
            <a:off x="694944" y="5917569"/>
            <a:ext cx="10820399" cy="268279"/>
          </a:xfrm>
          <a:solidFill>
            <a:schemeClr val="accent1"/>
          </a:solidFill>
        </p:spPr>
        <p:txBody>
          <a:bodyPr vert="horz" wrap="square" lIns="621792" tIns="64008" rIns="621792" bIns="36576" rtlCol="0" anchor="b" anchorCtr="0">
            <a:spAutoFit/>
          </a:bodyPr>
          <a:lstStyle>
            <a:lvl1pPr marL="0" indent="0" algn="ctr" defTabSz="0">
              <a:lnSpc>
                <a:spcPts val="1300"/>
              </a:lnSpc>
              <a:spcBef>
                <a:spcPts val="0"/>
              </a:spcBef>
              <a:buFontTx/>
              <a:buNone/>
              <a:defRPr lang="en-US" sz="1600" b="1" dirty="0">
                <a:solidFill>
                  <a:schemeClr val="bg1"/>
                </a:solidFill>
                <a:latin typeface="Arial" panose="020B0604020202020204" pitchFamily="34" charset="0"/>
                <a:ea typeface="+mj-ea"/>
                <a:cs typeface="Arial" panose="020B0604020202020204" pitchFamily="34" charset="0"/>
              </a:defRPr>
            </a:lvl1pPr>
          </a:lstStyle>
          <a:p>
            <a:pPr marL="0" lvl="0" indent="0" algn="ctr">
              <a:buNone/>
            </a:pPr>
            <a:r>
              <a:rPr lang="en-US"/>
              <a:t>Optional takeaway bar. White. Bold. 16 pt. Centered. Sentence case.</a:t>
            </a:r>
          </a:p>
        </p:txBody>
      </p:sp>
      <p:sp>
        <p:nvSpPr>
          <p:cNvPr id="2" name="Footer Placeholder 1">
            <a:extLst>
              <a:ext uri="{FF2B5EF4-FFF2-40B4-BE49-F238E27FC236}">
                <a16:creationId xmlns:a16="http://schemas.microsoft.com/office/drawing/2014/main" id="{748F07AF-3C4E-654E-8834-8CBBBBBAD28B}"/>
              </a:ext>
            </a:extLst>
          </p:cNvPr>
          <p:cNvSpPr>
            <a:spLocks noGrp="1"/>
          </p:cNvSpPr>
          <p:nvPr>
            <p:ph type="ftr" sz="quarter" idx="25"/>
          </p:nvPr>
        </p:nvSpPr>
        <p:spPr/>
        <p:txBody>
          <a:bodyPr/>
          <a:lstStyle/>
          <a:p>
            <a:r>
              <a:rPr lang="en-US">
                <a:cs typeface="DIN-Light"/>
              </a:rPr>
              <a:t>CS Agentic Development</a:t>
            </a:r>
            <a:endParaRPr lang="en-US"/>
          </a:p>
        </p:txBody>
      </p:sp>
    </p:spTree>
    <p:extLst>
      <p:ext uri="{BB962C8B-B14F-4D97-AF65-F5344CB8AC3E}">
        <p14:creationId xmlns:p14="http://schemas.microsoft.com/office/powerpoint/2010/main" val="2953235282"/>
      </p:ext>
    </p:extLst>
  </p:cSld>
  <p:clrMapOvr>
    <a:masterClrMapping/>
  </p:clrMapOvr>
  <p:extLst>
    <p:ext uri="{DCECCB84-F9BA-43D5-87BE-67443E8EF086}">
      <p15:sldGuideLst xmlns:p15="http://schemas.microsoft.com/office/powerpoint/2012/main">
        <p15:guide id="1" orient="horz" pos="1416">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llins Content: 3 columns/photos">
    <p:spTree>
      <p:nvGrpSpPr>
        <p:cNvPr id="1" name=""/>
        <p:cNvGrpSpPr/>
        <p:nvPr/>
      </p:nvGrpSpPr>
      <p:grpSpPr>
        <a:xfrm>
          <a:off x="0" y="0"/>
          <a:ext cx="0" cy="0"/>
          <a:chOff x="0" y="0"/>
          <a:chExt cx="0" cy="0"/>
        </a:xfrm>
      </p:grpSpPr>
      <p:sp>
        <p:nvSpPr>
          <p:cNvPr id="3" name="Picture Placeholder 2"/>
          <p:cNvSpPr>
            <a:spLocks noGrp="1"/>
          </p:cNvSpPr>
          <p:nvPr>
            <p:ph type="pic" sz="quarter" idx="22" hasCustomPrompt="1"/>
          </p:nvPr>
        </p:nvSpPr>
        <p:spPr>
          <a:xfrm>
            <a:off x="685800" y="1312494"/>
            <a:ext cx="3429000" cy="1829708"/>
          </a:xfrm>
          <a:solidFill>
            <a:schemeClr val="bg2"/>
          </a:solidFill>
        </p:spPr>
        <p:txBody>
          <a:bodyPr tIns="365760"/>
          <a:lstStyle>
            <a:lvl1pPr marL="0" indent="0" algn="ctr">
              <a:buNone/>
              <a:defRPr sz="1800"/>
            </a:lvl1pPr>
          </a:lstStyle>
          <a:p>
            <a:r>
              <a:rPr lang="en-US"/>
              <a:t>Click to insert photo</a:t>
            </a:r>
          </a:p>
        </p:txBody>
      </p:sp>
      <p:sp>
        <p:nvSpPr>
          <p:cNvPr id="20" name="Picture Placeholder 2"/>
          <p:cNvSpPr>
            <a:spLocks noGrp="1"/>
          </p:cNvSpPr>
          <p:nvPr>
            <p:ph type="pic" sz="quarter" idx="23" hasCustomPrompt="1"/>
          </p:nvPr>
        </p:nvSpPr>
        <p:spPr>
          <a:xfrm>
            <a:off x="4381500" y="1312493"/>
            <a:ext cx="3429000" cy="1829709"/>
          </a:xfrm>
          <a:solidFill>
            <a:schemeClr val="bg2"/>
          </a:solidFill>
        </p:spPr>
        <p:txBody>
          <a:bodyPr tIns="365760"/>
          <a:lstStyle>
            <a:lvl1pPr marL="0" indent="0" algn="ctr">
              <a:buNone/>
              <a:defRPr sz="1800" baseline="0"/>
            </a:lvl1pPr>
          </a:lstStyle>
          <a:p>
            <a:r>
              <a:rPr lang="en-US"/>
              <a:t>Click to insert photo</a:t>
            </a:r>
          </a:p>
        </p:txBody>
      </p:sp>
      <p:sp>
        <p:nvSpPr>
          <p:cNvPr id="21" name="Picture Placeholder 2"/>
          <p:cNvSpPr>
            <a:spLocks noGrp="1"/>
          </p:cNvSpPr>
          <p:nvPr>
            <p:ph type="pic" sz="quarter" idx="24" hasCustomPrompt="1"/>
          </p:nvPr>
        </p:nvSpPr>
        <p:spPr>
          <a:xfrm>
            <a:off x="8077200" y="1312494"/>
            <a:ext cx="3429000" cy="1829708"/>
          </a:xfrm>
          <a:solidFill>
            <a:schemeClr val="bg2"/>
          </a:solidFill>
        </p:spPr>
        <p:txBody>
          <a:bodyPr tIns="365760"/>
          <a:lstStyle>
            <a:lvl1pPr marL="0" indent="0" algn="ctr">
              <a:buNone/>
              <a:defRPr sz="1800" baseline="0"/>
            </a:lvl1pPr>
          </a:lstStyle>
          <a:p>
            <a:r>
              <a:rPr lang="en-US"/>
              <a:t>Click to insert photo</a:t>
            </a:r>
          </a:p>
        </p:txBody>
      </p:sp>
      <p:sp>
        <p:nvSpPr>
          <p:cNvPr id="18" name="Slide number"/>
          <p:cNvSpPr>
            <a:spLocks noGrp="1"/>
          </p:cNvSpPr>
          <p:nvPr>
            <p:ph type="sldNum" sz="quarter" idx="4"/>
          </p:nvPr>
        </p:nvSpPr>
        <p:spPr>
          <a:xfrm>
            <a:off x="10983397" y="6380414"/>
            <a:ext cx="531946" cy="365125"/>
          </a:xfrm>
          <a:prstGeom prst="rect">
            <a:avLst/>
          </a:prstGeom>
        </p:spPr>
        <p:txBody>
          <a:bodyPr vert="horz" lIns="0" tIns="0" rIns="0" bIns="0" rtlCol="0" anchor="t" anchorCtr="0"/>
          <a:lstStyle>
            <a:lvl1pPr algn="r">
              <a:defRPr lang="en-US" sz="1200" kern="1200" smtClean="0">
                <a:solidFill>
                  <a:schemeClr val="tx1">
                    <a:tint val="75000"/>
                  </a:schemeClr>
                </a:solidFill>
                <a:latin typeface="+mn-lt"/>
                <a:ea typeface="+mn-ea"/>
                <a:cs typeface="+mn-cs"/>
              </a:defRPr>
            </a:lvl1pPr>
          </a:lstStyle>
          <a:p>
            <a:fld id="{07165E6F-54ED-4977-A15E-D44BE7238A65}" type="slidenum">
              <a:rPr lang="en-US" smtClean="0"/>
              <a:pPr/>
              <a:t>‹#›</a:t>
            </a:fld>
            <a:endParaRPr lang="en-US"/>
          </a:p>
        </p:txBody>
      </p:sp>
      <p:sp>
        <p:nvSpPr>
          <p:cNvPr id="39" name="Title 5"/>
          <p:cNvSpPr>
            <a:spLocks noGrp="1"/>
          </p:cNvSpPr>
          <p:nvPr>
            <p:ph type="title" hasCustomPrompt="1"/>
          </p:nvPr>
        </p:nvSpPr>
        <p:spPr>
          <a:xfrm>
            <a:off x="694944" y="514473"/>
            <a:ext cx="10811256" cy="676653"/>
          </a:xfrm>
          <a:prstGeom prst="rect">
            <a:avLst/>
          </a:prstGeom>
        </p:spPr>
        <p:txBody>
          <a:bodyPr/>
          <a:lstStyle>
            <a:lvl1pPr>
              <a:lnSpc>
                <a:spcPct val="80000"/>
              </a:lnSpc>
              <a:defRPr/>
            </a:lvl1pPr>
          </a:lstStyle>
          <a:p>
            <a:r>
              <a:rPr lang="en-US"/>
              <a:t>TITLE. 32 PT. BLACK. REGULAR. UPPERCASE. TWO LINES MAX.</a:t>
            </a:r>
          </a:p>
        </p:txBody>
      </p:sp>
      <p:sp>
        <p:nvSpPr>
          <p:cNvPr id="43" name="Body 3"/>
          <p:cNvSpPr>
            <a:spLocks noGrp="1"/>
          </p:cNvSpPr>
          <p:nvPr>
            <p:ph type="body" sz="quarter" idx="18" hasCustomPrompt="1"/>
          </p:nvPr>
        </p:nvSpPr>
        <p:spPr>
          <a:xfrm>
            <a:off x="8077200" y="3897989"/>
            <a:ext cx="3429000" cy="1829708"/>
          </a:xfrm>
          <a:noFill/>
        </p:spPr>
        <p:txBody>
          <a:bodyPr rIns="182880"/>
          <a:lstStyle>
            <a:lvl1pPr marL="219451" marR="0" indent="-219451" algn="l" defTabSz="914400" rtl="0" eaLnBrk="1" fontAlgn="auto" latinLnBrk="0" hangingPunct="1">
              <a:lnSpc>
                <a:spcPct val="100000"/>
              </a:lnSpc>
              <a:spcBef>
                <a:spcPct val="0"/>
              </a:spcBef>
              <a:spcAft>
                <a:spcPts val="600"/>
              </a:spcAft>
              <a:buClr>
                <a:srgbClr val="CE1126"/>
              </a:buClr>
              <a:buSzPct val="75000"/>
              <a:buFont typeface="Arial" panose="020B0604020202020204" pitchFamily="34" charset="0"/>
              <a:buChar char="•"/>
              <a:tabLst/>
              <a:defRPr lang="en-US" sz="1800" kern="1200">
                <a:solidFill>
                  <a:schemeClr val="tx1"/>
                </a:solidFill>
                <a:latin typeface="+mn-lt"/>
                <a:ea typeface="+mn-ea"/>
                <a:cs typeface="+mn-cs"/>
              </a:defRPr>
            </a:lvl1pPr>
            <a:lvl2pPr marL="438912" indent="-219456" algn="l" defTabSz="914400" rtl="0" eaLnBrk="1" latinLnBrk="0" hangingPunct="1">
              <a:lnSpc>
                <a:spcPct val="100000"/>
              </a:lnSpc>
              <a:spcBef>
                <a:spcPts val="0"/>
              </a:spcBef>
              <a:spcAft>
                <a:spcPts val="600"/>
              </a:spcAft>
              <a:buClr>
                <a:schemeClr val="accent1"/>
              </a:buClr>
              <a:buSzPct val="100000"/>
              <a:buFont typeface="Arial" panose="020B0604020202020204" pitchFamily="34" charset="0"/>
              <a:buChar char="–"/>
              <a:defRPr lang="en-US" sz="1800" kern="1200" dirty="0" smtClean="0">
                <a:solidFill>
                  <a:schemeClr val="tx1"/>
                </a:solidFill>
                <a:latin typeface="+mn-lt"/>
                <a:ea typeface="+mn-ea"/>
                <a:cs typeface="+mn-cs"/>
              </a:defRPr>
            </a:lvl2pPr>
            <a:lvl3pPr marL="621792" indent="-219456" algn="l" defTabSz="914400" rtl="0" eaLnBrk="1" latinLnBrk="0" hangingPunct="1">
              <a:lnSpc>
                <a:spcPct val="100000"/>
              </a:lnSpc>
              <a:spcBef>
                <a:spcPts val="0"/>
              </a:spcBef>
              <a:spcAft>
                <a:spcPts val="600"/>
              </a:spcAft>
              <a:buClr>
                <a:schemeClr val="tx2"/>
              </a:buClr>
              <a:buSzPct val="75000"/>
              <a:buFont typeface="Arial" panose="020B0604020202020204" pitchFamily="34" charset="0"/>
              <a:buChar char="•"/>
              <a:defRPr lang="en-US" sz="1800" kern="1200" dirty="0" smtClean="0">
                <a:solidFill>
                  <a:schemeClr val="tx1"/>
                </a:solidFill>
                <a:latin typeface="+mn-lt"/>
                <a:ea typeface="+mn-ea"/>
                <a:cs typeface="+mn-cs"/>
              </a:defRPr>
            </a:lvl3pPr>
            <a:lvl4pPr marL="841248" indent="-219456" algn="l" defTabSz="914400" rtl="0" eaLnBrk="1" latinLnBrk="0" hangingPunct="1">
              <a:lnSpc>
                <a:spcPct val="100000"/>
              </a:lnSpc>
              <a:spcBef>
                <a:spcPts val="0"/>
              </a:spcBef>
              <a:spcAft>
                <a:spcPts val="600"/>
              </a:spcAft>
              <a:buClr>
                <a:schemeClr val="accent1"/>
              </a:buClr>
              <a:buSzPct val="100000"/>
              <a:buFont typeface="Arial" panose="020B0604020202020204" pitchFamily="34" charset="0"/>
              <a:buChar char="–"/>
              <a:defRPr lang="en-US" sz="1800" kern="1200" dirty="0" smtClean="0">
                <a:solidFill>
                  <a:schemeClr val="tx1"/>
                </a:solidFill>
                <a:latin typeface="+mn-lt"/>
                <a:ea typeface="+mn-ea"/>
                <a:cs typeface="+mn-cs"/>
              </a:defRPr>
            </a:lvl4pPr>
            <a:lvl5pPr marL="1060704" indent="-219456" algn="l" defTabSz="914400" rtl="0" eaLnBrk="1" latinLnBrk="0" hangingPunct="1">
              <a:lnSpc>
                <a:spcPct val="100000"/>
              </a:lnSpc>
              <a:spcBef>
                <a:spcPts val="0"/>
              </a:spcBef>
              <a:spcAft>
                <a:spcPts val="600"/>
              </a:spcAft>
              <a:buClr>
                <a:schemeClr val="tx2"/>
              </a:buClr>
              <a:buSzPct val="75000"/>
              <a:buFont typeface="Arial" panose="020B0604020202020204" pitchFamily="34" charset="0"/>
              <a:buChar char="•"/>
              <a:defRPr lang="en-US" sz="1800" kern="1200" dirty="0">
                <a:solidFill>
                  <a:schemeClr val="tx1"/>
                </a:solidFill>
                <a:latin typeface="+mn-lt"/>
                <a:ea typeface="+mn-ea"/>
                <a:cs typeface="+mn-cs"/>
              </a:defRPr>
            </a:lvl5pPr>
          </a:lstStyle>
          <a:p>
            <a:pPr lvl="0"/>
            <a:r>
              <a:rPr lang="en-US"/>
              <a:t>Main bullet. 18 pt. black.</a:t>
            </a:r>
          </a:p>
          <a:p>
            <a:pPr lvl="1"/>
            <a:r>
              <a:rPr lang="en-US"/>
              <a:t>Second level</a:t>
            </a:r>
          </a:p>
          <a:p>
            <a:pPr lvl="2"/>
            <a:r>
              <a:rPr lang="en-US"/>
              <a:t>Third level</a:t>
            </a:r>
          </a:p>
          <a:p>
            <a:pPr lvl="3"/>
            <a:r>
              <a:rPr lang="en-US"/>
              <a:t>Fourth level</a:t>
            </a:r>
          </a:p>
          <a:p>
            <a:pPr lvl="4"/>
            <a:r>
              <a:rPr lang="en-US"/>
              <a:t>Fifth level</a:t>
            </a:r>
          </a:p>
        </p:txBody>
      </p:sp>
      <p:sp>
        <p:nvSpPr>
          <p:cNvPr id="44" name="Body 2"/>
          <p:cNvSpPr>
            <a:spLocks noGrp="1"/>
          </p:cNvSpPr>
          <p:nvPr>
            <p:ph type="body" sz="quarter" idx="17" hasCustomPrompt="1"/>
          </p:nvPr>
        </p:nvSpPr>
        <p:spPr>
          <a:xfrm>
            <a:off x="4381500" y="3897989"/>
            <a:ext cx="3429000" cy="1829709"/>
          </a:xfrm>
          <a:noFill/>
        </p:spPr>
        <p:txBody>
          <a:bodyPr rIns="182880"/>
          <a:lstStyle>
            <a:lvl1pPr marL="219451" marR="0" indent="-219451" algn="l" defTabSz="914400" rtl="0" eaLnBrk="1" fontAlgn="auto" latinLnBrk="0" hangingPunct="1">
              <a:lnSpc>
                <a:spcPct val="100000"/>
              </a:lnSpc>
              <a:spcBef>
                <a:spcPct val="0"/>
              </a:spcBef>
              <a:spcAft>
                <a:spcPts val="600"/>
              </a:spcAft>
              <a:buClr>
                <a:srgbClr val="CE1126"/>
              </a:buClr>
              <a:buSzPct val="75000"/>
              <a:buFont typeface="Arial" panose="020B0604020202020204" pitchFamily="34" charset="0"/>
              <a:buChar char="•"/>
              <a:tabLst/>
              <a:defRPr lang="en-US" sz="1800" kern="1200">
                <a:solidFill>
                  <a:schemeClr val="tx1"/>
                </a:solidFill>
                <a:latin typeface="+mn-lt"/>
                <a:ea typeface="+mn-ea"/>
                <a:cs typeface="+mn-cs"/>
              </a:defRPr>
            </a:lvl1pPr>
            <a:lvl2pPr marL="438912" indent="-219456" algn="l" defTabSz="914400" rtl="0" eaLnBrk="1" latinLnBrk="0" hangingPunct="1">
              <a:lnSpc>
                <a:spcPct val="100000"/>
              </a:lnSpc>
              <a:spcBef>
                <a:spcPts val="0"/>
              </a:spcBef>
              <a:spcAft>
                <a:spcPts val="600"/>
              </a:spcAft>
              <a:buClr>
                <a:schemeClr val="accent1"/>
              </a:buClr>
              <a:buSzPct val="100000"/>
              <a:buFont typeface="Arial" panose="020B0604020202020204" pitchFamily="34" charset="0"/>
              <a:buChar char="–"/>
              <a:defRPr lang="en-US" sz="1800" kern="1200" dirty="0" smtClean="0">
                <a:solidFill>
                  <a:schemeClr val="tx1"/>
                </a:solidFill>
                <a:latin typeface="+mn-lt"/>
                <a:ea typeface="+mn-ea"/>
                <a:cs typeface="+mn-cs"/>
              </a:defRPr>
            </a:lvl2pPr>
            <a:lvl3pPr marL="621792" indent="-219456" algn="l" defTabSz="914400" rtl="0" eaLnBrk="1" latinLnBrk="0" hangingPunct="1">
              <a:lnSpc>
                <a:spcPct val="100000"/>
              </a:lnSpc>
              <a:spcBef>
                <a:spcPts val="0"/>
              </a:spcBef>
              <a:spcAft>
                <a:spcPts val="600"/>
              </a:spcAft>
              <a:buClr>
                <a:schemeClr val="tx2"/>
              </a:buClr>
              <a:buSzPct val="75000"/>
              <a:buFont typeface="Arial" panose="020B0604020202020204" pitchFamily="34" charset="0"/>
              <a:buChar char="•"/>
              <a:defRPr lang="en-US" sz="1800" kern="1200" dirty="0" smtClean="0">
                <a:solidFill>
                  <a:schemeClr val="tx1"/>
                </a:solidFill>
                <a:latin typeface="+mn-lt"/>
                <a:ea typeface="+mn-ea"/>
                <a:cs typeface="+mn-cs"/>
              </a:defRPr>
            </a:lvl3pPr>
            <a:lvl4pPr marL="841248" indent="-219456" algn="l" defTabSz="914400" rtl="0" eaLnBrk="1" latinLnBrk="0" hangingPunct="1">
              <a:lnSpc>
                <a:spcPct val="100000"/>
              </a:lnSpc>
              <a:spcBef>
                <a:spcPts val="0"/>
              </a:spcBef>
              <a:spcAft>
                <a:spcPts val="600"/>
              </a:spcAft>
              <a:buClr>
                <a:schemeClr val="accent1"/>
              </a:buClr>
              <a:buSzPct val="100000"/>
              <a:buFont typeface="Arial" panose="020B0604020202020204" pitchFamily="34" charset="0"/>
              <a:buChar char="–"/>
              <a:defRPr lang="en-US" sz="1800" kern="1200" dirty="0" smtClean="0">
                <a:solidFill>
                  <a:schemeClr val="tx1"/>
                </a:solidFill>
                <a:latin typeface="+mn-lt"/>
                <a:ea typeface="+mn-ea"/>
                <a:cs typeface="+mn-cs"/>
              </a:defRPr>
            </a:lvl4pPr>
            <a:lvl5pPr marL="1060704" indent="-219456" algn="l" defTabSz="914400" rtl="0" eaLnBrk="1" latinLnBrk="0" hangingPunct="1">
              <a:lnSpc>
                <a:spcPct val="100000"/>
              </a:lnSpc>
              <a:spcBef>
                <a:spcPts val="0"/>
              </a:spcBef>
              <a:spcAft>
                <a:spcPts val="600"/>
              </a:spcAft>
              <a:buClr>
                <a:schemeClr val="tx2"/>
              </a:buClr>
              <a:buSzPct val="75000"/>
              <a:buFont typeface="Arial" panose="020B0604020202020204" pitchFamily="34" charset="0"/>
              <a:buChar char="•"/>
              <a:defRPr lang="en-US" sz="1800" kern="1200" dirty="0">
                <a:solidFill>
                  <a:schemeClr val="tx1"/>
                </a:solidFill>
                <a:latin typeface="+mn-lt"/>
                <a:ea typeface="+mn-ea"/>
                <a:cs typeface="+mn-cs"/>
              </a:defRPr>
            </a:lvl5pPr>
          </a:lstStyle>
          <a:p>
            <a:pPr lvl="0"/>
            <a:r>
              <a:rPr lang="en-US"/>
              <a:t>Main bullet. 18 pt. black.</a:t>
            </a:r>
          </a:p>
          <a:p>
            <a:pPr lvl="1"/>
            <a:r>
              <a:rPr lang="en-US"/>
              <a:t>Second level</a:t>
            </a:r>
          </a:p>
          <a:p>
            <a:pPr lvl="2"/>
            <a:r>
              <a:rPr lang="en-US"/>
              <a:t>Third level</a:t>
            </a:r>
          </a:p>
          <a:p>
            <a:pPr lvl="3"/>
            <a:r>
              <a:rPr lang="en-US"/>
              <a:t>Fourth level</a:t>
            </a:r>
          </a:p>
          <a:p>
            <a:pPr lvl="4"/>
            <a:r>
              <a:rPr lang="en-US"/>
              <a:t>Fifth level</a:t>
            </a:r>
          </a:p>
        </p:txBody>
      </p:sp>
      <p:sp>
        <p:nvSpPr>
          <p:cNvPr id="45" name="Body 1"/>
          <p:cNvSpPr>
            <a:spLocks noGrp="1"/>
          </p:cNvSpPr>
          <p:nvPr>
            <p:ph type="body" sz="quarter" idx="13" hasCustomPrompt="1"/>
          </p:nvPr>
        </p:nvSpPr>
        <p:spPr>
          <a:xfrm>
            <a:off x="696433" y="3897990"/>
            <a:ext cx="3418367" cy="1830552"/>
          </a:xfrm>
          <a:noFill/>
        </p:spPr>
        <p:txBody>
          <a:bodyPr rIns="182880"/>
          <a:lstStyle>
            <a:lvl1pPr marL="219451" marR="0" indent="-219451" algn="l" defTabSz="914400" rtl="0" eaLnBrk="1" fontAlgn="auto" latinLnBrk="0" hangingPunct="1">
              <a:lnSpc>
                <a:spcPct val="100000"/>
              </a:lnSpc>
              <a:spcBef>
                <a:spcPct val="0"/>
              </a:spcBef>
              <a:spcAft>
                <a:spcPts val="600"/>
              </a:spcAft>
              <a:buClr>
                <a:srgbClr val="CE1126"/>
              </a:buClr>
              <a:buSzPct val="75000"/>
              <a:buFont typeface="Arial" panose="020B0604020202020204" pitchFamily="34" charset="0"/>
              <a:buChar char="•"/>
              <a:tabLst/>
              <a:defRPr lang="en-US" sz="1800" kern="1200" baseline="0" dirty="0" smtClean="0">
                <a:solidFill>
                  <a:schemeClr val="tx1"/>
                </a:solidFill>
                <a:latin typeface="+mn-lt"/>
                <a:ea typeface="+mn-ea"/>
                <a:cs typeface="+mn-cs"/>
              </a:defRPr>
            </a:lvl1pPr>
            <a:lvl2pPr marL="438912" indent="-219456" algn="l" defTabSz="914400" rtl="0" eaLnBrk="1" latinLnBrk="0" hangingPunct="1">
              <a:lnSpc>
                <a:spcPct val="100000"/>
              </a:lnSpc>
              <a:spcBef>
                <a:spcPts val="0"/>
              </a:spcBef>
              <a:spcAft>
                <a:spcPts val="600"/>
              </a:spcAft>
              <a:buClr>
                <a:schemeClr val="accent1"/>
              </a:buClr>
              <a:buFont typeface="Arial" panose="020B0604020202020204" pitchFamily="34" charset="0"/>
              <a:defRPr lang="en-US" sz="1800" kern="1200" dirty="0" smtClean="0">
                <a:solidFill>
                  <a:schemeClr val="tx1"/>
                </a:solidFill>
                <a:latin typeface="+mn-lt"/>
                <a:ea typeface="+mn-ea"/>
                <a:cs typeface="+mn-cs"/>
              </a:defRPr>
            </a:lvl2pPr>
            <a:lvl3pPr marL="621792" indent="-219456" algn="l" defTabSz="914400" rtl="0" eaLnBrk="1" latinLnBrk="0" hangingPunct="1">
              <a:lnSpc>
                <a:spcPct val="100000"/>
              </a:lnSpc>
              <a:spcBef>
                <a:spcPts val="0"/>
              </a:spcBef>
              <a:spcAft>
                <a:spcPts val="600"/>
              </a:spcAft>
              <a:buFont typeface="Arial" panose="020B0604020202020204" pitchFamily="34" charset="0"/>
              <a:defRPr lang="en-US" sz="1800" kern="1200" dirty="0" smtClean="0">
                <a:solidFill>
                  <a:schemeClr val="tx1"/>
                </a:solidFill>
                <a:latin typeface="+mn-lt"/>
                <a:ea typeface="+mn-ea"/>
                <a:cs typeface="+mn-cs"/>
              </a:defRPr>
            </a:lvl3pPr>
            <a:lvl4pPr marL="841248" indent="-219456" algn="l" defTabSz="914400" rtl="0" eaLnBrk="1" latinLnBrk="0" hangingPunct="1">
              <a:lnSpc>
                <a:spcPct val="100000"/>
              </a:lnSpc>
              <a:spcBef>
                <a:spcPts val="0"/>
              </a:spcBef>
              <a:spcAft>
                <a:spcPts val="600"/>
              </a:spcAft>
              <a:buClr>
                <a:schemeClr val="accent1"/>
              </a:buClr>
              <a:buFont typeface="Arial" panose="020B0604020202020204" pitchFamily="34" charset="0"/>
              <a:defRPr lang="en-US" sz="1800" kern="1200" dirty="0" smtClean="0">
                <a:solidFill>
                  <a:schemeClr val="tx1"/>
                </a:solidFill>
                <a:latin typeface="+mn-lt"/>
                <a:ea typeface="+mn-ea"/>
                <a:cs typeface="+mn-cs"/>
              </a:defRPr>
            </a:lvl4pPr>
            <a:lvl5pPr marL="1060704" indent="-219456" algn="l" defTabSz="914400" rtl="0" eaLnBrk="1" latinLnBrk="0" hangingPunct="1">
              <a:lnSpc>
                <a:spcPct val="100000"/>
              </a:lnSpc>
              <a:spcBef>
                <a:spcPts val="0"/>
              </a:spcBef>
              <a:spcAft>
                <a:spcPts val="600"/>
              </a:spcAft>
              <a:buFont typeface="Arial" panose="020B0604020202020204" pitchFamily="34" charset="0"/>
              <a:defRPr lang="en-US" sz="1800" kern="1200" dirty="0">
                <a:solidFill>
                  <a:schemeClr val="tx1"/>
                </a:solidFill>
                <a:latin typeface="+mn-lt"/>
                <a:ea typeface="+mn-ea"/>
                <a:cs typeface="+mn-cs"/>
              </a:defRPr>
            </a:lvl5pPr>
          </a:lstStyle>
          <a:p>
            <a:pPr lvl="0"/>
            <a:r>
              <a:rPr lang="en-US"/>
              <a:t>Main bullet. 18 pt. black.</a:t>
            </a:r>
          </a:p>
          <a:p>
            <a:pPr lvl="1"/>
            <a:r>
              <a:rPr lang="en-US"/>
              <a:t>Second level</a:t>
            </a:r>
          </a:p>
          <a:p>
            <a:pPr lvl="2"/>
            <a:r>
              <a:rPr lang="en-US"/>
              <a:t>Third level</a:t>
            </a:r>
          </a:p>
          <a:p>
            <a:pPr lvl="3"/>
            <a:r>
              <a:rPr lang="en-US"/>
              <a:t>Fourth level</a:t>
            </a:r>
          </a:p>
          <a:p>
            <a:pPr lvl="4"/>
            <a:r>
              <a:rPr lang="en-US"/>
              <a:t>Fifth level</a:t>
            </a:r>
          </a:p>
        </p:txBody>
      </p:sp>
      <p:sp>
        <p:nvSpPr>
          <p:cNvPr id="49" name="Text Placeholder 2"/>
          <p:cNvSpPr>
            <a:spLocks noGrp="1"/>
          </p:cNvSpPr>
          <p:nvPr>
            <p:ph type="body" sz="quarter" idx="21" hasCustomPrompt="1"/>
          </p:nvPr>
        </p:nvSpPr>
        <p:spPr>
          <a:xfrm>
            <a:off x="695325" y="3293426"/>
            <a:ext cx="3419475" cy="590931"/>
          </a:xfrm>
          <a:noFill/>
        </p:spPr>
        <p:txBody>
          <a:bodyPr vert="horz" wrap="square" lIns="0" tIns="0" rIns="0" bIns="91440" rtlCol="0">
            <a:spAutoFit/>
          </a:bodyPr>
          <a:lstStyle>
            <a:lvl1pPr marL="0" marR="0" indent="0" algn="l" defTabSz="914400" rtl="0" eaLnBrk="1" fontAlgn="auto" latinLnBrk="0" hangingPunct="1">
              <a:lnSpc>
                <a:spcPct val="90000"/>
              </a:lnSpc>
              <a:spcBef>
                <a:spcPts val="0"/>
              </a:spcBef>
              <a:spcAft>
                <a:spcPts val="0"/>
              </a:spcAft>
              <a:buClrTx/>
              <a:buSzPct val="115000"/>
              <a:buFont typeface="Arial" panose="020B0604020202020204" pitchFamily="34" charset="0"/>
              <a:buNone/>
              <a:tabLst/>
              <a:defRPr lang="en-US" sz="1800" b="1" baseline="0">
                <a:solidFill>
                  <a:schemeClr val="tx2"/>
                </a:solidFill>
              </a:defRPr>
            </a:lvl1pPr>
          </a:lstStyle>
          <a:p>
            <a:pPr marL="0" marR="0" lvl="0" indent="0" algn="l" defTabSz="914400" rtl="0" eaLnBrk="1" fontAlgn="auto" latinLnBrk="0" hangingPunct="1">
              <a:lnSpc>
                <a:spcPct val="90000"/>
              </a:lnSpc>
              <a:spcBef>
                <a:spcPts val="0"/>
              </a:spcBef>
              <a:spcAft>
                <a:spcPts val="0"/>
              </a:spcAft>
              <a:buClrTx/>
              <a:buSzPct val="115000"/>
              <a:buFont typeface="Arial" panose="020B0604020202020204" pitchFamily="34" charset="0"/>
              <a:buNone/>
              <a:tabLst/>
              <a:defRPr/>
            </a:pPr>
            <a:r>
              <a:rPr lang="en-US"/>
              <a:t>Subhead 18 pt. RTX red. Bold. Sentence case.</a:t>
            </a:r>
          </a:p>
        </p:txBody>
      </p:sp>
      <p:sp>
        <p:nvSpPr>
          <p:cNvPr id="50" name="Text Placeholder 2"/>
          <p:cNvSpPr>
            <a:spLocks noGrp="1"/>
          </p:cNvSpPr>
          <p:nvPr>
            <p:ph type="body" sz="quarter" idx="26" hasCustomPrompt="1"/>
          </p:nvPr>
        </p:nvSpPr>
        <p:spPr>
          <a:xfrm>
            <a:off x="4364234" y="3293426"/>
            <a:ext cx="3419475" cy="590931"/>
          </a:xfrm>
          <a:noFill/>
        </p:spPr>
        <p:txBody>
          <a:bodyPr vert="horz" wrap="square" lIns="0" tIns="0" rIns="0" bIns="91440" rtlCol="0">
            <a:spAutoFit/>
          </a:bodyPr>
          <a:lstStyle>
            <a:lvl1pPr marL="0" marR="0" indent="0" algn="l" defTabSz="914400" rtl="0" eaLnBrk="1" fontAlgn="auto" latinLnBrk="0" hangingPunct="1">
              <a:lnSpc>
                <a:spcPct val="90000"/>
              </a:lnSpc>
              <a:spcBef>
                <a:spcPts val="0"/>
              </a:spcBef>
              <a:spcAft>
                <a:spcPts val="0"/>
              </a:spcAft>
              <a:buClrTx/>
              <a:buSzPct val="115000"/>
              <a:buFont typeface="Arial" panose="020B0604020202020204" pitchFamily="34" charset="0"/>
              <a:buNone/>
              <a:tabLst/>
              <a:defRPr lang="en-US" sz="1800" b="1" baseline="0">
                <a:solidFill>
                  <a:schemeClr val="tx2"/>
                </a:solidFill>
              </a:defRPr>
            </a:lvl1pPr>
          </a:lstStyle>
          <a:p>
            <a:pPr marL="0" marR="0" lvl="0" indent="0" algn="l" defTabSz="914400" rtl="0" eaLnBrk="1" fontAlgn="auto" latinLnBrk="0" hangingPunct="1">
              <a:lnSpc>
                <a:spcPct val="90000"/>
              </a:lnSpc>
              <a:spcBef>
                <a:spcPts val="0"/>
              </a:spcBef>
              <a:spcAft>
                <a:spcPts val="0"/>
              </a:spcAft>
              <a:buClrTx/>
              <a:buSzPct val="115000"/>
              <a:buFont typeface="Arial" panose="020B0604020202020204" pitchFamily="34" charset="0"/>
              <a:buNone/>
              <a:tabLst/>
              <a:defRPr/>
            </a:pPr>
            <a:r>
              <a:rPr lang="en-US"/>
              <a:t>Subhead 18 pt. RTX red. Bold. Sentence case.</a:t>
            </a:r>
          </a:p>
        </p:txBody>
      </p:sp>
      <p:sp>
        <p:nvSpPr>
          <p:cNvPr id="51" name="Text Placeholder 2"/>
          <p:cNvSpPr>
            <a:spLocks noGrp="1"/>
          </p:cNvSpPr>
          <p:nvPr>
            <p:ph type="body" sz="quarter" idx="27" hasCustomPrompt="1"/>
          </p:nvPr>
        </p:nvSpPr>
        <p:spPr>
          <a:xfrm>
            <a:off x="8077200" y="3293426"/>
            <a:ext cx="3419475" cy="590931"/>
          </a:xfrm>
          <a:noFill/>
        </p:spPr>
        <p:txBody>
          <a:bodyPr vert="horz" wrap="square" lIns="0" tIns="0" rIns="0" bIns="91440" rtlCol="0">
            <a:spAutoFit/>
          </a:bodyPr>
          <a:lstStyle>
            <a:lvl1pPr marL="0" marR="0" indent="0" algn="l" defTabSz="914400" rtl="0" eaLnBrk="1" fontAlgn="auto" latinLnBrk="0" hangingPunct="1">
              <a:lnSpc>
                <a:spcPct val="90000"/>
              </a:lnSpc>
              <a:spcBef>
                <a:spcPts val="0"/>
              </a:spcBef>
              <a:spcAft>
                <a:spcPts val="0"/>
              </a:spcAft>
              <a:buClrTx/>
              <a:buSzPct val="115000"/>
              <a:buFont typeface="Arial" panose="020B0604020202020204" pitchFamily="34" charset="0"/>
              <a:buNone/>
              <a:tabLst/>
              <a:defRPr lang="en-US" sz="1800" b="1" baseline="0">
                <a:solidFill>
                  <a:schemeClr val="tx2"/>
                </a:solidFill>
              </a:defRPr>
            </a:lvl1pPr>
          </a:lstStyle>
          <a:p>
            <a:pPr marL="0" marR="0" lvl="0" indent="0" algn="l" defTabSz="914400" rtl="0" eaLnBrk="1" fontAlgn="auto" latinLnBrk="0" hangingPunct="1">
              <a:lnSpc>
                <a:spcPct val="90000"/>
              </a:lnSpc>
              <a:spcBef>
                <a:spcPts val="0"/>
              </a:spcBef>
              <a:spcAft>
                <a:spcPts val="0"/>
              </a:spcAft>
              <a:buClrTx/>
              <a:buSzPct val="115000"/>
              <a:buFont typeface="Arial" panose="020B0604020202020204" pitchFamily="34" charset="0"/>
              <a:buNone/>
              <a:tabLst/>
              <a:defRPr/>
            </a:pPr>
            <a:r>
              <a:rPr lang="en-US"/>
              <a:t>Subhead 18 pt. RTX red. Bold. Sentence case.</a:t>
            </a:r>
          </a:p>
        </p:txBody>
      </p:sp>
      <p:sp>
        <p:nvSpPr>
          <p:cNvPr id="22" name="Takeaway bar"/>
          <p:cNvSpPr>
            <a:spLocks noGrp="1"/>
          </p:cNvSpPr>
          <p:nvPr>
            <p:ph type="body" sz="quarter" idx="15" hasCustomPrompt="1"/>
          </p:nvPr>
        </p:nvSpPr>
        <p:spPr>
          <a:xfrm>
            <a:off x="694944" y="5912568"/>
            <a:ext cx="10820399" cy="273280"/>
          </a:xfrm>
          <a:solidFill>
            <a:schemeClr val="accent1"/>
          </a:solidFill>
        </p:spPr>
        <p:txBody>
          <a:bodyPr vert="horz" wrap="square" lIns="621792" tIns="64008" rIns="621792" bIns="36576" rtlCol="0" anchor="b" anchorCtr="0">
            <a:spAutoFit/>
          </a:bodyPr>
          <a:lstStyle>
            <a:lvl1pPr marL="0" indent="0" algn="ctr" defTabSz="0">
              <a:lnSpc>
                <a:spcPts val="1300"/>
              </a:lnSpc>
              <a:spcBef>
                <a:spcPts val="0"/>
              </a:spcBef>
              <a:buFontTx/>
              <a:buNone/>
              <a:defRPr lang="en-US" sz="1600" b="1" dirty="0">
                <a:solidFill>
                  <a:schemeClr val="bg1"/>
                </a:solidFill>
                <a:latin typeface="Arial" panose="020B0604020202020204" pitchFamily="34" charset="0"/>
                <a:ea typeface="+mj-ea"/>
                <a:cs typeface="Arial" panose="020B0604020202020204" pitchFamily="34" charset="0"/>
              </a:defRPr>
            </a:lvl1pPr>
          </a:lstStyle>
          <a:p>
            <a:pPr marL="0" lvl="0" indent="0" algn="ctr">
              <a:buNone/>
            </a:pPr>
            <a:r>
              <a:rPr lang="en-US"/>
              <a:t>Optional takeaway bar. White. Bold. 16 pt. Centered. Sentence case.</a:t>
            </a:r>
          </a:p>
        </p:txBody>
      </p:sp>
      <p:sp>
        <p:nvSpPr>
          <p:cNvPr id="2" name="Footer Placeholder 1">
            <a:extLst>
              <a:ext uri="{FF2B5EF4-FFF2-40B4-BE49-F238E27FC236}">
                <a16:creationId xmlns:a16="http://schemas.microsoft.com/office/drawing/2014/main" id="{D889C823-91CD-C148-B513-B2CBE7165AE0}"/>
              </a:ext>
            </a:extLst>
          </p:cNvPr>
          <p:cNvSpPr>
            <a:spLocks noGrp="1"/>
          </p:cNvSpPr>
          <p:nvPr>
            <p:ph type="ftr" sz="quarter" idx="28"/>
          </p:nvPr>
        </p:nvSpPr>
        <p:spPr/>
        <p:txBody>
          <a:bodyPr/>
          <a:lstStyle/>
          <a:p>
            <a:r>
              <a:rPr lang="en-US">
                <a:cs typeface="DIN-Light"/>
              </a:rPr>
              <a:t>CS Agentic Development</a:t>
            </a:r>
            <a:endParaRPr lang="en-US"/>
          </a:p>
        </p:txBody>
      </p:sp>
    </p:spTree>
    <p:extLst>
      <p:ext uri="{BB962C8B-B14F-4D97-AF65-F5344CB8AC3E}">
        <p14:creationId xmlns:p14="http://schemas.microsoft.com/office/powerpoint/2010/main" val="2074982974"/>
      </p:ext>
    </p:extLst>
  </p:cSld>
  <p:clrMapOvr>
    <a:masterClrMapping/>
  </p:clrMapOvr>
  <p:extLst>
    <p:ext uri="{DCECCB84-F9BA-43D5-87BE-67443E8EF086}">
      <p15:sldGuideLst xmlns:p15="http://schemas.microsoft.com/office/powerpoint/2012/main"/>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llins Content: Text Quad">
    <p:spTree>
      <p:nvGrpSpPr>
        <p:cNvPr id="1" name=""/>
        <p:cNvGrpSpPr/>
        <p:nvPr/>
      </p:nvGrpSpPr>
      <p:grpSpPr>
        <a:xfrm>
          <a:off x="0" y="0"/>
          <a:ext cx="0" cy="0"/>
          <a:chOff x="0" y="0"/>
          <a:chExt cx="0" cy="0"/>
        </a:xfrm>
      </p:grpSpPr>
      <p:sp>
        <p:nvSpPr>
          <p:cNvPr id="14" name="Body 4"/>
          <p:cNvSpPr>
            <a:spLocks noGrp="1"/>
          </p:cNvSpPr>
          <p:nvPr>
            <p:ph type="body" sz="quarter" idx="19" hasCustomPrompt="1"/>
          </p:nvPr>
        </p:nvSpPr>
        <p:spPr>
          <a:xfrm>
            <a:off x="6260431" y="4060048"/>
            <a:ext cx="5257801" cy="1426354"/>
          </a:xfrm>
          <a:noFill/>
        </p:spPr>
        <p:txBody>
          <a:bodyPr rIns="182880"/>
          <a:lstStyle>
            <a:lvl1pPr marL="219451" indent="-219451" algn="l" defTabSz="914400" rtl="0" eaLnBrk="1" latinLnBrk="0" hangingPunct="1">
              <a:lnSpc>
                <a:spcPct val="100000"/>
              </a:lnSpc>
              <a:spcBef>
                <a:spcPct val="0"/>
              </a:spcBef>
              <a:spcAft>
                <a:spcPts val="600"/>
              </a:spcAft>
              <a:buClr>
                <a:srgbClr val="CE1126"/>
              </a:buClr>
              <a:buSzPct val="75000"/>
              <a:buFont typeface="Arial" panose="020B0604020202020204" pitchFamily="34" charset="0"/>
              <a:buChar char="•"/>
              <a:defRPr lang="en-US" sz="1800" kern="1200" dirty="0" smtClean="0">
                <a:solidFill>
                  <a:schemeClr val="tx1"/>
                </a:solidFill>
                <a:latin typeface="+mn-lt"/>
                <a:ea typeface="+mn-ea"/>
                <a:cs typeface="+mn-cs"/>
              </a:defRPr>
            </a:lvl1pPr>
            <a:lvl2pPr marL="438912" indent="-219456" algn="l" defTabSz="914400" rtl="0" eaLnBrk="1" latinLnBrk="0" hangingPunct="1">
              <a:lnSpc>
                <a:spcPct val="100000"/>
              </a:lnSpc>
              <a:spcBef>
                <a:spcPts val="0"/>
              </a:spcBef>
              <a:spcAft>
                <a:spcPts val="600"/>
              </a:spcAft>
              <a:buClr>
                <a:schemeClr val="accent1"/>
              </a:buClr>
              <a:buSzPct val="100000"/>
              <a:buFont typeface="Arial" panose="020B0604020202020204" pitchFamily="34" charset="0"/>
              <a:buChar char="–"/>
              <a:defRPr lang="en-US" sz="1800" kern="1200" dirty="0" smtClean="0">
                <a:solidFill>
                  <a:schemeClr val="tx1"/>
                </a:solidFill>
                <a:latin typeface="+mn-lt"/>
                <a:ea typeface="+mn-ea"/>
                <a:cs typeface="+mn-cs"/>
              </a:defRPr>
            </a:lvl2pPr>
            <a:lvl3pPr marL="621792" indent="-219456" algn="l" defTabSz="914400" rtl="0" eaLnBrk="1" latinLnBrk="0" hangingPunct="1">
              <a:lnSpc>
                <a:spcPct val="100000"/>
              </a:lnSpc>
              <a:spcBef>
                <a:spcPts val="0"/>
              </a:spcBef>
              <a:spcAft>
                <a:spcPts val="600"/>
              </a:spcAft>
              <a:buClr>
                <a:schemeClr val="tx2"/>
              </a:buClr>
              <a:buSzPct val="75000"/>
              <a:buFont typeface="Arial" panose="020B0604020202020204" pitchFamily="34" charset="0"/>
              <a:buChar char="•"/>
              <a:defRPr lang="en-US" sz="1800" kern="1200" dirty="0" smtClean="0">
                <a:solidFill>
                  <a:schemeClr val="tx1"/>
                </a:solidFill>
                <a:latin typeface="+mn-lt"/>
                <a:ea typeface="+mn-ea"/>
                <a:cs typeface="+mn-cs"/>
              </a:defRPr>
            </a:lvl3pPr>
            <a:lvl4pPr indent="-219456" algn="l" defTabSz="914400" rtl="0" eaLnBrk="1" latinLnBrk="0" hangingPunct="1">
              <a:lnSpc>
                <a:spcPct val="100000"/>
              </a:lnSpc>
              <a:spcBef>
                <a:spcPts val="0"/>
              </a:spcBef>
              <a:spcAft>
                <a:spcPts val="600"/>
              </a:spcAft>
              <a:buClr>
                <a:schemeClr val="accent1"/>
              </a:buClr>
              <a:buFont typeface="Arial" panose="020B0604020202020204" pitchFamily="34" charset="0"/>
              <a:defRPr lang="en-US" sz="1800" kern="1200" dirty="0" smtClean="0">
                <a:solidFill>
                  <a:schemeClr val="tx1"/>
                </a:solidFill>
                <a:latin typeface="+mn-lt"/>
                <a:ea typeface="+mn-ea"/>
                <a:cs typeface="+mn-cs"/>
              </a:defRPr>
            </a:lvl4pPr>
            <a:lvl5pPr indent="-219456" algn="l" defTabSz="914400" rtl="0" eaLnBrk="1" latinLnBrk="0" hangingPunct="1">
              <a:lnSpc>
                <a:spcPct val="100000"/>
              </a:lnSpc>
              <a:spcBef>
                <a:spcPts val="0"/>
              </a:spcBef>
              <a:spcAft>
                <a:spcPts val="600"/>
              </a:spcAft>
              <a:buFont typeface="Arial" panose="020B0604020202020204" pitchFamily="34" charset="0"/>
              <a:defRPr lang="en-US" sz="1800" kern="1200" dirty="0">
                <a:solidFill>
                  <a:schemeClr val="tx1"/>
                </a:solidFill>
                <a:latin typeface="+mn-lt"/>
                <a:ea typeface="+mn-ea"/>
                <a:cs typeface="+mn-cs"/>
              </a:defRPr>
            </a:lvl5pPr>
          </a:lstStyle>
          <a:p>
            <a:pPr lvl="0"/>
            <a:r>
              <a:rPr lang="en-US"/>
              <a:t>Main bullet. 18 pt. black.</a:t>
            </a:r>
          </a:p>
          <a:p>
            <a:pPr lvl="1"/>
            <a:r>
              <a:rPr lang="en-US"/>
              <a:t>Second level</a:t>
            </a:r>
          </a:p>
          <a:p>
            <a:pPr lvl="2"/>
            <a:r>
              <a:rPr lang="en-US"/>
              <a:t>Third level</a:t>
            </a:r>
          </a:p>
          <a:p>
            <a:pPr lvl="3"/>
            <a:r>
              <a:rPr lang="en-US"/>
              <a:t>Fourth level</a:t>
            </a:r>
          </a:p>
        </p:txBody>
      </p:sp>
      <p:sp>
        <p:nvSpPr>
          <p:cNvPr id="12" name="Body 3"/>
          <p:cNvSpPr>
            <a:spLocks noGrp="1"/>
          </p:cNvSpPr>
          <p:nvPr>
            <p:ph type="body" sz="quarter" idx="17" hasCustomPrompt="1"/>
          </p:nvPr>
        </p:nvSpPr>
        <p:spPr>
          <a:xfrm>
            <a:off x="6260431" y="1922165"/>
            <a:ext cx="5257800" cy="1426464"/>
          </a:xfrm>
          <a:noFill/>
        </p:spPr>
        <p:txBody>
          <a:bodyPr rIns="182880"/>
          <a:lstStyle>
            <a:lvl1pPr marL="219451" indent="-219451" algn="l" defTabSz="914400" rtl="0" eaLnBrk="1" latinLnBrk="0" hangingPunct="1">
              <a:lnSpc>
                <a:spcPct val="100000"/>
              </a:lnSpc>
              <a:spcBef>
                <a:spcPct val="0"/>
              </a:spcBef>
              <a:spcAft>
                <a:spcPts val="600"/>
              </a:spcAft>
              <a:buClr>
                <a:srgbClr val="CE1126"/>
              </a:buClr>
              <a:buSzPct val="75000"/>
              <a:buFont typeface="Arial" panose="020B0604020202020204" pitchFamily="34" charset="0"/>
              <a:buChar char="•"/>
              <a:defRPr lang="en-US" sz="1800" kern="1200" dirty="0" smtClean="0">
                <a:solidFill>
                  <a:schemeClr val="tx1"/>
                </a:solidFill>
                <a:latin typeface="+mn-lt"/>
                <a:ea typeface="+mn-ea"/>
                <a:cs typeface="+mn-cs"/>
              </a:defRPr>
            </a:lvl1pPr>
            <a:lvl2pPr marL="438912" indent="-219456" algn="l" defTabSz="914400" rtl="0" eaLnBrk="1" latinLnBrk="0" hangingPunct="1">
              <a:lnSpc>
                <a:spcPct val="100000"/>
              </a:lnSpc>
              <a:spcBef>
                <a:spcPts val="0"/>
              </a:spcBef>
              <a:spcAft>
                <a:spcPts val="600"/>
              </a:spcAft>
              <a:buClr>
                <a:schemeClr val="accent1"/>
              </a:buClr>
              <a:buSzPct val="100000"/>
              <a:buFont typeface="Arial" panose="020B0604020202020204" pitchFamily="34" charset="0"/>
              <a:buChar char="–"/>
              <a:defRPr lang="en-US" sz="1800" kern="1200" dirty="0" smtClean="0">
                <a:solidFill>
                  <a:schemeClr val="tx1"/>
                </a:solidFill>
                <a:latin typeface="+mn-lt"/>
                <a:ea typeface="+mn-ea"/>
                <a:cs typeface="+mn-cs"/>
              </a:defRPr>
            </a:lvl2pPr>
            <a:lvl3pPr marL="621792" indent="-219456" algn="l" defTabSz="914400" rtl="0" eaLnBrk="1" latinLnBrk="0" hangingPunct="1">
              <a:lnSpc>
                <a:spcPct val="100000"/>
              </a:lnSpc>
              <a:spcBef>
                <a:spcPts val="0"/>
              </a:spcBef>
              <a:spcAft>
                <a:spcPts val="600"/>
              </a:spcAft>
              <a:buClr>
                <a:schemeClr val="tx2"/>
              </a:buClr>
              <a:buSzPct val="75000"/>
              <a:buFont typeface="Arial" panose="020B0604020202020204" pitchFamily="34" charset="0"/>
              <a:buChar char="•"/>
              <a:defRPr lang="en-US" sz="1800" kern="1200" dirty="0" smtClean="0">
                <a:solidFill>
                  <a:schemeClr val="tx1"/>
                </a:solidFill>
                <a:latin typeface="+mn-lt"/>
                <a:ea typeface="+mn-ea"/>
                <a:cs typeface="+mn-cs"/>
              </a:defRPr>
            </a:lvl3pPr>
            <a:lvl4pPr indent="-219456" algn="l" defTabSz="914400" rtl="0" eaLnBrk="1" latinLnBrk="0" hangingPunct="1">
              <a:lnSpc>
                <a:spcPct val="100000"/>
              </a:lnSpc>
              <a:spcBef>
                <a:spcPts val="0"/>
              </a:spcBef>
              <a:spcAft>
                <a:spcPts val="600"/>
              </a:spcAft>
              <a:buClr>
                <a:schemeClr val="accent1"/>
              </a:buClr>
              <a:buFont typeface="Arial" panose="020B0604020202020204" pitchFamily="34" charset="0"/>
              <a:defRPr lang="en-US" sz="1800" kern="1200" dirty="0" smtClean="0">
                <a:solidFill>
                  <a:schemeClr val="tx1"/>
                </a:solidFill>
                <a:latin typeface="+mn-lt"/>
                <a:ea typeface="+mn-ea"/>
                <a:cs typeface="+mn-cs"/>
              </a:defRPr>
            </a:lvl4pPr>
            <a:lvl5pPr indent="-219456" algn="l" defTabSz="914400" rtl="0" eaLnBrk="1" latinLnBrk="0" hangingPunct="1">
              <a:lnSpc>
                <a:spcPct val="100000"/>
              </a:lnSpc>
              <a:spcBef>
                <a:spcPts val="0"/>
              </a:spcBef>
              <a:spcAft>
                <a:spcPts val="600"/>
              </a:spcAft>
              <a:buFont typeface="Arial" panose="020B0604020202020204" pitchFamily="34" charset="0"/>
              <a:defRPr lang="en-US" sz="1800" kern="1200" dirty="0">
                <a:solidFill>
                  <a:schemeClr val="tx1"/>
                </a:solidFill>
                <a:latin typeface="+mn-lt"/>
                <a:ea typeface="+mn-ea"/>
                <a:cs typeface="+mn-cs"/>
              </a:defRPr>
            </a:lvl5pPr>
          </a:lstStyle>
          <a:p>
            <a:pPr lvl="0"/>
            <a:r>
              <a:rPr lang="en-US"/>
              <a:t>Main bullet. 18 pt. black.</a:t>
            </a:r>
          </a:p>
          <a:p>
            <a:pPr lvl="1"/>
            <a:r>
              <a:rPr lang="en-US"/>
              <a:t>Second level</a:t>
            </a:r>
          </a:p>
          <a:p>
            <a:pPr lvl="2"/>
            <a:r>
              <a:rPr lang="en-US"/>
              <a:t>Third level</a:t>
            </a:r>
          </a:p>
          <a:p>
            <a:pPr lvl="3"/>
            <a:r>
              <a:rPr lang="en-US"/>
              <a:t>Fourth level</a:t>
            </a:r>
          </a:p>
        </p:txBody>
      </p:sp>
      <p:sp>
        <p:nvSpPr>
          <p:cNvPr id="13" name="Body 2"/>
          <p:cNvSpPr>
            <a:spLocks noGrp="1"/>
          </p:cNvSpPr>
          <p:nvPr>
            <p:ph type="body" sz="quarter" idx="18" hasCustomPrompt="1"/>
          </p:nvPr>
        </p:nvSpPr>
        <p:spPr>
          <a:xfrm>
            <a:off x="697832" y="4060048"/>
            <a:ext cx="5241850" cy="1426354"/>
          </a:xfrm>
          <a:noFill/>
        </p:spPr>
        <p:txBody>
          <a:bodyPr rIns="182880"/>
          <a:lstStyle>
            <a:lvl1pPr marL="219451" indent="-219451" algn="l" defTabSz="914400" rtl="0" eaLnBrk="1" latinLnBrk="0" hangingPunct="1">
              <a:lnSpc>
                <a:spcPct val="100000"/>
              </a:lnSpc>
              <a:spcBef>
                <a:spcPct val="0"/>
              </a:spcBef>
              <a:spcAft>
                <a:spcPts val="600"/>
              </a:spcAft>
              <a:buClr>
                <a:srgbClr val="CE1126"/>
              </a:buClr>
              <a:buSzPct val="75000"/>
              <a:buFont typeface="Arial" panose="020B0604020202020204" pitchFamily="34" charset="0"/>
              <a:buChar char="•"/>
              <a:defRPr lang="en-US" sz="1800" kern="1200" dirty="0" smtClean="0">
                <a:solidFill>
                  <a:schemeClr val="tx1"/>
                </a:solidFill>
                <a:latin typeface="+mn-lt"/>
                <a:ea typeface="+mn-ea"/>
                <a:cs typeface="+mn-cs"/>
              </a:defRPr>
            </a:lvl1pPr>
            <a:lvl2pPr marL="438912" indent="-219456" algn="l" defTabSz="914400" rtl="0" eaLnBrk="1" latinLnBrk="0" hangingPunct="1">
              <a:lnSpc>
                <a:spcPct val="100000"/>
              </a:lnSpc>
              <a:spcBef>
                <a:spcPts val="0"/>
              </a:spcBef>
              <a:spcAft>
                <a:spcPts val="600"/>
              </a:spcAft>
              <a:buClr>
                <a:schemeClr val="accent1"/>
              </a:buClr>
              <a:buSzPct val="100000"/>
              <a:buFont typeface="Arial" panose="020B0604020202020204" pitchFamily="34" charset="0"/>
              <a:buChar char="–"/>
              <a:defRPr lang="en-US" sz="1800" kern="1200" dirty="0" smtClean="0">
                <a:solidFill>
                  <a:schemeClr val="tx1"/>
                </a:solidFill>
                <a:latin typeface="+mn-lt"/>
                <a:ea typeface="+mn-ea"/>
                <a:cs typeface="+mn-cs"/>
              </a:defRPr>
            </a:lvl2pPr>
            <a:lvl3pPr marL="621792" indent="-219456" algn="l" defTabSz="914400" rtl="0" eaLnBrk="1" latinLnBrk="0" hangingPunct="1">
              <a:lnSpc>
                <a:spcPct val="100000"/>
              </a:lnSpc>
              <a:spcBef>
                <a:spcPts val="0"/>
              </a:spcBef>
              <a:spcAft>
                <a:spcPts val="600"/>
              </a:spcAft>
              <a:buClr>
                <a:schemeClr val="tx2"/>
              </a:buClr>
              <a:buSzPct val="75000"/>
              <a:buFont typeface="Arial" panose="020B0604020202020204" pitchFamily="34" charset="0"/>
              <a:buChar char="•"/>
              <a:defRPr lang="en-US" sz="1800" kern="1200" dirty="0" smtClean="0">
                <a:solidFill>
                  <a:schemeClr val="tx1"/>
                </a:solidFill>
                <a:latin typeface="+mn-lt"/>
                <a:ea typeface="+mn-ea"/>
                <a:cs typeface="+mn-cs"/>
              </a:defRPr>
            </a:lvl3pPr>
            <a:lvl4pPr indent="-219456" algn="l" defTabSz="914400" rtl="0" eaLnBrk="1" latinLnBrk="0" hangingPunct="1">
              <a:lnSpc>
                <a:spcPct val="100000"/>
              </a:lnSpc>
              <a:spcBef>
                <a:spcPts val="0"/>
              </a:spcBef>
              <a:spcAft>
                <a:spcPts val="600"/>
              </a:spcAft>
              <a:buFont typeface="Arial" panose="020B0604020202020204" pitchFamily="34" charset="0"/>
              <a:defRPr lang="en-US" sz="1800" kern="1200" dirty="0" smtClean="0">
                <a:solidFill>
                  <a:schemeClr val="tx1"/>
                </a:solidFill>
                <a:latin typeface="+mn-lt"/>
                <a:ea typeface="+mn-ea"/>
                <a:cs typeface="+mn-cs"/>
              </a:defRPr>
            </a:lvl4pPr>
            <a:lvl5pPr indent="-219456" algn="l" defTabSz="914400" rtl="0" eaLnBrk="1" latinLnBrk="0" hangingPunct="1">
              <a:lnSpc>
                <a:spcPct val="100000"/>
              </a:lnSpc>
              <a:spcBef>
                <a:spcPts val="0"/>
              </a:spcBef>
              <a:spcAft>
                <a:spcPts val="600"/>
              </a:spcAft>
              <a:buFont typeface="Arial" panose="020B0604020202020204" pitchFamily="34" charset="0"/>
              <a:defRPr lang="en-US" sz="1800" kern="1200" dirty="0">
                <a:solidFill>
                  <a:schemeClr val="tx1"/>
                </a:solidFill>
                <a:latin typeface="+mn-lt"/>
                <a:ea typeface="+mn-ea"/>
                <a:cs typeface="+mn-cs"/>
              </a:defRPr>
            </a:lvl5pPr>
          </a:lstStyle>
          <a:p>
            <a:pPr lvl="0"/>
            <a:r>
              <a:rPr lang="en-US"/>
              <a:t>Main bullet. 18 pt. black.</a:t>
            </a:r>
          </a:p>
          <a:p>
            <a:pPr lvl="1"/>
            <a:r>
              <a:rPr lang="en-US"/>
              <a:t>Second level</a:t>
            </a:r>
          </a:p>
          <a:p>
            <a:pPr lvl="2"/>
            <a:r>
              <a:rPr lang="en-US"/>
              <a:t>Third level</a:t>
            </a:r>
          </a:p>
          <a:p>
            <a:pPr lvl="3"/>
            <a:r>
              <a:rPr lang="en-US"/>
              <a:t>Fourth level</a:t>
            </a:r>
          </a:p>
        </p:txBody>
      </p:sp>
      <p:sp>
        <p:nvSpPr>
          <p:cNvPr id="31" name="Body 1"/>
          <p:cNvSpPr>
            <a:spLocks noGrp="1"/>
          </p:cNvSpPr>
          <p:nvPr>
            <p:ph type="body" sz="quarter" idx="13" hasCustomPrompt="1"/>
          </p:nvPr>
        </p:nvSpPr>
        <p:spPr>
          <a:xfrm>
            <a:off x="698345" y="1922165"/>
            <a:ext cx="5240823" cy="1426464"/>
          </a:xfrm>
          <a:noFill/>
        </p:spPr>
        <p:txBody>
          <a:bodyPr rIns="182880"/>
          <a:lstStyle>
            <a:lvl1pPr marL="219451" indent="-219451" algn="l" defTabSz="914400" rtl="0" eaLnBrk="1" latinLnBrk="0" hangingPunct="1">
              <a:lnSpc>
                <a:spcPct val="100000"/>
              </a:lnSpc>
              <a:spcBef>
                <a:spcPct val="0"/>
              </a:spcBef>
              <a:spcAft>
                <a:spcPts val="600"/>
              </a:spcAft>
              <a:buClr>
                <a:srgbClr val="CE1126"/>
              </a:buClr>
              <a:buSzPct val="75000"/>
              <a:buFont typeface="Arial" panose="020B0604020202020204" pitchFamily="34" charset="0"/>
              <a:buChar char="•"/>
              <a:defRPr lang="en-US" sz="1800" kern="1200" baseline="0" dirty="0" smtClean="0">
                <a:solidFill>
                  <a:schemeClr val="tx1"/>
                </a:solidFill>
                <a:latin typeface="+mn-lt"/>
                <a:ea typeface="+mn-ea"/>
                <a:cs typeface="+mn-cs"/>
              </a:defRPr>
            </a:lvl1pPr>
            <a:lvl2pPr marL="438912" indent="-219456" algn="l" defTabSz="914400" rtl="0" eaLnBrk="1" latinLnBrk="0" hangingPunct="1">
              <a:lnSpc>
                <a:spcPct val="100000"/>
              </a:lnSpc>
              <a:spcBef>
                <a:spcPts val="0"/>
              </a:spcBef>
              <a:spcAft>
                <a:spcPts val="600"/>
              </a:spcAft>
              <a:buClr>
                <a:schemeClr val="accent1"/>
              </a:buClr>
              <a:buSzPct val="100000"/>
              <a:buFont typeface="Arial" panose="020B0604020202020204" pitchFamily="34" charset="0"/>
              <a:buChar char="–"/>
              <a:defRPr lang="en-US" sz="1800" kern="1200" dirty="0" smtClean="0">
                <a:solidFill>
                  <a:schemeClr val="tx1"/>
                </a:solidFill>
                <a:latin typeface="+mn-lt"/>
                <a:ea typeface="+mn-ea"/>
                <a:cs typeface="+mn-cs"/>
              </a:defRPr>
            </a:lvl2pPr>
            <a:lvl3pPr marL="621792" indent="-219456" algn="l" defTabSz="914400" rtl="0" eaLnBrk="1" latinLnBrk="0" hangingPunct="1">
              <a:lnSpc>
                <a:spcPct val="100000"/>
              </a:lnSpc>
              <a:spcBef>
                <a:spcPts val="0"/>
              </a:spcBef>
              <a:spcAft>
                <a:spcPts val="600"/>
              </a:spcAft>
              <a:buClr>
                <a:schemeClr val="tx2"/>
              </a:buClr>
              <a:buSzPct val="75000"/>
              <a:buFont typeface="Arial" panose="020B0604020202020204" pitchFamily="34" charset="0"/>
              <a:buChar char="•"/>
              <a:defRPr lang="en-US" sz="1800" kern="1200" dirty="0" smtClean="0">
                <a:solidFill>
                  <a:schemeClr val="tx1"/>
                </a:solidFill>
                <a:latin typeface="+mn-lt"/>
                <a:ea typeface="+mn-ea"/>
                <a:cs typeface="+mn-cs"/>
              </a:defRPr>
            </a:lvl3pPr>
            <a:lvl4pPr indent="-219456" algn="l" defTabSz="914400" rtl="0" eaLnBrk="1" latinLnBrk="0" hangingPunct="1">
              <a:lnSpc>
                <a:spcPct val="100000"/>
              </a:lnSpc>
              <a:spcBef>
                <a:spcPts val="0"/>
              </a:spcBef>
              <a:spcAft>
                <a:spcPts val="600"/>
              </a:spcAft>
              <a:buClr>
                <a:schemeClr val="accent1"/>
              </a:buClr>
              <a:buFont typeface="Arial" panose="020B0604020202020204" pitchFamily="34" charset="0"/>
              <a:defRPr lang="en-US" sz="1800" kern="1200" dirty="0" smtClean="0">
                <a:solidFill>
                  <a:schemeClr val="tx1"/>
                </a:solidFill>
                <a:latin typeface="+mn-lt"/>
                <a:ea typeface="+mn-ea"/>
                <a:cs typeface="+mn-cs"/>
              </a:defRPr>
            </a:lvl4pPr>
            <a:lvl5pPr indent="-219456" algn="l" defTabSz="914400" rtl="0" eaLnBrk="1" latinLnBrk="0" hangingPunct="1">
              <a:lnSpc>
                <a:spcPct val="100000"/>
              </a:lnSpc>
              <a:spcBef>
                <a:spcPts val="0"/>
              </a:spcBef>
              <a:spcAft>
                <a:spcPts val="600"/>
              </a:spcAft>
              <a:buFont typeface="Arial" panose="020B0604020202020204" pitchFamily="34" charset="0"/>
              <a:defRPr lang="en-US" sz="1800" kern="1200" dirty="0">
                <a:solidFill>
                  <a:schemeClr val="tx1"/>
                </a:solidFill>
                <a:latin typeface="+mn-lt"/>
                <a:ea typeface="+mn-ea"/>
                <a:cs typeface="+mn-cs"/>
              </a:defRPr>
            </a:lvl5pPr>
          </a:lstStyle>
          <a:p>
            <a:pPr lvl="0"/>
            <a:r>
              <a:rPr lang="en-US"/>
              <a:t>Main bullet. 18 pt. black.</a:t>
            </a:r>
          </a:p>
          <a:p>
            <a:pPr lvl="1"/>
            <a:r>
              <a:rPr lang="en-US"/>
              <a:t>Second level</a:t>
            </a:r>
          </a:p>
          <a:p>
            <a:pPr lvl="2"/>
            <a:r>
              <a:rPr lang="en-US"/>
              <a:t>Third level</a:t>
            </a:r>
          </a:p>
          <a:p>
            <a:pPr lvl="3"/>
            <a:r>
              <a:rPr lang="en-US"/>
              <a:t>Fourth level</a:t>
            </a:r>
          </a:p>
        </p:txBody>
      </p:sp>
      <p:sp>
        <p:nvSpPr>
          <p:cNvPr id="23" name="Slide number"/>
          <p:cNvSpPr>
            <a:spLocks noGrp="1"/>
          </p:cNvSpPr>
          <p:nvPr>
            <p:ph type="sldNum" sz="quarter" idx="4"/>
          </p:nvPr>
        </p:nvSpPr>
        <p:spPr>
          <a:xfrm>
            <a:off x="10983397" y="6380414"/>
            <a:ext cx="531946" cy="365125"/>
          </a:xfrm>
          <a:prstGeom prst="rect">
            <a:avLst/>
          </a:prstGeom>
        </p:spPr>
        <p:txBody>
          <a:bodyPr vert="horz" lIns="0" tIns="0" rIns="0" bIns="0" rtlCol="0" anchor="t" anchorCtr="0"/>
          <a:lstStyle>
            <a:lvl1pPr algn="r">
              <a:defRPr lang="en-US" sz="1200" kern="1200" smtClean="0">
                <a:solidFill>
                  <a:schemeClr val="tx1">
                    <a:tint val="75000"/>
                  </a:schemeClr>
                </a:solidFill>
                <a:latin typeface="+mn-lt"/>
                <a:ea typeface="+mn-ea"/>
                <a:cs typeface="+mn-cs"/>
              </a:defRPr>
            </a:lvl1pPr>
          </a:lstStyle>
          <a:p>
            <a:fld id="{07165E6F-54ED-4977-A15E-D44BE7238A65}" type="slidenum">
              <a:rPr lang="en-US" smtClean="0"/>
              <a:pPr/>
              <a:t>‹#›</a:t>
            </a:fld>
            <a:endParaRPr lang="en-US"/>
          </a:p>
        </p:txBody>
      </p:sp>
      <p:sp>
        <p:nvSpPr>
          <p:cNvPr id="15" name="Text Placeholder 2"/>
          <p:cNvSpPr>
            <a:spLocks noGrp="1"/>
          </p:cNvSpPr>
          <p:nvPr>
            <p:ph type="body" sz="quarter" idx="21" hasCustomPrompt="1"/>
          </p:nvPr>
        </p:nvSpPr>
        <p:spPr>
          <a:xfrm>
            <a:off x="6271500" y="1580534"/>
            <a:ext cx="5243843" cy="341632"/>
          </a:xfrm>
          <a:noFill/>
        </p:spPr>
        <p:txBody>
          <a:bodyPr wrap="square" bIns="91440">
            <a:spAutoFit/>
          </a:bodyPr>
          <a:lstStyle>
            <a:lvl1pPr marL="0" marR="0" indent="0" algn="l" defTabSz="914400" rtl="0" eaLnBrk="1" fontAlgn="auto" latinLnBrk="0" hangingPunct="1">
              <a:lnSpc>
                <a:spcPct val="90000"/>
              </a:lnSpc>
              <a:spcBef>
                <a:spcPts val="0"/>
              </a:spcBef>
              <a:spcAft>
                <a:spcPts val="0"/>
              </a:spcAft>
              <a:buClrTx/>
              <a:buSzPct val="115000"/>
              <a:buFont typeface="Arial" panose="020B0604020202020204" pitchFamily="34" charset="0"/>
              <a:buNone/>
              <a:tabLst/>
              <a:defRPr sz="1800" b="1" baseline="0">
                <a:solidFill>
                  <a:schemeClr val="tx2"/>
                </a:solidFill>
              </a:defRPr>
            </a:lvl1pPr>
          </a:lstStyle>
          <a:p>
            <a:pPr marL="0" marR="0" lvl="0" indent="0" algn="l" defTabSz="914400" rtl="0" eaLnBrk="1" fontAlgn="auto" latinLnBrk="0" hangingPunct="1">
              <a:lnSpc>
                <a:spcPct val="90000"/>
              </a:lnSpc>
              <a:spcBef>
                <a:spcPts val="0"/>
              </a:spcBef>
              <a:spcAft>
                <a:spcPts val="0"/>
              </a:spcAft>
              <a:buClrTx/>
              <a:buSzPct val="115000"/>
              <a:buFont typeface="Arial" panose="020B0604020202020204" pitchFamily="34" charset="0"/>
              <a:buNone/>
              <a:tabLst/>
              <a:defRPr/>
            </a:pPr>
            <a:r>
              <a:rPr lang="en-US"/>
              <a:t>Subhead 18 pt. RTX red. Bold. Sentence case.</a:t>
            </a:r>
          </a:p>
        </p:txBody>
      </p:sp>
      <p:sp>
        <p:nvSpPr>
          <p:cNvPr id="16" name="Text Placeholder 2"/>
          <p:cNvSpPr>
            <a:spLocks noGrp="1"/>
          </p:cNvSpPr>
          <p:nvPr>
            <p:ph type="body" sz="quarter" idx="25" hasCustomPrompt="1"/>
          </p:nvPr>
        </p:nvSpPr>
        <p:spPr>
          <a:xfrm>
            <a:off x="699757" y="1580534"/>
            <a:ext cx="5243843" cy="341632"/>
          </a:xfrm>
          <a:noFill/>
        </p:spPr>
        <p:txBody>
          <a:bodyPr wrap="square" bIns="91440">
            <a:spAutoFit/>
          </a:bodyPr>
          <a:lstStyle>
            <a:lvl1pPr marL="0" marR="0" indent="0" algn="l" defTabSz="914400" rtl="0" eaLnBrk="1" fontAlgn="auto" latinLnBrk="0" hangingPunct="1">
              <a:lnSpc>
                <a:spcPct val="90000"/>
              </a:lnSpc>
              <a:spcBef>
                <a:spcPts val="0"/>
              </a:spcBef>
              <a:spcAft>
                <a:spcPts val="0"/>
              </a:spcAft>
              <a:buClrTx/>
              <a:buSzPct val="115000"/>
              <a:buFont typeface="Arial" panose="020B0604020202020204" pitchFamily="34" charset="0"/>
              <a:buNone/>
              <a:tabLst/>
              <a:defRPr sz="1800" b="1" baseline="0">
                <a:solidFill>
                  <a:schemeClr val="tx2"/>
                </a:solidFill>
              </a:defRPr>
            </a:lvl1pPr>
          </a:lstStyle>
          <a:p>
            <a:pPr marL="0" marR="0" lvl="0" indent="0" algn="l" defTabSz="914400" rtl="0" eaLnBrk="1" fontAlgn="auto" latinLnBrk="0" hangingPunct="1">
              <a:lnSpc>
                <a:spcPct val="90000"/>
              </a:lnSpc>
              <a:spcBef>
                <a:spcPts val="0"/>
              </a:spcBef>
              <a:spcAft>
                <a:spcPts val="0"/>
              </a:spcAft>
              <a:buClrTx/>
              <a:buSzPct val="115000"/>
              <a:buFont typeface="Arial" panose="020B0604020202020204" pitchFamily="34" charset="0"/>
              <a:buNone/>
              <a:tabLst/>
              <a:defRPr/>
            </a:pPr>
            <a:r>
              <a:rPr lang="en-US"/>
              <a:t>Subhead 18 pt. RTX red. Bold. Sentence case.</a:t>
            </a:r>
          </a:p>
        </p:txBody>
      </p:sp>
      <p:sp>
        <p:nvSpPr>
          <p:cNvPr id="17" name="Text Placeholder 2"/>
          <p:cNvSpPr>
            <a:spLocks noGrp="1"/>
          </p:cNvSpPr>
          <p:nvPr>
            <p:ph type="body" sz="quarter" idx="26" hasCustomPrompt="1"/>
          </p:nvPr>
        </p:nvSpPr>
        <p:spPr>
          <a:xfrm>
            <a:off x="6271500" y="3714404"/>
            <a:ext cx="5243843" cy="341632"/>
          </a:xfrm>
          <a:noFill/>
        </p:spPr>
        <p:txBody>
          <a:bodyPr wrap="square" bIns="91440">
            <a:spAutoFit/>
          </a:bodyPr>
          <a:lstStyle>
            <a:lvl1pPr marL="0" marR="0" indent="0" algn="l" defTabSz="914400" rtl="0" eaLnBrk="1" fontAlgn="auto" latinLnBrk="0" hangingPunct="1">
              <a:lnSpc>
                <a:spcPct val="90000"/>
              </a:lnSpc>
              <a:spcBef>
                <a:spcPts val="0"/>
              </a:spcBef>
              <a:spcAft>
                <a:spcPts val="0"/>
              </a:spcAft>
              <a:buClrTx/>
              <a:buSzPct val="115000"/>
              <a:buFont typeface="Arial" panose="020B0604020202020204" pitchFamily="34" charset="0"/>
              <a:buNone/>
              <a:tabLst/>
              <a:defRPr sz="1800" b="1" baseline="0">
                <a:solidFill>
                  <a:schemeClr val="tx2"/>
                </a:solidFill>
              </a:defRPr>
            </a:lvl1pPr>
          </a:lstStyle>
          <a:p>
            <a:pPr marL="0" marR="0" lvl="0" indent="0" algn="l" defTabSz="914400" rtl="0" eaLnBrk="1" fontAlgn="auto" latinLnBrk="0" hangingPunct="1">
              <a:lnSpc>
                <a:spcPct val="90000"/>
              </a:lnSpc>
              <a:spcBef>
                <a:spcPts val="0"/>
              </a:spcBef>
              <a:spcAft>
                <a:spcPts val="0"/>
              </a:spcAft>
              <a:buClrTx/>
              <a:buSzPct val="115000"/>
              <a:buFont typeface="Arial" panose="020B0604020202020204" pitchFamily="34" charset="0"/>
              <a:buNone/>
              <a:tabLst/>
              <a:defRPr/>
            </a:pPr>
            <a:r>
              <a:rPr lang="en-US"/>
              <a:t>Subhead 18 pt. RTX red. Bold. Sentence case.</a:t>
            </a:r>
          </a:p>
        </p:txBody>
      </p:sp>
      <p:sp>
        <p:nvSpPr>
          <p:cNvPr id="18" name="Text Placeholder 2"/>
          <p:cNvSpPr>
            <a:spLocks noGrp="1"/>
          </p:cNvSpPr>
          <p:nvPr>
            <p:ph type="body" sz="quarter" idx="27" hasCustomPrompt="1"/>
          </p:nvPr>
        </p:nvSpPr>
        <p:spPr>
          <a:xfrm>
            <a:off x="699757" y="3714404"/>
            <a:ext cx="5243843" cy="341632"/>
          </a:xfrm>
          <a:noFill/>
        </p:spPr>
        <p:txBody>
          <a:bodyPr wrap="square" bIns="91440">
            <a:spAutoFit/>
          </a:bodyPr>
          <a:lstStyle>
            <a:lvl1pPr marL="0" marR="0" indent="0" algn="l" defTabSz="914400" rtl="0" eaLnBrk="1" fontAlgn="auto" latinLnBrk="0" hangingPunct="1">
              <a:lnSpc>
                <a:spcPct val="90000"/>
              </a:lnSpc>
              <a:spcBef>
                <a:spcPts val="0"/>
              </a:spcBef>
              <a:spcAft>
                <a:spcPts val="0"/>
              </a:spcAft>
              <a:buClrTx/>
              <a:buSzPct val="115000"/>
              <a:buFont typeface="Arial" panose="020B0604020202020204" pitchFamily="34" charset="0"/>
              <a:buNone/>
              <a:tabLst/>
              <a:defRPr sz="1800" b="1" baseline="0">
                <a:solidFill>
                  <a:schemeClr val="tx2"/>
                </a:solidFill>
              </a:defRPr>
            </a:lvl1pPr>
          </a:lstStyle>
          <a:p>
            <a:pPr marL="0" marR="0" lvl="0" indent="0" algn="l" defTabSz="914400" rtl="0" eaLnBrk="1" fontAlgn="auto" latinLnBrk="0" hangingPunct="1">
              <a:lnSpc>
                <a:spcPct val="90000"/>
              </a:lnSpc>
              <a:spcBef>
                <a:spcPts val="0"/>
              </a:spcBef>
              <a:spcAft>
                <a:spcPts val="0"/>
              </a:spcAft>
              <a:buClrTx/>
              <a:buSzPct val="115000"/>
              <a:buFont typeface="Arial" panose="020B0604020202020204" pitchFamily="34" charset="0"/>
              <a:buNone/>
              <a:tabLst/>
              <a:defRPr/>
            </a:pPr>
            <a:r>
              <a:rPr lang="en-US"/>
              <a:t>Subhead 18 pt. RTX red. Bold. Sentence case.</a:t>
            </a:r>
          </a:p>
        </p:txBody>
      </p:sp>
      <p:sp>
        <p:nvSpPr>
          <p:cNvPr id="19" name="Title 5"/>
          <p:cNvSpPr>
            <a:spLocks noGrp="1"/>
          </p:cNvSpPr>
          <p:nvPr>
            <p:ph type="title" hasCustomPrompt="1"/>
          </p:nvPr>
        </p:nvSpPr>
        <p:spPr>
          <a:xfrm>
            <a:off x="694944" y="514473"/>
            <a:ext cx="10811256" cy="676653"/>
          </a:xfrm>
          <a:prstGeom prst="rect">
            <a:avLst/>
          </a:prstGeom>
        </p:spPr>
        <p:txBody>
          <a:bodyPr/>
          <a:lstStyle>
            <a:lvl1pPr>
              <a:lnSpc>
                <a:spcPct val="80000"/>
              </a:lnSpc>
              <a:defRPr/>
            </a:lvl1pPr>
          </a:lstStyle>
          <a:p>
            <a:r>
              <a:rPr lang="en-US"/>
              <a:t>TITLE. 32 PT. BLACK. REGULAR. UPPERCASE. TWO LINES MAX.</a:t>
            </a:r>
          </a:p>
        </p:txBody>
      </p:sp>
      <p:sp>
        <p:nvSpPr>
          <p:cNvPr id="21" name="Takeaway bar"/>
          <p:cNvSpPr>
            <a:spLocks noGrp="1"/>
          </p:cNvSpPr>
          <p:nvPr>
            <p:ph type="body" sz="quarter" idx="15" hasCustomPrompt="1"/>
          </p:nvPr>
        </p:nvSpPr>
        <p:spPr>
          <a:xfrm>
            <a:off x="694944" y="5912568"/>
            <a:ext cx="10820399" cy="273280"/>
          </a:xfrm>
          <a:solidFill>
            <a:schemeClr val="accent1"/>
          </a:solidFill>
        </p:spPr>
        <p:txBody>
          <a:bodyPr vert="horz" wrap="square" lIns="621792" tIns="64008" rIns="621792" bIns="36576" rtlCol="0" anchor="b" anchorCtr="0">
            <a:spAutoFit/>
          </a:bodyPr>
          <a:lstStyle>
            <a:lvl1pPr marL="0" indent="0" algn="ctr" defTabSz="0">
              <a:lnSpc>
                <a:spcPts val="1300"/>
              </a:lnSpc>
              <a:spcBef>
                <a:spcPts val="0"/>
              </a:spcBef>
              <a:buFontTx/>
              <a:buNone/>
              <a:defRPr lang="en-US" sz="1600" b="1" dirty="0">
                <a:solidFill>
                  <a:schemeClr val="bg1"/>
                </a:solidFill>
                <a:latin typeface="Arial" panose="020B0604020202020204" pitchFamily="34" charset="0"/>
                <a:ea typeface="+mj-ea"/>
                <a:cs typeface="Arial" panose="020B0604020202020204" pitchFamily="34" charset="0"/>
              </a:defRPr>
            </a:lvl1pPr>
          </a:lstStyle>
          <a:p>
            <a:pPr marL="0" lvl="0" indent="0" algn="ctr">
              <a:buNone/>
            </a:pPr>
            <a:r>
              <a:rPr lang="en-US"/>
              <a:t>Optional takeaway bar. White. Bold. 16 pt. Centered. Sentence case.</a:t>
            </a:r>
          </a:p>
        </p:txBody>
      </p:sp>
      <p:sp>
        <p:nvSpPr>
          <p:cNvPr id="2" name="Footer Placeholder 1">
            <a:extLst>
              <a:ext uri="{FF2B5EF4-FFF2-40B4-BE49-F238E27FC236}">
                <a16:creationId xmlns:a16="http://schemas.microsoft.com/office/drawing/2014/main" id="{AC5F0CF0-4990-2143-935E-7F8B70409AC4}"/>
              </a:ext>
            </a:extLst>
          </p:cNvPr>
          <p:cNvSpPr>
            <a:spLocks noGrp="1"/>
          </p:cNvSpPr>
          <p:nvPr>
            <p:ph type="ftr" sz="quarter" idx="28"/>
          </p:nvPr>
        </p:nvSpPr>
        <p:spPr/>
        <p:txBody>
          <a:bodyPr/>
          <a:lstStyle/>
          <a:p>
            <a:r>
              <a:rPr lang="en-US">
                <a:cs typeface="DIN-Light"/>
              </a:rPr>
              <a:t>CS Agentic Development</a:t>
            </a:r>
            <a:endParaRPr lang="en-US"/>
          </a:p>
        </p:txBody>
      </p:sp>
    </p:spTree>
    <p:extLst>
      <p:ext uri="{BB962C8B-B14F-4D97-AF65-F5344CB8AC3E}">
        <p14:creationId xmlns:p14="http://schemas.microsoft.com/office/powerpoint/2010/main" val="580799621"/>
      </p:ext>
    </p:extLst>
  </p:cSld>
  <p:clrMapOvr>
    <a:masterClrMapping/>
  </p:clrMapOvr>
  <p:extLst>
    <p:ext uri="{DCECCB84-F9BA-43D5-87BE-67443E8EF086}">
      <p15:sldGuideLst xmlns:p15="http://schemas.microsoft.com/office/powerpoint/2012/main"/>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4_Collins Cover: UH-60 Blackhawk">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78984510-34BD-0D4E-B50C-15A647481D04}"/>
              </a:ext>
            </a:extLst>
          </p:cNvPr>
          <p:cNvPicPr>
            <a:picLocks noChangeAspect="1"/>
          </p:cNvPicPr>
          <p:nvPr userDrawn="1"/>
        </p:nvPicPr>
        <p:blipFill>
          <a:blip r:embed="rId2"/>
          <a:stretch>
            <a:fillRect/>
          </a:stretch>
        </p:blipFill>
        <p:spPr>
          <a:xfrm>
            <a:off x="0" y="0"/>
            <a:ext cx="12192000" cy="5010150"/>
          </a:xfrm>
          <a:prstGeom prst="rect">
            <a:avLst/>
          </a:prstGeom>
        </p:spPr>
      </p:pic>
      <p:sp>
        <p:nvSpPr>
          <p:cNvPr id="2" name="Title"/>
          <p:cNvSpPr>
            <a:spLocks noGrp="1"/>
          </p:cNvSpPr>
          <p:nvPr>
            <p:ph type="title" hasCustomPrompt="1"/>
          </p:nvPr>
        </p:nvSpPr>
        <p:spPr>
          <a:xfrm>
            <a:off x="4257535" y="5297244"/>
            <a:ext cx="7105927" cy="566816"/>
          </a:xfrm>
          <a:noFill/>
        </p:spPr>
        <p:txBody>
          <a:bodyPr anchor="b" anchorCtr="0"/>
          <a:lstStyle>
            <a:lvl1pPr defTabSz="914400">
              <a:spcBef>
                <a:spcPct val="0"/>
              </a:spcBef>
              <a:defRPr sz="2200">
                <a:solidFill>
                  <a:schemeClr val="tx1"/>
                </a:solidFill>
              </a:defRPr>
            </a:lvl1pPr>
          </a:lstStyle>
          <a:p>
            <a:pPr lvl="0" defTabSz="914400">
              <a:spcBef>
                <a:spcPct val="0"/>
              </a:spcBef>
            </a:pPr>
            <a:r>
              <a:rPr lang="en-US"/>
              <a:t>TITLE 22 PT. BLACK. REGULAR. UPPERCASE.</a:t>
            </a:r>
          </a:p>
        </p:txBody>
      </p:sp>
      <p:sp>
        <p:nvSpPr>
          <p:cNvPr id="5" name="Text Placeholder 4"/>
          <p:cNvSpPr>
            <a:spLocks noGrp="1"/>
          </p:cNvSpPr>
          <p:nvPr>
            <p:ph type="body" sz="quarter" idx="15" hasCustomPrompt="1"/>
          </p:nvPr>
        </p:nvSpPr>
        <p:spPr>
          <a:xfrm>
            <a:off x="4257535" y="6041041"/>
            <a:ext cx="7105927" cy="216670"/>
          </a:xfrm>
          <a:noFill/>
        </p:spPr>
        <p:txBody>
          <a:bodyPr/>
          <a:lstStyle>
            <a:lvl1pPr marL="0" marR="0" indent="0" algn="l" defTabSz="0" rtl="0" eaLnBrk="1" fontAlgn="auto" latinLnBrk="0" hangingPunct="1">
              <a:lnSpc>
                <a:spcPct val="90000"/>
              </a:lnSpc>
              <a:spcBef>
                <a:spcPts val="0"/>
              </a:spcBef>
              <a:spcAft>
                <a:spcPts val="0"/>
              </a:spcAft>
              <a:buClrTx/>
              <a:buSzPct val="115000"/>
              <a:buFont typeface="Arial" panose="020B0604020202020204" pitchFamily="34" charset="0"/>
              <a:buNone/>
              <a:tabLst/>
              <a:defRPr sz="1600" b="0" baseline="0">
                <a:solidFill>
                  <a:schemeClr val="tx1"/>
                </a:solidFill>
              </a:defRPr>
            </a:lvl1pPr>
          </a:lstStyle>
          <a:p>
            <a:pPr marL="0" marR="0" lvl="0" indent="0" algn="l" defTabSz="0" rtl="0" eaLnBrk="1" fontAlgn="auto" latinLnBrk="0" hangingPunct="1">
              <a:lnSpc>
                <a:spcPct val="90000"/>
              </a:lnSpc>
              <a:spcBef>
                <a:spcPts val="0"/>
              </a:spcBef>
              <a:spcAft>
                <a:spcPts val="0"/>
              </a:spcAft>
              <a:buClrTx/>
              <a:buSzPct val="115000"/>
              <a:buFont typeface="Arial" panose="020B0604020202020204" pitchFamily="34" charset="0"/>
              <a:buNone/>
              <a:tabLst/>
              <a:defRPr/>
            </a:pPr>
            <a:r>
              <a:rPr lang="en-US"/>
              <a:t>Subhead 16 pt. Black. Regular. Sentence case.</a:t>
            </a:r>
          </a:p>
        </p:txBody>
      </p:sp>
      <p:cxnSp>
        <p:nvCxnSpPr>
          <p:cNvPr id="11" name="Straight Connector 10">
            <a:extLst>
              <a:ext uri="{FF2B5EF4-FFF2-40B4-BE49-F238E27FC236}">
                <a16:creationId xmlns:a16="http://schemas.microsoft.com/office/drawing/2014/main" id="{E648BD36-0B39-4245-A543-F4FCE86E5E97}"/>
              </a:ext>
            </a:extLst>
          </p:cNvPr>
          <p:cNvCxnSpPr>
            <a:cxnSpLocks/>
          </p:cNvCxnSpPr>
          <p:nvPr userDrawn="1"/>
        </p:nvCxnSpPr>
        <p:spPr>
          <a:xfrm>
            <a:off x="752528" y="247662"/>
            <a:ext cx="11436297" cy="0"/>
          </a:xfrm>
          <a:prstGeom prst="line">
            <a:avLst/>
          </a:prstGeom>
          <a:ln w="19050" cap="sq">
            <a:solidFill>
              <a:srgbClr val="CE1126"/>
            </a:solidFill>
            <a:headEnd type="oval" w="sm" len="sm"/>
          </a:ln>
          <a:effectLst/>
        </p:spPr>
        <p:style>
          <a:lnRef idx="2">
            <a:schemeClr val="accent1"/>
          </a:lnRef>
          <a:fillRef idx="0">
            <a:schemeClr val="accent1"/>
          </a:fillRef>
          <a:effectRef idx="1">
            <a:schemeClr val="accent1"/>
          </a:effectRef>
          <a:fontRef idx="minor">
            <a:schemeClr val="tx1"/>
          </a:fontRef>
        </p:style>
      </p:cxnSp>
      <p:sp>
        <p:nvSpPr>
          <p:cNvPr id="13" name="Date">
            <a:extLst>
              <a:ext uri="{FF2B5EF4-FFF2-40B4-BE49-F238E27FC236}">
                <a16:creationId xmlns:a16="http://schemas.microsoft.com/office/drawing/2014/main" id="{A451BCD5-6153-1747-A933-32E8283537C7}"/>
              </a:ext>
            </a:extLst>
          </p:cNvPr>
          <p:cNvSpPr>
            <a:spLocks noGrp="1"/>
          </p:cNvSpPr>
          <p:nvPr>
            <p:ph type="body" sz="quarter" idx="14" hasCustomPrompt="1"/>
          </p:nvPr>
        </p:nvSpPr>
        <p:spPr>
          <a:xfrm>
            <a:off x="9051010" y="6391832"/>
            <a:ext cx="2312452" cy="216670"/>
          </a:xfrm>
          <a:noFill/>
        </p:spPr>
        <p:txBody>
          <a:bodyPr/>
          <a:lstStyle>
            <a:lvl1pPr>
              <a:defRPr sz="1400" b="1">
                <a:solidFill>
                  <a:schemeClr val="tx1"/>
                </a:solidFill>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en-US"/>
              <a:t>Date</a:t>
            </a:r>
          </a:p>
        </p:txBody>
      </p:sp>
      <p:pic>
        <p:nvPicPr>
          <p:cNvPr id="10" name="Graphic 9">
            <a:extLst>
              <a:ext uri="{FF2B5EF4-FFF2-40B4-BE49-F238E27FC236}">
                <a16:creationId xmlns:a16="http://schemas.microsoft.com/office/drawing/2014/main" id="{A787AB98-5F2A-FF41-A513-9AE47180BD81}"/>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472096" y="5526826"/>
            <a:ext cx="3071203" cy="514215"/>
          </a:xfrm>
          <a:prstGeom prst="rect">
            <a:avLst/>
          </a:prstGeom>
        </p:spPr>
      </p:pic>
      <p:pic>
        <p:nvPicPr>
          <p:cNvPr id="4" name="Picture 3">
            <a:extLst>
              <a:ext uri="{FF2B5EF4-FFF2-40B4-BE49-F238E27FC236}">
                <a16:creationId xmlns:a16="http://schemas.microsoft.com/office/drawing/2014/main" id="{4FDB7C0C-7FEF-4640-BF35-AD1B5009625F}"/>
              </a:ext>
            </a:extLst>
          </p:cNvPr>
          <p:cNvPicPr>
            <a:picLocks noChangeAspect="1"/>
          </p:cNvPicPr>
          <p:nvPr userDrawn="1"/>
        </p:nvPicPr>
        <p:blipFill>
          <a:blip r:embed="rId4"/>
          <a:stretch>
            <a:fillRect/>
          </a:stretch>
        </p:blipFill>
        <p:spPr>
          <a:xfrm>
            <a:off x="-3175" y="0"/>
            <a:ext cx="12192000" cy="5010150"/>
          </a:xfrm>
          <a:prstGeom prst="rect">
            <a:avLst/>
          </a:prstGeom>
        </p:spPr>
      </p:pic>
      <p:sp>
        <p:nvSpPr>
          <p:cNvPr id="3" name="Footer Placeholder 2">
            <a:extLst>
              <a:ext uri="{FF2B5EF4-FFF2-40B4-BE49-F238E27FC236}">
                <a16:creationId xmlns:a16="http://schemas.microsoft.com/office/drawing/2014/main" id="{D14DEBB8-1934-414F-934F-1CCF1AA4F9C6}"/>
              </a:ext>
            </a:extLst>
          </p:cNvPr>
          <p:cNvSpPr>
            <a:spLocks noGrp="1"/>
          </p:cNvSpPr>
          <p:nvPr>
            <p:ph type="ftr" sz="quarter" idx="16"/>
          </p:nvPr>
        </p:nvSpPr>
        <p:spPr/>
        <p:txBody>
          <a:bodyPr/>
          <a:lstStyle/>
          <a:p>
            <a:r>
              <a:rPr lang="en-US">
                <a:cs typeface="DIN-Light"/>
              </a:rPr>
              <a:t>CS Agentic Development</a:t>
            </a:r>
            <a:endParaRPr lang="en-US"/>
          </a:p>
        </p:txBody>
      </p:sp>
    </p:spTree>
    <p:extLst>
      <p:ext uri="{BB962C8B-B14F-4D97-AF65-F5344CB8AC3E}">
        <p14:creationId xmlns:p14="http://schemas.microsoft.com/office/powerpoint/2010/main" val="382119307"/>
      </p:ext>
    </p:extLst>
  </p:cSld>
  <p:clrMapOvr>
    <a:masterClrMapping/>
  </p:clrMapOvr>
  <p:extLst>
    <p:ext uri="{DCECCB84-F9BA-43D5-87BE-67443E8EF086}">
      <p15:sldGuideLst xmlns:p15="http://schemas.microsoft.com/office/powerpoint/2012/main">
        <p15:guide id="1" orient="horz" pos="3552">
          <p15:clr>
            <a:srgbClr val="FBAE40"/>
          </p15:clr>
        </p15:guide>
        <p15:guide id="2" orient="horz" pos="3144">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ollins Content: 1 column">
    <p:spTree>
      <p:nvGrpSpPr>
        <p:cNvPr id="1" name=""/>
        <p:cNvGrpSpPr/>
        <p:nvPr/>
      </p:nvGrpSpPr>
      <p:grpSpPr>
        <a:xfrm>
          <a:off x="0" y="0"/>
          <a:ext cx="0" cy="0"/>
          <a:chOff x="0" y="0"/>
          <a:chExt cx="0" cy="0"/>
        </a:xfrm>
      </p:grpSpPr>
      <p:sp>
        <p:nvSpPr>
          <p:cNvPr id="31" name="Body"/>
          <p:cNvSpPr>
            <a:spLocks noGrp="1"/>
          </p:cNvSpPr>
          <p:nvPr>
            <p:ph type="body" sz="quarter" idx="13" hasCustomPrompt="1"/>
          </p:nvPr>
        </p:nvSpPr>
        <p:spPr>
          <a:xfrm>
            <a:off x="685799" y="1475700"/>
            <a:ext cx="10829543" cy="3782798"/>
          </a:xfrm>
          <a:noFill/>
        </p:spPr>
        <p:txBody>
          <a:bodyPr/>
          <a:lstStyle>
            <a:lvl1pPr marL="219456" indent="-219456" algn="l" defTabSz="914400" rtl="0" eaLnBrk="1" latinLnBrk="0" hangingPunct="1">
              <a:lnSpc>
                <a:spcPct val="100000"/>
              </a:lnSpc>
              <a:spcBef>
                <a:spcPts val="0"/>
              </a:spcBef>
              <a:spcAft>
                <a:spcPts val="600"/>
              </a:spcAft>
              <a:buClr>
                <a:srgbClr val="CE1126"/>
              </a:buClr>
              <a:buSzPct val="75000"/>
              <a:buFont typeface="Arial" panose="020B0604020202020204" pitchFamily="34" charset="0"/>
              <a:buChar char="•"/>
              <a:defRPr lang="en-US" sz="2200" kern="1200" baseline="0" dirty="0" smtClean="0">
                <a:solidFill>
                  <a:schemeClr val="tx1"/>
                </a:solidFill>
                <a:latin typeface="Arial" panose="020B0604020202020204" pitchFamily="34" charset="0"/>
                <a:ea typeface="+mn-ea"/>
                <a:cs typeface="+mn-cs"/>
              </a:defRPr>
            </a:lvl1pPr>
            <a:lvl2pPr indent="-219456" algn="l" defTabSz="914400" rtl="0" eaLnBrk="1" latinLnBrk="0" hangingPunct="1">
              <a:lnSpc>
                <a:spcPct val="100000"/>
              </a:lnSpc>
              <a:spcBef>
                <a:spcPts val="0"/>
              </a:spcBef>
              <a:spcAft>
                <a:spcPts val="600"/>
              </a:spcAft>
              <a:buClr>
                <a:schemeClr val="accent1"/>
              </a:buClr>
              <a:buFont typeface="Arial" panose="020B0604020202020204" pitchFamily="34" charset="0"/>
              <a:defRPr lang="en-US" sz="2000" kern="1200" baseline="0" dirty="0" smtClean="0">
                <a:solidFill>
                  <a:schemeClr val="tx1"/>
                </a:solidFill>
                <a:latin typeface="Arial" panose="020B0604020202020204" pitchFamily="34" charset="0"/>
                <a:ea typeface="+mn-ea"/>
                <a:cs typeface="+mn-cs"/>
              </a:defRPr>
            </a:lvl2pPr>
            <a:lvl3pPr indent="-219456" algn="l" defTabSz="914400" rtl="0" eaLnBrk="1" latinLnBrk="0" hangingPunct="1">
              <a:lnSpc>
                <a:spcPct val="100000"/>
              </a:lnSpc>
              <a:spcBef>
                <a:spcPts val="0"/>
              </a:spcBef>
              <a:spcAft>
                <a:spcPts val="600"/>
              </a:spcAft>
              <a:buFont typeface="Arial" panose="020B0604020202020204" pitchFamily="34" charset="0"/>
              <a:defRPr lang="en-US" sz="1800" kern="1200" baseline="0" dirty="0" smtClean="0">
                <a:solidFill>
                  <a:schemeClr val="tx1"/>
                </a:solidFill>
                <a:latin typeface="Arial" panose="020B0604020202020204" pitchFamily="34" charset="0"/>
                <a:ea typeface="+mn-ea"/>
                <a:cs typeface="+mn-cs"/>
              </a:defRPr>
            </a:lvl3pPr>
            <a:lvl4pPr indent="-219456" algn="l" defTabSz="914400" rtl="0" eaLnBrk="1" latinLnBrk="0" hangingPunct="1">
              <a:lnSpc>
                <a:spcPct val="100000"/>
              </a:lnSpc>
              <a:spcBef>
                <a:spcPts val="0"/>
              </a:spcBef>
              <a:spcAft>
                <a:spcPts val="600"/>
              </a:spcAft>
              <a:buClr>
                <a:schemeClr val="accent1"/>
              </a:buClr>
              <a:buFont typeface="Arial" panose="020B0604020202020204" pitchFamily="34" charset="0"/>
              <a:defRPr lang="en-US" sz="1600" kern="1200" dirty="0" smtClean="0">
                <a:solidFill>
                  <a:schemeClr val="tx1"/>
                </a:solidFill>
                <a:latin typeface="+mn-lt"/>
                <a:ea typeface="+mn-ea"/>
                <a:cs typeface="+mn-cs"/>
              </a:defRPr>
            </a:lvl4pPr>
            <a:lvl5pPr indent="-219456" algn="l" defTabSz="914400" rtl="0" eaLnBrk="1" latinLnBrk="0" hangingPunct="1">
              <a:lnSpc>
                <a:spcPct val="100000"/>
              </a:lnSpc>
              <a:spcBef>
                <a:spcPts val="0"/>
              </a:spcBef>
              <a:spcAft>
                <a:spcPts val="600"/>
              </a:spcAft>
              <a:buFont typeface="Arial" panose="020B0604020202020204" pitchFamily="34" charset="0"/>
              <a:defRPr lang="en-US" sz="1600" kern="1200" dirty="0">
                <a:solidFill>
                  <a:schemeClr val="tx1"/>
                </a:solidFill>
                <a:latin typeface="+mn-lt"/>
                <a:ea typeface="+mn-ea"/>
                <a:cs typeface="+mn-cs"/>
              </a:defRPr>
            </a:lvl5pPr>
          </a:lstStyle>
          <a:p>
            <a:pPr lvl="0"/>
            <a:r>
              <a:rPr lang="en-US"/>
              <a:t>Main bullet. 22 pt. black. Regular. Sentence case.</a:t>
            </a:r>
          </a:p>
          <a:p>
            <a:pPr lvl="1"/>
            <a:r>
              <a:rPr lang="en-US"/>
              <a:t>Second level</a:t>
            </a:r>
          </a:p>
          <a:p>
            <a:pPr lvl="2"/>
            <a:r>
              <a:rPr lang="en-US"/>
              <a:t>Third level</a:t>
            </a:r>
          </a:p>
          <a:p>
            <a:pPr lvl="3"/>
            <a:r>
              <a:rPr lang="en-US"/>
              <a:t>Fourth level</a:t>
            </a:r>
          </a:p>
          <a:p>
            <a:pPr lvl="4"/>
            <a:r>
              <a:rPr lang="en-US"/>
              <a:t>Fifth level</a:t>
            </a:r>
          </a:p>
        </p:txBody>
      </p:sp>
      <p:sp>
        <p:nvSpPr>
          <p:cNvPr id="15" name="Slide number"/>
          <p:cNvSpPr>
            <a:spLocks noGrp="1"/>
          </p:cNvSpPr>
          <p:nvPr>
            <p:ph type="sldNum" sz="quarter" idx="4"/>
          </p:nvPr>
        </p:nvSpPr>
        <p:spPr>
          <a:xfrm>
            <a:off x="10983397" y="6380414"/>
            <a:ext cx="531946" cy="365125"/>
          </a:xfrm>
          <a:prstGeom prst="rect">
            <a:avLst/>
          </a:prstGeom>
        </p:spPr>
        <p:txBody>
          <a:bodyPr vert="horz" lIns="0" tIns="0" rIns="0" bIns="0" rtlCol="0" anchor="t" anchorCtr="0"/>
          <a:lstStyle>
            <a:lvl1pPr algn="r">
              <a:defRPr lang="en-US" sz="1200" kern="1200" smtClean="0">
                <a:solidFill>
                  <a:schemeClr val="tx1">
                    <a:tint val="75000"/>
                  </a:schemeClr>
                </a:solidFill>
                <a:latin typeface="+mn-lt"/>
                <a:ea typeface="+mn-ea"/>
                <a:cs typeface="+mn-cs"/>
              </a:defRPr>
            </a:lvl1pPr>
          </a:lstStyle>
          <a:p>
            <a:fld id="{07165E6F-54ED-4977-A15E-D44BE7238A65}" type="slidenum">
              <a:rPr lang="en-US" smtClean="0"/>
              <a:pPr/>
              <a:t>‹#›</a:t>
            </a:fld>
            <a:endParaRPr lang="en-US"/>
          </a:p>
        </p:txBody>
      </p:sp>
      <p:sp>
        <p:nvSpPr>
          <p:cNvPr id="6" name="Title 5"/>
          <p:cNvSpPr>
            <a:spLocks noGrp="1"/>
          </p:cNvSpPr>
          <p:nvPr>
            <p:ph type="title" hasCustomPrompt="1"/>
          </p:nvPr>
        </p:nvSpPr>
        <p:spPr>
          <a:xfrm>
            <a:off x="694944" y="514473"/>
            <a:ext cx="10811256" cy="676653"/>
          </a:xfrm>
          <a:prstGeom prst="rect">
            <a:avLst/>
          </a:prstGeom>
        </p:spPr>
        <p:txBody>
          <a:bodyPr/>
          <a:lstStyle>
            <a:lvl1pPr>
              <a:lnSpc>
                <a:spcPct val="80000"/>
              </a:lnSpc>
              <a:defRPr b="0"/>
            </a:lvl1pPr>
          </a:lstStyle>
          <a:p>
            <a:r>
              <a:rPr lang="en-US"/>
              <a:t>TITLE. 32 PT. BLACK. REGULAR. UPPERCASE. TWO LINES MAX.</a:t>
            </a:r>
          </a:p>
        </p:txBody>
      </p:sp>
      <p:sp>
        <p:nvSpPr>
          <p:cNvPr id="8" name="Takeaway bar"/>
          <p:cNvSpPr>
            <a:spLocks noGrp="1"/>
          </p:cNvSpPr>
          <p:nvPr>
            <p:ph type="body" sz="quarter" idx="15" hasCustomPrompt="1"/>
          </p:nvPr>
        </p:nvSpPr>
        <p:spPr>
          <a:xfrm>
            <a:off x="694944" y="5917569"/>
            <a:ext cx="10820399" cy="268279"/>
          </a:xfrm>
          <a:solidFill>
            <a:schemeClr val="accent1"/>
          </a:solidFill>
        </p:spPr>
        <p:txBody>
          <a:bodyPr vert="horz" wrap="square" lIns="621792" tIns="64008" rIns="621792" bIns="36576" rtlCol="0" anchor="b" anchorCtr="0">
            <a:spAutoFit/>
          </a:bodyPr>
          <a:lstStyle>
            <a:lvl1pPr marL="0" indent="0" algn="ctr" defTabSz="0">
              <a:lnSpc>
                <a:spcPts val="1300"/>
              </a:lnSpc>
              <a:spcBef>
                <a:spcPts val="0"/>
              </a:spcBef>
              <a:buFontTx/>
              <a:buNone/>
              <a:defRPr lang="en-US" sz="1600" b="1" dirty="0">
                <a:solidFill>
                  <a:schemeClr val="bg1"/>
                </a:solidFill>
                <a:latin typeface="Arial" panose="020B0604020202020204" pitchFamily="34" charset="0"/>
                <a:ea typeface="+mj-ea"/>
                <a:cs typeface="Arial" panose="020B0604020202020204" pitchFamily="34" charset="0"/>
              </a:defRPr>
            </a:lvl1pPr>
          </a:lstStyle>
          <a:p>
            <a:pPr marL="0" lvl="0" indent="0" algn="ctr">
              <a:buNone/>
            </a:pPr>
            <a:r>
              <a:rPr lang="en-US"/>
              <a:t>Optional takeaway bar. White. Bold. 16 pt. Centered. Sentence case.</a:t>
            </a:r>
          </a:p>
        </p:txBody>
      </p:sp>
    </p:spTree>
    <p:extLst>
      <p:ext uri="{BB962C8B-B14F-4D97-AF65-F5344CB8AC3E}">
        <p14:creationId xmlns:p14="http://schemas.microsoft.com/office/powerpoint/2010/main" val="1422682832"/>
      </p:ext>
    </p:extLst>
  </p:cSld>
  <p:clrMapOvr>
    <a:masterClrMapping/>
  </p:clrMapOvr>
  <p:extLst>
    <p:ext uri="{DCECCB84-F9BA-43D5-87BE-67443E8EF086}">
      <p15:sldGuideLst xmlns:p15="http://schemas.microsoft.com/office/powerpoint/2012/main"/>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ollins Content: 1 column/photo">
    <p:bg>
      <p:bgRef idx="1001">
        <a:schemeClr val="bg1"/>
      </p:bgRef>
    </p:bg>
    <p:spTree>
      <p:nvGrpSpPr>
        <p:cNvPr id="1" name=""/>
        <p:cNvGrpSpPr/>
        <p:nvPr/>
      </p:nvGrpSpPr>
      <p:grpSpPr>
        <a:xfrm>
          <a:off x="0" y="0"/>
          <a:ext cx="0" cy="0"/>
          <a:chOff x="0" y="0"/>
          <a:chExt cx="0" cy="0"/>
        </a:xfrm>
      </p:grpSpPr>
      <p:sp>
        <p:nvSpPr>
          <p:cNvPr id="31" name="Body 1"/>
          <p:cNvSpPr>
            <a:spLocks noGrp="1"/>
          </p:cNvSpPr>
          <p:nvPr>
            <p:ph type="body" sz="quarter" idx="13" hasCustomPrompt="1"/>
          </p:nvPr>
        </p:nvSpPr>
        <p:spPr>
          <a:xfrm>
            <a:off x="696433" y="2251609"/>
            <a:ext cx="3418367" cy="3539591"/>
          </a:xfrm>
          <a:noFill/>
        </p:spPr>
        <p:txBody>
          <a:bodyPr/>
          <a:lstStyle>
            <a:lvl1pPr marL="219451" indent="-219451" algn="l" defTabSz="914400" rtl="0" eaLnBrk="1" latinLnBrk="0" hangingPunct="1">
              <a:lnSpc>
                <a:spcPct val="100000"/>
              </a:lnSpc>
              <a:spcBef>
                <a:spcPct val="0"/>
              </a:spcBef>
              <a:spcAft>
                <a:spcPts val="600"/>
              </a:spcAft>
              <a:buClr>
                <a:srgbClr val="CE1126"/>
              </a:buClr>
              <a:buSzPct val="75000"/>
              <a:buFont typeface="Arial" panose="020B0604020202020204" pitchFamily="34" charset="0"/>
              <a:buChar char="•"/>
              <a:defRPr lang="en-US" sz="1800" kern="1200" dirty="0" smtClean="0">
                <a:solidFill>
                  <a:schemeClr val="tx1"/>
                </a:solidFill>
                <a:latin typeface="+mn-lt"/>
                <a:ea typeface="+mn-ea"/>
                <a:cs typeface="+mn-cs"/>
              </a:defRPr>
            </a:lvl1pPr>
            <a:lvl2pPr indent="-219456" algn="l" defTabSz="914400" rtl="0" eaLnBrk="1" latinLnBrk="0" hangingPunct="1">
              <a:lnSpc>
                <a:spcPct val="100000"/>
              </a:lnSpc>
              <a:spcBef>
                <a:spcPts val="0"/>
              </a:spcBef>
              <a:spcAft>
                <a:spcPts val="600"/>
              </a:spcAft>
              <a:buClr>
                <a:schemeClr val="accent1"/>
              </a:buClr>
              <a:buFont typeface="Arial" panose="020B0604020202020204" pitchFamily="34" charset="0"/>
              <a:defRPr lang="en-US" sz="1800" kern="1200" dirty="0" smtClean="0">
                <a:solidFill>
                  <a:schemeClr val="tx1"/>
                </a:solidFill>
                <a:latin typeface="+mn-lt"/>
                <a:ea typeface="+mn-ea"/>
                <a:cs typeface="+mn-cs"/>
              </a:defRPr>
            </a:lvl2pPr>
            <a:lvl3pPr indent="-219456" algn="l" defTabSz="914400" rtl="0" eaLnBrk="1" latinLnBrk="0" hangingPunct="1">
              <a:lnSpc>
                <a:spcPct val="100000"/>
              </a:lnSpc>
              <a:spcBef>
                <a:spcPts val="0"/>
              </a:spcBef>
              <a:spcAft>
                <a:spcPts val="600"/>
              </a:spcAft>
              <a:buFont typeface="Arial" panose="020B0604020202020204" pitchFamily="34" charset="0"/>
              <a:defRPr lang="en-US" sz="1800" kern="1200" dirty="0" smtClean="0">
                <a:solidFill>
                  <a:schemeClr val="tx1"/>
                </a:solidFill>
                <a:latin typeface="+mn-lt"/>
                <a:ea typeface="+mn-ea"/>
                <a:cs typeface="+mn-cs"/>
              </a:defRPr>
            </a:lvl3pPr>
            <a:lvl4pPr indent="-219456" algn="l" defTabSz="914400" rtl="0" eaLnBrk="1" latinLnBrk="0" hangingPunct="1">
              <a:lnSpc>
                <a:spcPct val="100000"/>
              </a:lnSpc>
              <a:spcBef>
                <a:spcPts val="0"/>
              </a:spcBef>
              <a:spcAft>
                <a:spcPts val="600"/>
              </a:spcAft>
              <a:buClr>
                <a:schemeClr val="accent1"/>
              </a:buClr>
              <a:buFont typeface="Arial" panose="020B0604020202020204" pitchFamily="34" charset="0"/>
              <a:defRPr lang="en-US" sz="1600" kern="1200" dirty="0" smtClean="0">
                <a:solidFill>
                  <a:schemeClr val="tx1"/>
                </a:solidFill>
                <a:latin typeface="+mn-lt"/>
                <a:ea typeface="+mn-ea"/>
                <a:cs typeface="+mn-cs"/>
              </a:defRPr>
            </a:lvl4pPr>
            <a:lvl5pPr indent="-219456" algn="l" defTabSz="914400" rtl="0" eaLnBrk="1" latinLnBrk="0" hangingPunct="1">
              <a:lnSpc>
                <a:spcPct val="100000"/>
              </a:lnSpc>
              <a:spcBef>
                <a:spcPts val="0"/>
              </a:spcBef>
              <a:spcAft>
                <a:spcPts val="600"/>
              </a:spcAft>
              <a:buFont typeface="Arial" panose="020B0604020202020204" pitchFamily="34" charset="0"/>
              <a:defRPr lang="en-US" sz="1600" kern="1200" dirty="0">
                <a:solidFill>
                  <a:schemeClr val="tx1"/>
                </a:solidFill>
                <a:latin typeface="+mn-lt"/>
                <a:ea typeface="+mn-ea"/>
                <a:cs typeface="+mn-cs"/>
              </a:defRPr>
            </a:lvl5pPr>
          </a:lstStyle>
          <a:p>
            <a:pPr lvl="0"/>
            <a:r>
              <a:rPr lang="en-US"/>
              <a:t>Main bullet. 18 pt. black. Regular. Sentence case.</a:t>
            </a:r>
          </a:p>
          <a:p>
            <a:pPr lvl="1"/>
            <a:r>
              <a:rPr lang="en-US"/>
              <a:t>Second level</a:t>
            </a:r>
          </a:p>
          <a:p>
            <a:pPr lvl="2"/>
            <a:r>
              <a:rPr lang="en-US"/>
              <a:t>Third level</a:t>
            </a:r>
          </a:p>
          <a:p>
            <a:pPr lvl="3"/>
            <a:r>
              <a:rPr lang="en-US"/>
              <a:t>Fourth level</a:t>
            </a:r>
          </a:p>
          <a:p>
            <a:pPr lvl="4"/>
            <a:r>
              <a:rPr lang="en-US"/>
              <a:t>Fifth level</a:t>
            </a:r>
          </a:p>
        </p:txBody>
      </p:sp>
      <p:sp>
        <p:nvSpPr>
          <p:cNvPr id="3" name="Picture Placeholder 2"/>
          <p:cNvSpPr>
            <a:spLocks noGrp="1"/>
          </p:cNvSpPr>
          <p:nvPr>
            <p:ph type="pic" sz="quarter" idx="17" hasCustomPrompt="1"/>
          </p:nvPr>
        </p:nvSpPr>
        <p:spPr>
          <a:xfrm>
            <a:off x="4381500" y="1572733"/>
            <a:ext cx="7124700" cy="4218468"/>
          </a:xfrm>
          <a:solidFill>
            <a:schemeClr val="bg2"/>
          </a:solidFill>
        </p:spPr>
        <p:txBody>
          <a:bodyPr tIns="1188720"/>
          <a:lstStyle>
            <a:lvl1pPr marL="0" indent="0" algn="ctr">
              <a:buNone/>
              <a:defRPr/>
            </a:lvl1pPr>
          </a:lstStyle>
          <a:p>
            <a:r>
              <a:rPr lang="en-US"/>
              <a:t>Click to insert photo</a:t>
            </a:r>
          </a:p>
        </p:txBody>
      </p:sp>
      <p:sp>
        <p:nvSpPr>
          <p:cNvPr id="17" name="Slide number"/>
          <p:cNvSpPr>
            <a:spLocks noGrp="1"/>
          </p:cNvSpPr>
          <p:nvPr>
            <p:ph type="sldNum" sz="quarter" idx="4"/>
          </p:nvPr>
        </p:nvSpPr>
        <p:spPr>
          <a:xfrm>
            <a:off x="10983397" y="6380414"/>
            <a:ext cx="531946" cy="365125"/>
          </a:xfrm>
          <a:prstGeom prst="rect">
            <a:avLst/>
          </a:prstGeom>
        </p:spPr>
        <p:txBody>
          <a:bodyPr vert="horz" lIns="0" tIns="0" rIns="0" bIns="0" rtlCol="0" anchor="t" anchorCtr="0"/>
          <a:lstStyle>
            <a:lvl1pPr algn="r">
              <a:defRPr lang="en-US" sz="1200" kern="1200" smtClean="0">
                <a:solidFill>
                  <a:schemeClr val="tx1">
                    <a:tint val="75000"/>
                  </a:schemeClr>
                </a:solidFill>
                <a:latin typeface="+mn-lt"/>
                <a:ea typeface="+mn-ea"/>
                <a:cs typeface="+mn-cs"/>
              </a:defRPr>
            </a:lvl1pPr>
          </a:lstStyle>
          <a:p>
            <a:fld id="{07165E6F-54ED-4977-A15E-D44BE7238A65}" type="slidenum">
              <a:rPr lang="en-US" smtClean="0"/>
              <a:pPr/>
              <a:t>‹#›</a:t>
            </a:fld>
            <a:endParaRPr lang="en-US"/>
          </a:p>
        </p:txBody>
      </p:sp>
      <p:sp>
        <p:nvSpPr>
          <p:cNvPr id="9" name="Text Placeholder 2"/>
          <p:cNvSpPr>
            <a:spLocks noGrp="1"/>
          </p:cNvSpPr>
          <p:nvPr>
            <p:ph type="body" sz="quarter" idx="21" hasCustomPrompt="1"/>
          </p:nvPr>
        </p:nvSpPr>
        <p:spPr>
          <a:xfrm>
            <a:off x="695325" y="1572733"/>
            <a:ext cx="3419475" cy="590931"/>
          </a:xfrm>
          <a:noFill/>
        </p:spPr>
        <p:txBody>
          <a:bodyPr wrap="square" bIns="91440">
            <a:spAutoFit/>
          </a:bodyPr>
          <a:lstStyle>
            <a:lvl1pPr marL="0" marR="0" indent="0" algn="l" defTabSz="914400" rtl="0" eaLnBrk="1" fontAlgn="auto" latinLnBrk="0" hangingPunct="1">
              <a:lnSpc>
                <a:spcPct val="90000"/>
              </a:lnSpc>
              <a:spcBef>
                <a:spcPts val="0"/>
              </a:spcBef>
              <a:spcAft>
                <a:spcPts val="0"/>
              </a:spcAft>
              <a:buClrTx/>
              <a:buSzPct val="115000"/>
              <a:buFont typeface="Arial" panose="020B0604020202020204" pitchFamily="34" charset="0"/>
              <a:buNone/>
              <a:tabLst/>
              <a:defRPr sz="1800" b="1" baseline="0">
                <a:solidFill>
                  <a:srgbClr val="CE1126"/>
                </a:solidFill>
              </a:defRPr>
            </a:lvl1pPr>
          </a:lstStyle>
          <a:p>
            <a:pPr marL="0" marR="0" lvl="0" indent="0" algn="l" defTabSz="914400" rtl="0" eaLnBrk="1" fontAlgn="auto" latinLnBrk="0" hangingPunct="1">
              <a:lnSpc>
                <a:spcPct val="90000"/>
              </a:lnSpc>
              <a:spcBef>
                <a:spcPts val="0"/>
              </a:spcBef>
              <a:spcAft>
                <a:spcPts val="0"/>
              </a:spcAft>
              <a:buClrTx/>
              <a:buSzPct val="115000"/>
              <a:buFont typeface="Arial" panose="020B0604020202020204" pitchFamily="34" charset="0"/>
              <a:buNone/>
              <a:tabLst/>
              <a:defRPr/>
            </a:pPr>
            <a:r>
              <a:rPr lang="en-US"/>
              <a:t>Subhead 18 pt. RTX red. Bold. Sentence case.</a:t>
            </a:r>
          </a:p>
        </p:txBody>
      </p:sp>
      <p:sp>
        <p:nvSpPr>
          <p:cNvPr id="10" name="Title 5"/>
          <p:cNvSpPr>
            <a:spLocks noGrp="1"/>
          </p:cNvSpPr>
          <p:nvPr>
            <p:ph type="title" hasCustomPrompt="1"/>
          </p:nvPr>
        </p:nvSpPr>
        <p:spPr>
          <a:xfrm>
            <a:off x="694944" y="514473"/>
            <a:ext cx="10811256" cy="676653"/>
          </a:xfrm>
          <a:prstGeom prst="rect">
            <a:avLst/>
          </a:prstGeom>
        </p:spPr>
        <p:txBody>
          <a:bodyPr/>
          <a:lstStyle>
            <a:lvl1pPr>
              <a:lnSpc>
                <a:spcPct val="80000"/>
              </a:lnSpc>
              <a:defRPr b="0" spc="300"/>
            </a:lvl1pPr>
          </a:lstStyle>
          <a:p>
            <a:r>
              <a:rPr lang="en-US"/>
              <a:t>TITLE. 32 PT. BLACK. REGULAR. UPPERCASE. TWO LINES MAX.</a:t>
            </a:r>
          </a:p>
        </p:txBody>
      </p:sp>
      <p:sp>
        <p:nvSpPr>
          <p:cNvPr id="11" name="Takeaway bar"/>
          <p:cNvSpPr>
            <a:spLocks noGrp="1"/>
          </p:cNvSpPr>
          <p:nvPr>
            <p:ph type="body" sz="quarter" idx="15" hasCustomPrompt="1"/>
          </p:nvPr>
        </p:nvSpPr>
        <p:spPr>
          <a:xfrm>
            <a:off x="694944" y="5917569"/>
            <a:ext cx="10820399" cy="268279"/>
          </a:xfrm>
          <a:solidFill>
            <a:schemeClr val="accent1"/>
          </a:solidFill>
        </p:spPr>
        <p:txBody>
          <a:bodyPr vert="horz" wrap="square" lIns="621792" tIns="64008" rIns="621792" bIns="36576" rtlCol="0" anchor="b" anchorCtr="0">
            <a:spAutoFit/>
          </a:bodyPr>
          <a:lstStyle>
            <a:lvl1pPr marL="0" indent="0" algn="ctr" defTabSz="0">
              <a:lnSpc>
                <a:spcPts val="1300"/>
              </a:lnSpc>
              <a:spcBef>
                <a:spcPts val="0"/>
              </a:spcBef>
              <a:buFontTx/>
              <a:buNone/>
              <a:defRPr lang="en-US" sz="1600" b="1" dirty="0">
                <a:solidFill>
                  <a:schemeClr val="bg1"/>
                </a:solidFill>
                <a:latin typeface="Arial" panose="020B0604020202020204" pitchFamily="34" charset="0"/>
                <a:ea typeface="+mj-ea"/>
                <a:cs typeface="Arial" panose="020B0604020202020204" pitchFamily="34" charset="0"/>
              </a:defRPr>
            </a:lvl1pPr>
          </a:lstStyle>
          <a:p>
            <a:pPr marL="0" lvl="0" indent="0" algn="ctr">
              <a:buNone/>
            </a:pPr>
            <a:r>
              <a:rPr lang="en-US"/>
              <a:t>Optional takeaway bar. White. Bold. 16 pt. Centered. Sentence case.</a:t>
            </a:r>
          </a:p>
        </p:txBody>
      </p:sp>
    </p:spTree>
    <p:extLst>
      <p:ext uri="{BB962C8B-B14F-4D97-AF65-F5344CB8AC3E}">
        <p14:creationId xmlns:p14="http://schemas.microsoft.com/office/powerpoint/2010/main" val="477869523"/>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416">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ollins Content: 1 column/subhead">
    <p:spTree>
      <p:nvGrpSpPr>
        <p:cNvPr id="1" name=""/>
        <p:cNvGrpSpPr/>
        <p:nvPr/>
      </p:nvGrpSpPr>
      <p:grpSpPr>
        <a:xfrm>
          <a:off x="0" y="0"/>
          <a:ext cx="0" cy="0"/>
          <a:chOff x="0" y="0"/>
          <a:chExt cx="0" cy="0"/>
        </a:xfrm>
      </p:grpSpPr>
      <p:sp>
        <p:nvSpPr>
          <p:cNvPr id="31" name="Body"/>
          <p:cNvSpPr>
            <a:spLocks noGrp="1"/>
          </p:cNvSpPr>
          <p:nvPr>
            <p:ph type="body" sz="quarter" idx="13" hasCustomPrompt="1"/>
          </p:nvPr>
        </p:nvSpPr>
        <p:spPr>
          <a:xfrm>
            <a:off x="685799" y="2008402"/>
            <a:ext cx="10829543" cy="3782798"/>
          </a:xfrm>
          <a:noFill/>
        </p:spPr>
        <p:txBody>
          <a:bodyPr/>
          <a:lstStyle>
            <a:lvl1pPr marL="219456" indent="-219456" algn="l" defTabSz="914400" rtl="0" eaLnBrk="1" latinLnBrk="0" hangingPunct="1">
              <a:lnSpc>
                <a:spcPct val="100000"/>
              </a:lnSpc>
              <a:spcBef>
                <a:spcPts val="0"/>
              </a:spcBef>
              <a:spcAft>
                <a:spcPts val="600"/>
              </a:spcAft>
              <a:buClr>
                <a:srgbClr val="CE1126"/>
              </a:buClr>
              <a:buSzPct val="75000"/>
              <a:buFont typeface="Arial" panose="020B0604020202020204" pitchFamily="34" charset="0"/>
              <a:buChar char="•"/>
              <a:defRPr lang="en-US" sz="2200" kern="1200" baseline="0" dirty="0" smtClean="0">
                <a:solidFill>
                  <a:schemeClr val="tx1"/>
                </a:solidFill>
                <a:latin typeface="+mn-lt"/>
                <a:ea typeface="+mn-ea"/>
                <a:cs typeface="+mn-cs"/>
              </a:defRPr>
            </a:lvl1pPr>
            <a:lvl2pPr indent="-219456" algn="l" defTabSz="914400" rtl="0" eaLnBrk="1" latinLnBrk="0" hangingPunct="1">
              <a:lnSpc>
                <a:spcPct val="100000"/>
              </a:lnSpc>
              <a:spcBef>
                <a:spcPts val="0"/>
              </a:spcBef>
              <a:spcAft>
                <a:spcPts val="600"/>
              </a:spcAft>
              <a:buClr>
                <a:schemeClr val="accent1"/>
              </a:buClr>
              <a:buFont typeface="Arial" panose="020B0604020202020204" pitchFamily="34" charset="0"/>
              <a:defRPr lang="en-US" sz="2000" kern="1200" baseline="0" dirty="0" smtClean="0">
                <a:solidFill>
                  <a:schemeClr val="tx1"/>
                </a:solidFill>
                <a:latin typeface="+mn-lt"/>
                <a:ea typeface="+mn-ea"/>
                <a:cs typeface="+mn-cs"/>
              </a:defRPr>
            </a:lvl2pPr>
            <a:lvl3pPr indent="-219456" algn="l" defTabSz="914400" rtl="0" eaLnBrk="1" latinLnBrk="0" hangingPunct="1">
              <a:lnSpc>
                <a:spcPct val="100000"/>
              </a:lnSpc>
              <a:spcBef>
                <a:spcPts val="0"/>
              </a:spcBef>
              <a:spcAft>
                <a:spcPts val="600"/>
              </a:spcAft>
              <a:buFont typeface="Arial" panose="020B0604020202020204" pitchFamily="34" charset="0"/>
              <a:defRPr lang="en-US" sz="1800" kern="1200" baseline="0" dirty="0" smtClean="0">
                <a:solidFill>
                  <a:schemeClr val="tx1"/>
                </a:solidFill>
                <a:latin typeface="+mn-lt"/>
                <a:ea typeface="+mn-ea"/>
                <a:cs typeface="+mn-cs"/>
              </a:defRPr>
            </a:lvl3pPr>
            <a:lvl4pPr indent="-219456" algn="l" defTabSz="914400" rtl="0" eaLnBrk="1" latinLnBrk="0" hangingPunct="1">
              <a:lnSpc>
                <a:spcPct val="100000"/>
              </a:lnSpc>
              <a:spcBef>
                <a:spcPts val="0"/>
              </a:spcBef>
              <a:spcAft>
                <a:spcPts val="600"/>
              </a:spcAft>
              <a:buClr>
                <a:schemeClr val="accent1"/>
              </a:buClr>
              <a:buFont typeface="Arial" panose="020B0604020202020204" pitchFamily="34" charset="0"/>
              <a:defRPr lang="en-US" sz="1600" kern="1200" baseline="0" dirty="0" smtClean="0">
                <a:solidFill>
                  <a:schemeClr val="tx1"/>
                </a:solidFill>
                <a:latin typeface="+mn-lt"/>
                <a:ea typeface="+mn-ea"/>
                <a:cs typeface="+mn-cs"/>
              </a:defRPr>
            </a:lvl4pPr>
            <a:lvl5pPr indent="-219456" algn="l" defTabSz="914400" rtl="0" eaLnBrk="1" latinLnBrk="0" hangingPunct="1">
              <a:lnSpc>
                <a:spcPct val="100000"/>
              </a:lnSpc>
              <a:spcBef>
                <a:spcPts val="0"/>
              </a:spcBef>
              <a:spcAft>
                <a:spcPts val="600"/>
              </a:spcAft>
              <a:buFont typeface="Arial" panose="020B0604020202020204" pitchFamily="34" charset="0"/>
              <a:defRPr lang="en-US" sz="1600" kern="1200" baseline="0" dirty="0">
                <a:solidFill>
                  <a:schemeClr val="tx1"/>
                </a:solidFill>
                <a:latin typeface="+mn-lt"/>
                <a:ea typeface="+mn-ea"/>
                <a:cs typeface="+mn-cs"/>
              </a:defRPr>
            </a:lvl5pPr>
          </a:lstStyle>
          <a:p>
            <a:pPr lvl="0"/>
            <a:r>
              <a:rPr lang="en-US"/>
              <a:t>Main bullet. 22 pt. Black. Sentence case.</a:t>
            </a:r>
          </a:p>
          <a:p>
            <a:pPr lvl="1"/>
            <a:r>
              <a:rPr lang="en-US"/>
              <a:t>Second level</a:t>
            </a:r>
          </a:p>
          <a:p>
            <a:pPr lvl="2"/>
            <a:r>
              <a:rPr lang="en-US"/>
              <a:t>Third level</a:t>
            </a:r>
          </a:p>
          <a:p>
            <a:pPr lvl="3"/>
            <a:r>
              <a:rPr lang="en-US"/>
              <a:t>Fourth level</a:t>
            </a:r>
          </a:p>
          <a:p>
            <a:pPr lvl="4"/>
            <a:r>
              <a:rPr lang="en-US"/>
              <a:t>Fifth level</a:t>
            </a:r>
          </a:p>
        </p:txBody>
      </p:sp>
      <p:sp>
        <p:nvSpPr>
          <p:cNvPr id="3" name="Text Placeholder 2"/>
          <p:cNvSpPr>
            <a:spLocks noGrp="1"/>
          </p:cNvSpPr>
          <p:nvPr>
            <p:ph type="body" sz="quarter" idx="17" hasCustomPrompt="1"/>
          </p:nvPr>
        </p:nvSpPr>
        <p:spPr>
          <a:xfrm>
            <a:off x="685800" y="1572733"/>
            <a:ext cx="10820400" cy="341632"/>
          </a:xfrm>
          <a:noFill/>
        </p:spPr>
        <p:txBody>
          <a:bodyPr wrap="square" bIns="91440">
            <a:spAutoFit/>
          </a:bodyPr>
          <a:lstStyle>
            <a:lvl1pPr marL="0" marR="0" indent="0" algn="l" defTabSz="914400" rtl="0" eaLnBrk="1" fontAlgn="auto" latinLnBrk="0" hangingPunct="1">
              <a:lnSpc>
                <a:spcPct val="90000"/>
              </a:lnSpc>
              <a:spcBef>
                <a:spcPts val="0"/>
              </a:spcBef>
              <a:spcAft>
                <a:spcPts val="0"/>
              </a:spcAft>
              <a:buClrTx/>
              <a:buSzPct val="115000"/>
              <a:buFont typeface="Arial" panose="020B0604020202020204" pitchFamily="34" charset="0"/>
              <a:buNone/>
              <a:tabLst/>
              <a:defRPr sz="1800" b="1" baseline="0">
                <a:solidFill>
                  <a:srgbClr val="CE1126"/>
                </a:solidFill>
              </a:defRPr>
            </a:lvl1pPr>
          </a:lstStyle>
          <a:p>
            <a:pPr marL="0" marR="0" lvl="0" indent="0" algn="l" defTabSz="914400" rtl="0" eaLnBrk="1" fontAlgn="auto" latinLnBrk="0" hangingPunct="1">
              <a:lnSpc>
                <a:spcPct val="90000"/>
              </a:lnSpc>
              <a:spcBef>
                <a:spcPts val="0"/>
              </a:spcBef>
              <a:spcAft>
                <a:spcPts val="0"/>
              </a:spcAft>
              <a:buClrTx/>
              <a:buSzPct val="115000"/>
              <a:buFont typeface="Arial" panose="020B0604020202020204" pitchFamily="34" charset="0"/>
              <a:buNone/>
              <a:tabLst/>
              <a:defRPr/>
            </a:pPr>
            <a:r>
              <a:rPr lang="en-US"/>
              <a:t>Subhead 18 pt. RTX red. Bold. Sentence case.</a:t>
            </a:r>
          </a:p>
        </p:txBody>
      </p:sp>
      <p:sp>
        <p:nvSpPr>
          <p:cNvPr id="15" name="Slide number"/>
          <p:cNvSpPr>
            <a:spLocks noGrp="1"/>
          </p:cNvSpPr>
          <p:nvPr>
            <p:ph type="sldNum" sz="quarter" idx="4"/>
          </p:nvPr>
        </p:nvSpPr>
        <p:spPr>
          <a:xfrm>
            <a:off x="10983397" y="6380414"/>
            <a:ext cx="531946" cy="365125"/>
          </a:xfrm>
          <a:prstGeom prst="rect">
            <a:avLst/>
          </a:prstGeom>
        </p:spPr>
        <p:txBody>
          <a:bodyPr vert="horz" lIns="0" tIns="0" rIns="0" bIns="0" rtlCol="0" anchor="t" anchorCtr="0"/>
          <a:lstStyle>
            <a:lvl1pPr algn="r">
              <a:defRPr lang="en-US" sz="1200" kern="1200" smtClean="0">
                <a:solidFill>
                  <a:schemeClr val="tx1">
                    <a:tint val="75000"/>
                  </a:schemeClr>
                </a:solidFill>
                <a:latin typeface="+mn-lt"/>
                <a:ea typeface="+mn-ea"/>
                <a:cs typeface="+mn-cs"/>
              </a:defRPr>
            </a:lvl1pPr>
          </a:lstStyle>
          <a:p>
            <a:fld id="{07165E6F-54ED-4977-A15E-D44BE7238A65}" type="slidenum">
              <a:rPr lang="en-US" smtClean="0"/>
              <a:pPr/>
              <a:t>‹#›</a:t>
            </a:fld>
            <a:endParaRPr lang="en-US"/>
          </a:p>
        </p:txBody>
      </p:sp>
      <p:sp>
        <p:nvSpPr>
          <p:cNvPr id="6" name="Title 5"/>
          <p:cNvSpPr>
            <a:spLocks noGrp="1"/>
          </p:cNvSpPr>
          <p:nvPr>
            <p:ph type="title" hasCustomPrompt="1"/>
          </p:nvPr>
        </p:nvSpPr>
        <p:spPr>
          <a:xfrm>
            <a:off x="694944" y="514473"/>
            <a:ext cx="10811256" cy="676653"/>
          </a:xfrm>
          <a:prstGeom prst="rect">
            <a:avLst/>
          </a:prstGeom>
        </p:spPr>
        <p:txBody>
          <a:bodyPr anchor="t" anchorCtr="0"/>
          <a:lstStyle>
            <a:lvl1pPr>
              <a:lnSpc>
                <a:spcPct val="80000"/>
              </a:lnSpc>
              <a:defRPr/>
            </a:lvl1pPr>
          </a:lstStyle>
          <a:p>
            <a:r>
              <a:rPr lang="en-US"/>
              <a:t>TITLE. 32 PT. BLACK. REGULAR. UPPERCASE. TWO LINES MAX.</a:t>
            </a:r>
          </a:p>
        </p:txBody>
      </p:sp>
      <p:sp>
        <p:nvSpPr>
          <p:cNvPr id="8" name="Takeaway bar"/>
          <p:cNvSpPr>
            <a:spLocks noGrp="1"/>
          </p:cNvSpPr>
          <p:nvPr>
            <p:ph type="body" sz="quarter" idx="15" hasCustomPrompt="1"/>
          </p:nvPr>
        </p:nvSpPr>
        <p:spPr>
          <a:xfrm>
            <a:off x="694944" y="5917569"/>
            <a:ext cx="10820399" cy="268279"/>
          </a:xfrm>
          <a:solidFill>
            <a:schemeClr val="accent1"/>
          </a:solidFill>
        </p:spPr>
        <p:txBody>
          <a:bodyPr vert="horz" wrap="square" lIns="621792" tIns="64008" rIns="621792" bIns="36576" rtlCol="0" anchor="b" anchorCtr="0">
            <a:spAutoFit/>
          </a:bodyPr>
          <a:lstStyle>
            <a:lvl1pPr marL="0" indent="0" algn="ctr" defTabSz="0">
              <a:lnSpc>
                <a:spcPts val="1300"/>
              </a:lnSpc>
              <a:spcBef>
                <a:spcPts val="0"/>
              </a:spcBef>
              <a:buFontTx/>
              <a:buNone/>
              <a:defRPr lang="en-US" sz="1600" b="1" dirty="0">
                <a:solidFill>
                  <a:schemeClr val="bg1"/>
                </a:solidFill>
                <a:latin typeface="Arial" panose="020B0604020202020204" pitchFamily="34" charset="0"/>
                <a:ea typeface="+mj-ea"/>
                <a:cs typeface="Arial" panose="020B0604020202020204" pitchFamily="34" charset="0"/>
              </a:defRPr>
            </a:lvl1pPr>
          </a:lstStyle>
          <a:p>
            <a:pPr marL="0" lvl="0" indent="0" algn="ctr">
              <a:buNone/>
            </a:pPr>
            <a:r>
              <a:rPr lang="en-US"/>
              <a:t>Optional takeaway bar. White. Bold. 16 pt. Centered. Sentence case.</a:t>
            </a:r>
          </a:p>
        </p:txBody>
      </p:sp>
    </p:spTree>
    <p:extLst>
      <p:ext uri="{BB962C8B-B14F-4D97-AF65-F5344CB8AC3E}">
        <p14:creationId xmlns:p14="http://schemas.microsoft.com/office/powerpoint/2010/main" val="2884521800"/>
      </p:ext>
    </p:extLst>
  </p:cSld>
  <p:clrMapOvr>
    <a:masterClrMapping/>
  </p:clrMapOvr>
  <p:extLst>
    <p:ext uri="{DCECCB84-F9BA-43D5-87BE-67443E8EF086}">
      <p15:sldGuideLst xmlns:p15="http://schemas.microsoft.com/office/powerpoint/2012/main"/>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ollins Content: 2 column">
    <p:spTree>
      <p:nvGrpSpPr>
        <p:cNvPr id="1" name=""/>
        <p:cNvGrpSpPr/>
        <p:nvPr/>
      </p:nvGrpSpPr>
      <p:grpSpPr>
        <a:xfrm>
          <a:off x="0" y="0"/>
          <a:ext cx="0" cy="0"/>
          <a:chOff x="0" y="0"/>
          <a:chExt cx="0" cy="0"/>
        </a:xfrm>
      </p:grpSpPr>
      <p:sp>
        <p:nvSpPr>
          <p:cNvPr id="13" name="Body 2"/>
          <p:cNvSpPr>
            <a:spLocks noGrp="1"/>
          </p:cNvSpPr>
          <p:nvPr>
            <p:ph type="body" sz="quarter" idx="17" hasCustomPrompt="1"/>
          </p:nvPr>
        </p:nvSpPr>
        <p:spPr>
          <a:xfrm>
            <a:off x="6258629" y="2068033"/>
            <a:ext cx="5247571" cy="3723167"/>
          </a:xfrm>
          <a:noFill/>
        </p:spPr>
        <p:txBody>
          <a:bodyPr rIns="182880"/>
          <a:lstStyle>
            <a:lvl1pPr marL="219456" indent="-219451" algn="l" defTabSz="914400" rtl="0" eaLnBrk="1" latinLnBrk="0" hangingPunct="1">
              <a:lnSpc>
                <a:spcPct val="100000"/>
              </a:lnSpc>
              <a:spcBef>
                <a:spcPct val="0"/>
              </a:spcBef>
              <a:spcAft>
                <a:spcPts val="600"/>
              </a:spcAft>
              <a:buClr>
                <a:srgbClr val="CE1126"/>
              </a:buClr>
              <a:buSzPct val="75000"/>
              <a:buFont typeface="Arial" panose="020B0604020202020204" pitchFamily="34" charset="0"/>
              <a:buChar char="•"/>
              <a:defRPr lang="en-US" sz="1800" kern="1200" dirty="0" smtClean="0">
                <a:solidFill>
                  <a:schemeClr val="tx1"/>
                </a:solidFill>
                <a:latin typeface="+mn-lt"/>
                <a:ea typeface="+mn-ea"/>
                <a:cs typeface="+mn-cs"/>
              </a:defRPr>
            </a:lvl1pPr>
            <a:lvl2pPr indent="-219456" algn="l" defTabSz="914400" rtl="0" eaLnBrk="1" latinLnBrk="0" hangingPunct="1">
              <a:lnSpc>
                <a:spcPct val="100000"/>
              </a:lnSpc>
              <a:spcBef>
                <a:spcPts val="0"/>
              </a:spcBef>
              <a:spcAft>
                <a:spcPts val="600"/>
              </a:spcAft>
              <a:buClr>
                <a:schemeClr val="accent1"/>
              </a:buClr>
              <a:buFont typeface="Arial" panose="020B0604020202020204" pitchFamily="34" charset="0"/>
              <a:defRPr lang="en-US" sz="1800" kern="1200" dirty="0" smtClean="0">
                <a:solidFill>
                  <a:schemeClr val="tx1"/>
                </a:solidFill>
                <a:latin typeface="+mn-lt"/>
                <a:ea typeface="+mn-ea"/>
                <a:cs typeface="+mn-cs"/>
              </a:defRPr>
            </a:lvl2pPr>
            <a:lvl3pPr indent="-219456" algn="l" defTabSz="914400" rtl="0" eaLnBrk="1" latinLnBrk="0" hangingPunct="1">
              <a:lnSpc>
                <a:spcPct val="100000"/>
              </a:lnSpc>
              <a:spcBef>
                <a:spcPts val="0"/>
              </a:spcBef>
              <a:spcAft>
                <a:spcPts val="600"/>
              </a:spcAft>
              <a:buFont typeface="Arial" panose="020B0604020202020204" pitchFamily="34" charset="0"/>
              <a:defRPr lang="en-US" sz="1600" kern="1200" dirty="0" smtClean="0">
                <a:solidFill>
                  <a:schemeClr val="tx1"/>
                </a:solidFill>
                <a:latin typeface="+mn-lt"/>
                <a:ea typeface="+mn-ea"/>
                <a:cs typeface="+mn-cs"/>
              </a:defRPr>
            </a:lvl3pPr>
            <a:lvl4pPr indent="-219456" algn="l" defTabSz="914400" rtl="0" eaLnBrk="1" latinLnBrk="0" hangingPunct="1">
              <a:lnSpc>
                <a:spcPct val="100000"/>
              </a:lnSpc>
              <a:spcBef>
                <a:spcPts val="0"/>
              </a:spcBef>
              <a:spcAft>
                <a:spcPts val="600"/>
              </a:spcAft>
              <a:buClr>
                <a:schemeClr val="accent1"/>
              </a:buClr>
              <a:buFont typeface="Arial" panose="020B0604020202020204" pitchFamily="34" charset="0"/>
              <a:defRPr lang="en-US" sz="1600" kern="1200" dirty="0" smtClean="0">
                <a:solidFill>
                  <a:schemeClr val="tx1"/>
                </a:solidFill>
                <a:latin typeface="+mn-lt"/>
                <a:ea typeface="+mn-ea"/>
                <a:cs typeface="+mn-cs"/>
              </a:defRPr>
            </a:lvl4pPr>
            <a:lvl5pPr indent="-219456" algn="l" defTabSz="914400" rtl="0" eaLnBrk="1" latinLnBrk="0" hangingPunct="1">
              <a:lnSpc>
                <a:spcPct val="100000"/>
              </a:lnSpc>
              <a:spcBef>
                <a:spcPts val="0"/>
              </a:spcBef>
              <a:spcAft>
                <a:spcPts val="600"/>
              </a:spcAft>
              <a:buFont typeface="Arial" panose="020B0604020202020204" pitchFamily="34" charset="0"/>
              <a:defRPr lang="en-US" sz="1600" kern="1200" dirty="0">
                <a:solidFill>
                  <a:schemeClr val="tx1"/>
                </a:solidFill>
                <a:latin typeface="+mn-lt"/>
                <a:ea typeface="+mn-ea"/>
                <a:cs typeface="+mn-cs"/>
              </a:defRPr>
            </a:lvl5pPr>
          </a:lstStyle>
          <a:p>
            <a:pPr lvl="0"/>
            <a:r>
              <a:rPr lang="en-US"/>
              <a:t>Main bullet. 18 pt. black.</a:t>
            </a:r>
          </a:p>
          <a:p>
            <a:pPr lvl="1"/>
            <a:r>
              <a:rPr lang="en-US"/>
              <a:t>Second level</a:t>
            </a:r>
          </a:p>
          <a:p>
            <a:pPr lvl="2"/>
            <a:r>
              <a:rPr lang="en-US"/>
              <a:t>Third level</a:t>
            </a:r>
          </a:p>
          <a:p>
            <a:pPr lvl="3"/>
            <a:r>
              <a:rPr lang="en-US"/>
              <a:t>Fourth level</a:t>
            </a:r>
          </a:p>
          <a:p>
            <a:pPr lvl="4"/>
            <a:r>
              <a:rPr lang="en-US"/>
              <a:t>Fifth level</a:t>
            </a:r>
          </a:p>
        </p:txBody>
      </p:sp>
      <p:sp>
        <p:nvSpPr>
          <p:cNvPr id="31" name="Body 1"/>
          <p:cNvSpPr>
            <a:spLocks noGrp="1"/>
          </p:cNvSpPr>
          <p:nvPr>
            <p:ph type="body" sz="quarter" idx="13" hasCustomPrompt="1"/>
          </p:nvPr>
        </p:nvSpPr>
        <p:spPr>
          <a:xfrm>
            <a:off x="696433" y="2068032"/>
            <a:ext cx="5247167" cy="3723167"/>
          </a:xfrm>
          <a:noFill/>
        </p:spPr>
        <p:txBody>
          <a:bodyPr rIns="182880"/>
          <a:lstStyle>
            <a:lvl1pPr marL="219456" indent="-219456" algn="l" defTabSz="914400" rtl="0" eaLnBrk="1" latinLnBrk="0" hangingPunct="1">
              <a:lnSpc>
                <a:spcPct val="100000"/>
              </a:lnSpc>
              <a:spcBef>
                <a:spcPts val="0"/>
              </a:spcBef>
              <a:spcAft>
                <a:spcPts val="600"/>
              </a:spcAft>
              <a:buFont typeface="Arial" panose="020B0604020202020204" pitchFamily="34" charset="0"/>
              <a:defRPr lang="en-US" sz="1800" kern="1200" baseline="0" dirty="0" smtClean="0">
                <a:solidFill>
                  <a:schemeClr val="tx1"/>
                </a:solidFill>
                <a:latin typeface="+mn-lt"/>
                <a:ea typeface="+mn-ea"/>
                <a:cs typeface="+mn-cs"/>
              </a:defRPr>
            </a:lvl1pPr>
            <a:lvl2pPr indent="-219456" algn="l" defTabSz="914400" rtl="0" eaLnBrk="1" latinLnBrk="0" hangingPunct="1">
              <a:lnSpc>
                <a:spcPct val="100000"/>
              </a:lnSpc>
              <a:spcBef>
                <a:spcPts val="0"/>
              </a:spcBef>
              <a:spcAft>
                <a:spcPts val="600"/>
              </a:spcAft>
              <a:buClr>
                <a:schemeClr val="accent1"/>
              </a:buClr>
              <a:buFont typeface="Arial" panose="020B0604020202020204" pitchFamily="34" charset="0"/>
              <a:defRPr lang="en-US" sz="1800" kern="1200" dirty="0" smtClean="0">
                <a:solidFill>
                  <a:schemeClr val="tx1"/>
                </a:solidFill>
                <a:latin typeface="+mn-lt"/>
                <a:ea typeface="+mn-ea"/>
                <a:cs typeface="+mn-cs"/>
              </a:defRPr>
            </a:lvl2pPr>
            <a:lvl3pPr indent="-219456" algn="l" defTabSz="914400" rtl="0" eaLnBrk="1" latinLnBrk="0" hangingPunct="1">
              <a:lnSpc>
                <a:spcPct val="100000"/>
              </a:lnSpc>
              <a:spcBef>
                <a:spcPts val="0"/>
              </a:spcBef>
              <a:spcAft>
                <a:spcPts val="600"/>
              </a:spcAft>
              <a:buFont typeface="Arial" panose="020B0604020202020204" pitchFamily="34" charset="0"/>
              <a:defRPr lang="en-US" sz="1600" kern="1200" dirty="0" smtClean="0">
                <a:solidFill>
                  <a:schemeClr val="tx1"/>
                </a:solidFill>
                <a:latin typeface="+mn-lt"/>
                <a:ea typeface="+mn-ea"/>
                <a:cs typeface="+mn-cs"/>
              </a:defRPr>
            </a:lvl3pPr>
            <a:lvl4pPr indent="-219456" algn="l" defTabSz="914400" rtl="0" eaLnBrk="1" latinLnBrk="0" hangingPunct="1">
              <a:lnSpc>
                <a:spcPct val="100000"/>
              </a:lnSpc>
              <a:spcBef>
                <a:spcPts val="0"/>
              </a:spcBef>
              <a:spcAft>
                <a:spcPts val="600"/>
              </a:spcAft>
              <a:buClr>
                <a:schemeClr val="accent1"/>
              </a:buClr>
              <a:buFont typeface="Arial" panose="020B0604020202020204" pitchFamily="34" charset="0"/>
              <a:defRPr lang="en-US" sz="1600" kern="1200" dirty="0" smtClean="0">
                <a:solidFill>
                  <a:schemeClr val="tx1"/>
                </a:solidFill>
                <a:latin typeface="+mn-lt"/>
                <a:ea typeface="+mn-ea"/>
                <a:cs typeface="+mn-cs"/>
              </a:defRPr>
            </a:lvl4pPr>
            <a:lvl5pPr indent="-219456" algn="l" defTabSz="914400" rtl="0" eaLnBrk="1" latinLnBrk="0" hangingPunct="1">
              <a:lnSpc>
                <a:spcPct val="100000"/>
              </a:lnSpc>
              <a:spcBef>
                <a:spcPts val="0"/>
              </a:spcBef>
              <a:spcAft>
                <a:spcPts val="600"/>
              </a:spcAft>
              <a:buFont typeface="Arial" panose="020B0604020202020204" pitchFamily="34" charset="0"/>
              <a:defRPr lang="en-US" sz="1600" kern="1200" dirty="0">
                <a:solidFill>
                  <a:schemeClr val="tx1"/>
                </a:solidFill>
                <a:latin typeface="+mn-lt"/>
                <a:ea typeface="+mn-ea"/>
                <a:cs typeface="+mn-cs"/>
              </a:defRPr>
            </a:lvl5pPr>
          </a:lstStyle>
          <a:p>
            <a:pPr lvl="0"/>
            <a:r>
              <a:rPr lang="en-US"/>
              <a:t>Main bullet. 18 pt. black.</a:t>
            </a:r>
          </a:p>
          <a:p>
            <a:pPr lvl="1"/>
            <a:r>
              <a:rPr lang="en-US"/>
              <a:t>Second level</a:t>
            </a:r>
          </a:p>
          <a:p>
            <a:pPr lvl="2"/>
            <a:r>
              <a:rPr lang="en-US"/>
              <a:t>Third level</a:t>
            </a:r>
          </a:p>
          <a:p>
            <a:pPr lvl="3"/>
            <a:r>
              <a:rPr lang="en-US"/>
              <a:t>Fourth level</a:t>
            </a:r>
          </a:p>
          <a:p>
            <a:pPr lvl="4"/>
            <a:r>
              <a:rPr lang="en-US"/>
              <a:t>Fifth level</a:t>
            </a:r>
          </a:p>
        </p:txBody>
      </p:sp>
      <p:sp>
        <p:nvSpPr>
          <p:cNvPr id="18" name="Slide number"/>
          <p:cNvSpPr>
            <a:spLocks noGrp="1"/>
          </p:cNvSpPr>
          <p:nvPr>
            <p:ph type="sldNum" sz="quarter" idx="4"/>
          </p:nvPr>
        </p:nvSpPr>
        <p:spPr>
          <a:xfrm>
            <a:off x="10983397" y="6380414"/>
            <a:ext cx="531946" cy="365125"/>
          </a:xfrm>
          <a:prstGeom prst="rect">
            <a:avLst/>
          </a:prstGeom>
        </p:spPr>
        <p:txBody>
          <a:bodyPr vert="horz" lIns="0" tIns="0" rIns="0" bIns="0" rtlCol="0" anchor="t" anchorCtr="0"/>
          <a:lstStyle>
            <a:lvl1pPr algn="r">
              <a:defRPr lang="en-US" sz="1200" kern="1200" smtClean="0">
                <a:solidFill>
                  <a:schemeClr val="tx1">
                    <a:tint val="75000"/>
                  </a:schemeClr>
                </a:solidFill>
                <a:latin typeface="+mn-lt"/>
                <a:ea typeface="+mn-ea"/>
                <a:cs typeface="+mn-cs"/>
              </a:defRPr>
            </a:lvl1pPr>
          </a:lstStyle>
          <a:p>
            <a:fld id="{07165E6F-54ED-4977-A15E-D44BE7238A65}" type="slidenum">
              <a:rPr lang="en-US" smtClean="0"/>
              <a:pPr/>
              <a:t>‹#›</a:t>
            </a:fld>
            <a:endParaRPr lang="en-US"/>
          </a:p>
        </p:txBody>
      </p:sp>
      <p:sp>
        <p:nvSpPr>
          <p:cNvPr id="12" name="Text Placeholder 2"/>
          <p:cNvSpPr>
            <a:spLocks noGrp="1"/>
          </p:cNvSpPr>
          <p:nvPr>
            <p:ph type="body" sz="quarter" idx="21" hasCustomPrompt="1"/>
          </p:nvPr>
        </p:nvSpPr>
        <p:spPr>
          <a:xfrm>
            <a:off x="695325" y="1572733"/>
            <a:ext cx="5248274" cy="341632"/>
          </a:xfrm>
          <a:noFill/>
        </p:spPr>
        <p:txBody>
          <a:bodyPr wrap="square" bIns="91440">
            <a:spAutoFit/>
          </a:bodyPr>
          <a:lstStyle>
            <a:lvl1pPr marL="0" marR="0" indent="0" algn="l" defTabSz="914400" rtl="0" eaLnBrk="1" fontAlgn="auto" latinLnBrk="0" hangingPunct="1">
              <a:lnSpc>
                <a:spcPct val="90000"/>
              </a:lnSpc>
              <a:spcBef>
                <a:spcPts val="0"/>
              </a:spcBef>
              <a:spcAft>
                <a:spcPts val="0"/>
              </a:spcAft>
              <a:buClrTx/>
              <a:buSzPct val="115000"/>
              <a:buFont typeface="Arial" panose="020B0604020202020204" pitchFamily="34" charset="0"/>
              <a:buNone/>
              <a:tabLst/>
              <a:defRPr sz="1800" b="1" baseline="0">
                <a:solidFill>
                  <a:schemeClr val="tx2"/>
                </a:solidFill>
              </a:defRPr>
            </a:lvl1pPr>
          </a:lstStyle>
          <a:p>
            <a:pPr marL="0" marR="0" lvl="0" indent="0" algn="l" defTabSz="914400" rtl="0" eaLnBrk="1" fontAlgn="auto" latinLnBrk="0" hangingPunct="1">
              <a:lnSpc>
                <a:spcPct val="90000"/>
              </a:lnSpc>
              <a:spcBef>
                <a:spcPts val="0"/>
              </a:spcBef>
              <a:spcAft>
                <a:spcPts val="0"/>
              </a:spcAft>
              <a:buClrTx/>
              <a:buSzPct val="115000"/>
              <a:buFont typeface="Arial" panose="020B0604020202020204" pitchFamily="34" charset="0"/>
              <a:buNone/>
              <a:tabLst/>
              <a:defRPr/>
            </a:pPr>
            <a:r>
              <a:rPr lang="en-US"/>
              <a:t>Subhead 18 pt. RTX red. Bold. Sentence case.</a:t>
            </a:r>
          </a:p>
        </p:txBody>
      </p:sp>
      <p:sp>
        <p:nvSpPr>
          <p:cNvPr id="14" name="Text Placeholder 2"/>
          <p:cNvSpPr>
            <a:spLocks noGrp="1"/>
          </p:cNvSpPr>
          <p:nvPr>
            <p:ph type="body" sz="quarter" idx="22" hasCustomPrompt="1"/>
          </p:nvPr>
        </p:nvSpPr>
        <p:spPr>
          <a:xfrm>
            <a:off x="6248400" y="1572733"/>
            <a:ext cx="5248274" cy="341632"/>
          </a:xfrm>
          <a:noFill/>
        </p:spPr>
        <p:txBody>
          <a:bodyPr wrap="square" bIns="91440">
            <a:spAutoFit/>
          </a:bodyPr>
          <a:lstStyle>
            <a:lvl1pPr marL="0" marR="0" indent="0" algn="l" defTabSz="914400" rtl="0" eaLnBrk="1" fontAlgn="auto" latinLnBrk="0" hangingPunct="1">
              <a:lnSpc>
                <a:spcPct val="90000"/>
              </a:lnSpc>
              <a:spcBef>
                <a:spcPts val="0"/>
              </a:spcBef>
              <a:spcAft>
                <a:spcPts val="0"/>
              </a:spcAft>
              <a:buClrTx/>
              <a:buSzPct val="115000"/>
              <a:buFont typeface="Arial" panose="020B0604020202020204" pitchFamily="34" charset="0"/>
              <a:buNone/>
              <a:tabLst/>
              <a:defRPr sz="1800" b="1" baseline="0">
                <a:solidFill>
                  <a:schemeClr val="tx2"/>
                </a:solidFill>
              </a:defRPr>
            </a:lvl1pPr>
          </a:lstStyle>
          <a:p>
            <a:pPr marL="0" marR="0" lvl="0" indent="0" algn="l" defTabSz="914400" rtl="0" eaLnBrk="1" fontAlgn="auto" latinLnBrk="0" hangingPunct="1">
              <a:lnSpc>
                <a:spcPct val="90000"/>
              </a:lnSpc>
              <a:spcBef>
                <a:spcPts val="0"/>
              </a:spcBef>
              <a:spcAft>
                <a:spcPts val="0"/>
              </a:spcAft>
              <a:buClrTx/>
              <a:buSzPct val="115000"/>
              <a:buFont typeface="Arial" panose="020B0604020202020204" pitchFamily="34" charset="0"/>
              <a:buNone/>
              <a:tabLst/>
              <a:defRPr/>
            </a:pPr>
            <a:r>
              <a:rPr lang="en-US"/>
              <a:t>Subhead 18 pt. RTX red. Bold. Sentence case.</a:t>
            </a:r>
          </a:p>
        </p:txBody>
      </p:sp>
      <p:sp>
        <p:nvSpPr>
          <p:cNvPr id="15" name="Title 5"/>
          <p:cNvSpPr>
            <a:spLocks noGrp="1"/>
          </p:cNvSpPr>
          <p:nvPr>
            <p:ph type="title" hasCustomPrompt="1"/>
          </p:nvPr>
        </p:nvSpPr>
        <p:spPr>
          <a:xfrm>
            <a:off x="694944" y="514473"/>
            <a:ext cx="10811256" cy="676653"/>
          </a:xfrm>
          <a:prstGeom prst="rect">
            <a:avLst/>
          </a:prstGeom>
        </p:spPr>
        <p:txBody>
          <a:bodyPr/>
          <a:lstStyle>
            <a:lvl1pPr>
              <a:lnSpc>
                <a:spcPct val="80000"/>
              </a:lnSpc>
              <a:defRPr/>
            </a:lvl1pPr>
          </a:lstStyle>
          <a:p>
            <a:r>
              <a:rPr lang="en-US"/>
              <a:t>TITLE. 32 PT. BLACK. REGULAR. UPPERCASE. TWO LINES MAX.</a:t>
            </a:r>
          </a:p>
        </p:txBody>
      </p:sp>
      <p:sp>
        <p:nvSpPr>
          <p:cNvPr id="9" name="Takeaway bar"/>
          <p:cNvSpPr>
            <a:spLocks noGrp="1"/>
          </p:cNvSpPr>
          <p:nvPr>
            <p:ph type="body" sz="quarter" idx="15" hasCustomPrompt="1"/>
          </p:nvPr>
        </p:nvSpPr>
        <p:spPr>
          <a:xfrm>
            <a:off x="694944" y="5917569"/>
            <a:ext cx="10820399" cy="268279"/>
          </a:xfrm>
          <a:solidFill>
            <a:schemeClr val="accent1"/>
          </a:solidFill>
        </p:spPr>
        <p:txBody>
          <a:bodyPr vert="horz" wrap="square" lIns="621792" tIns="64008" rIns="621792" bIns="36576" rtlCol="0" anchor="b" anchorCtr="0">
            <a:spAutoFit/>
          </a:bodyPr>
          <a:lstStyle>
            <a:lvl1pPr marL="0" indent="0" algn="ctr" defTabSz="0">
              <a:lnSpc>
                <a:spcPts val="1300"/>
              </a:lnSpc>
              <a:spcBef>
                <a:spcPts val="0"/>
              </a:spcBef>
              <a:buFontTx/>
              <a:buNone/>
              <a:defRPr lang="en-US" sz="1600" b="1" dirty="0">
                <a:solidFill>
                  <a:schemeClr val="bg1"/>
                </a:solidFill>
                <a:latin typeface="Arial" panose="020B0604020202020204" pitchFamily="34" charset="0"/>
                <a:ea typeface="+mj-ea"/>
                <a:cs typeface="Arial" panose="020B0604020202020204" pitchFamily="34" charset="0"/>
              </a:defRPr>
            </a:lvl1pPr>
          </a:lstStyle>
          <a:p>
            <a:pPr marL="0" lvl="0" indent="0" algn="ctr">
              <a:buNone/>
            </a:pPr>
            <a:r>
              <a:rPr lang="en-US"/>
              <a:t>Optional takeaway bar. White. Bold. 16 pt. Centered. Sentence case.</a:t>
            </a:r>
          </a:p>
        </p:txBody>
      </p:sp>
    </p:spTree>
    <p:extLst>
      <p:ext uri="{BB962C8B-B14F-4D97-AF65-F5344CB8AC3E}">
        <p14:creationId xmlns:p14="http://schemas.microsoft.com/office/powerpoint/2010/main" val="203194400"/>
      </p:ext>
    </p:extLst>
  </p:cSld>
  <p:clrMapOvr>
    <a:masterClrMapping/>
  </p:clrMapOvr>
  <p:extLst>
    <p:ext uri="{DCECCB84-F9BA-43D5-87BE-67443E8EF086}">
      <p15:sldGuideLst xmlns:p15="http://schemas.microsoft.com/office/powerpoint/2012/main">
        <p15:guide id="1" orient="horz" pos="1296">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Collins Content: 3 column">
    <p:spTree>
      <p:nvGrpSpPr>
        <p:cNvPr id="1" name=""/>
        <p:cNvGrpSpPr/>
        <p:nvPr/>
      </p:nvGrpSpPr>
      <p:grpSpPr>
        <a:xfrm>
          <a:off x="0" y="0"/>
          <a:ext cx="0" cy="0"/>
          <a:chOff x="0" y="0"/>
          <a:chExt cx="0" cy="0"/>
        </a:xfrm>
      </p:grpSpPr>
      <p:sp>
        <p:nvSpPr>
          <p:cNvPr id="13" name="Body 3"/>
          <p:cNvSpPr>
            <a:spLocks noGrp="1"/>
          </p:cNvSpPr>
          <p:nvPr>
            <p:ph type="body" sz="quarter" idx="18" hasCustomPrompt="1"/>
          </p:nvPr>
        </p:nvSpPr>
        <p:spPr>
          <a:xfrm>
            <a:off x="8092684" y="2258533"/>
            <a:ext cx="3413515" cy="3532667"/>
          </a:xfrm>
          <a:noFill/>
        </p:spPr>
        <p:txBody>
          <a:bodyPr rIns="182880"/>
          <a:lstStyle>
            <a:lvl1pPr marL="219451" indent="-219451" algn="l" defTabSz="914400" rtl="0" eaLnBrk="1" latinLnBrk="0" hangingPunct="1">
              <a:lnSpc>
                <a:spcPct val="100000"/>
              </a:lnSpc>
              <a:spcBef>
                <a:spcPct val="0"/>
              </a:spcBef>
              <a:spcAft>
                <a:spcPts val="600"/>
              </a:spcAft>
              <a:buClr>
                <a:srgbClr val="CE1126"/>
              </a:buClr>
              <a:buSzPct val="75000"/>
              <a:buFont typeface="Arial" panose="020B0604020202020204" pitchFamily="34" charset="0"/>
              <a:buChar char="•"/>
              <a:defRPr lang="en-US" sz="1800" kern="1200" dirty="0" smtClean="0">
                <a:solidFill>
                  <a:schemeClr val="tx1"/>
                </a:solidFill>
                <a:latin typeface="+mn-lt"/>
                <a:ea typeface="+mn-ea"/>
                <a:cs typeface="+mn-cs"/>
              </a:defRPr>
            </a:lvl1pPr>
            <a:lvl2pPr indent="-219456" algn="l" defTabSz="914400" rtl="0" eaLnBrk="1" latinLnBrk="0" hangingPunct="1">
              <a:lnSpc>
                <a:spcPct val="100000"/>
              </a:lnSpc>
              <a:spcBef>
                <a:spcPts val="0"/>
              </a:spcBef>
              <a:spcAft>
                <a:spcPts val="600"/>
              </a:spcAft>
              <a:buClr>
                <a:schemeClr val="accent1"/>
              </a:buClr>
              <a:buFont typeface="Arial" panose="020B0604020202020204" pitchFamily="34" charset="0"/>
              <a:defRPr lang="en-US" sz="1800" kern="1200" dirty="0" smtClean="0">
                <a:solidFill>
                  <a:schemeClr val="tx1"/>
                </a:solidFill>
                <a:latin typeface="+mn-lt"/>
                <a:ea typeface="+mn-ea"/>
                <a:cs typeface="+mn-cs"/>
              </a:defRPr>
            </a:lvl2pPr>
            <a:lvl3pPr indent="-219456" algn="l" defTabSz="914400" rtl="0" eaLnBrk="1" latinLnBrk="0" hangingPunct="1">
              <a:lnSpc>
                <a:spcPct val="100000"/>
              </a:lnSpc>
              <a:spcBef>
                <a:spcPts val="0"/>
              </a:spcBef>
              <a:spcAft>
                <a:spcPts val="600"/>
              </a:spcAft>
              <a:buFont typeface="Arial" panose="020B0604020202020204" pitchFamily="34" charset="0"/>
              <a:defRPr lang="en-US" sz="1800" kern="1200" dirty="0" smtClean="0">
                <a:solidFill>
                  <a:schemeClr val="tx1"/>
                </a:solidFill>
                <a:latin typeface="+mn-lt"/>
                <a:ea typeface="+mn-ea"/>
                <a:cs typeface="+mn-cs"/>
              </a:defRPr>
            </a:lvl3pPr>
            <a:lvl4pPr indent="-219456" algn="l" defTabSz="914400" rtl="0" eaLnBrk="1" latinLnBrk="0" hangingPunct="1">
              <a:lnSpc>
                <a:spcPct val="100000"/>
              </a:lnSpc>
              <a:spcBef>
                <a:spcPts val="0"/>
              </a:spcBef>
              <a:spcAft>
                <a:spcPts val="600"/>
              </a:spcAft>
              <a:buClr>
                <a:schemeClr val="accent1"/>
              </a:buClr>
              <a:buFont typeface="Arial" panose="020B0604020202020204" pitchFamily="34" charset="0"/>
              <a:defRPr lang="en-US" sz="1800" kern="1200" dirty="0" smtClean="0">
                <a:solidFill>
                  <a:schemeClr val="tx1"/>
                </a:solidFill>
                <a:latin typeface="+mn-lt"/>
                <a:ea typeface="+mn-ea"/>
                <a:cs typeface="+mn-cs"/>
              </a:defRPr>
            </a:lvl4pPr>
            <a:lvl5pPr indent="-219456" algn="l" defTabSz="914400" rtl="0" eaLnBrk="1" latinLnBrk="0" hangingPunct="1">
              <a:lnSpc>
                <a:spcPct val="100000"/>
              </a:lnSpc>
              <a:spcBef>
                <a:spcPts val="0"/>
              </a:spcBef>
              <a:spcAft>
                <a:spcPts val="600"/>
              </a:spcAft>
              <a:buFont typeface="Arial" panose="020B0604020202020204" pitchFamily="34" charset="0"/>
              <a:defRPr lang="en-US" sz="1800" kern="1200" dirty="0">
                <a:solidFill>
                  <a:schemeClr val="tx1"/>
                </a:solidFill>
                <a:latin typeface="+mn-lt"/>
                <a:ea typeface="+mn-ea"/>
                <a:cs typeface="+mn-cs"/>
              </a:defRPr>
            </a:lvl5pPr>
          </a:lstStyle>
          <a:p>
            <a:pPr lvl="0"/>
            <a:r>
              <a:rPr lang="en-US"/>
              <a:t>Main bullet. 18 pt. black.</a:t>
            </a:r>
          </a:p>
          <a:p>
            <a:pPr lvl="1"/>
            <a:r>
              <a:rPr lang="en-US"/>
              <a:t>Second level</a:t>
            </a:r>
          </a:p>
          <a:p>
            <a:pPr lvl="2"/>
            <a:r>
              <a:rPr lang="en-US"/>
              <a:t>Third level</a:t>
            </a:r>
          </a:p>
          <a:p>
            <a:pPr lvl="3"/>
            <a:r>
              <a:rPr lang="en-US"/>
              <a:t>Fourth level</a:t>
            </a:r>
          </a:p>
          <a:p>
            <a:pPr lvl="4"/>
            <a:r>
              <a:rPr lang="en-US"/>
              <a:t>Fifth level</a:t>
            </a:r>
          </a:p>
        </p:txBody>
      </p:sp>
      <p:sp>
        <p:nvSpPr>
          <p:cNvPr id="12" name="Body 2"/>
          <p:cNvSpPr>
            <a:spLocks noGrp="1"/>
          </p:cNvSpPr>
          <p:nvPr>
            <p:ph type="body" sz="quarter" idx="17" hasCustomPrompt="1"/>
          </p:nvPr>
        </p:nvSpPr>
        <p:spPr>
          <a:xfrm>
            <a:off x="4396984" y="2258533"/>
            <a:ext cx="3413516" cy="3532667"/>
          </a:xfrm>
          <a:noFill/>
        </p:spPr>
        <p:txBody>
          <a:bodyPr rIns="182880"/>
          <a:lstStyle>
            <a:lvl1pPr marL="219451" indent="-219451" algn="l" defTabSz="914400" rtl="0" eaLnBrk="1" latinLnBrk="0" hangingPunct="1">
              <a:lnSpc>
                <a:spcPct val="100000"/>
              </a:lnSpc>
              <a:spcBef>
                <a:spcPct val="0"/>
              </a:spcBef>
              <a:spcAft>
                <a:spcPts val="600"/>
              </a:spcAft>
              <a:buClr>
                <a:srgbClr val="CE1126"/>
              </a:buClr>
              <a:buSzPct val="75000"/>
              <a:buFont typeface="Arial" panose="020B0604020202020204" pitchFamily="34" charset="0"/>
              <a:buChar char="•"/>
              <a:defRPr lang="en-US" sz="1800" kern="1200" dirty="0" smtClean="0">
                <a:solidFill>
                  <a:schemeClr val="tx1"/>
                </a:solidFill>
                <a:latin typeface="+mn-lt"/>
                <a:ea typeface="+mn-ea"/>
                <a:cs typeface="+mn-cs"/>
              </a:defRPr>
            </a:lvl1pPr>
            <a:lvl2pPr indent="-219456" algn="l" defTabSz="914400" rtl="0" eaLnBrk="1" latinLnBrk="0" hangingPunct="1">
              <a:lnSpc>
                <a:spcPct val="100000"/>
              </a:lnSpc>
              <a:spcBef>
                <a:spcPts val="0"/>
              </a:spcBef>
              <a:spcAft>
                <a:spcPts val="600"/>
              </a:spcAft>
              <a:buClr>
                <a:schemeClr val="accent1"/>
              </a:buClr>
              <a:buFont typeface="Arial" panose="020B0604020202020204" pitchFamily="34" charset="0"/>
              <a:defRPr lang="en-US" sz="1800" kern="1200" dirty="0" smtClean="0">
                <a:solidFill>
                  <a:schemeClr val="tx1"/>
                </a:solidFill>
                <a:latin typeface="+mn-lt"/>
                <a:ea typeface="+mn-ea"/>
                <a:cs typeface="+mn-cs"/>
              </a:defRPr>
            </a:lvl2pPr>
            <a:lvl3pPr indent="-219456" algn="l" defTabSz="914400" rtl="0" eaLnBrk="1" latinLnBrk="0" hangingPunct="1">
              <a:lnSpc>
                <a:spcPct val="100000"/>
              </a:lnSpc>
              <a:spcBef>
                <a:spcPts val="0"/>
              </a:spcBef>
              <a:spcAft>
                <a:spcPts val="600"/>
              </a:spcAft>
              <a:buFont typeface="Arial" panose="020B0604020202020204" pitchFamily="34" charset="0"/>
              <a:defRPr lang="en-US" sz="1800" kern="1200" dirty="0" smtClean="0">
                <a:solidFill>
                  <a:schemeClr val="tx1"/>
                </a:solidFill>
                <a:latin typeface="+mn-lt"/>
                <a:ea typeface="+mn-ea"/>
                <a:cs typeface="+mn-cs"/>
              </a:defRPr>
            </a:lvl3pPr>
            <a:lvl4pPr indent="-219456" algn="l" defTabSz="914400" rtl="0" eaLnBrk="1" latinLnBrk="0" hangingPunct="1">
              <a:lnSpc>
                <a:spcPct val="100000"/>
              </a:lnSpc>
              <a:spcBef>
                <a:spcPts val="0"/>
              </a:spcBef>
              <a:spcAft>
                <a:spcPts val="600"/>
              </a:spcAft>
              <a:buClr>
                <a:schemeClr val="accent1"/>
              </a:buClr>
              <a:buFont typeface="Arial" panose="020B0604020202020204" pitchFamily="34" charset="0"/>
              <a:defRPr lang="en-US" sz="1800" kern="1200" dirty="0" smtClean="0">
                <a:solidFill>
                  <a:schemeClr val="tx1"/>
                </a:solidFill>
                <a:latin typeface="+mn-lt"/>
                <a:ea typeface="+mn-ea"/>
                <a:cs typeface="+mn-cs"/>
              </a:defRPr>
            </a:lvl4pPr>
            <a:lvl5pPr indent="-219456" algn="l" defTabSz="914400" rtl="0" eaLnBrk="1" latinLnBrk="0" hangingPunct="1">
              <a:lnSpc>
                <a:spcPct val="100000"/>
              </a:lnSpc>
              <a:spcBef>
                <a:spcPts val="0"/>
              </a:spcBef>
              <a:spcAft>
                <a:spcPts val="600"/>
              </a:spcAft>
              <a:buFont typeface="Arial" panose="020B0604020202020204" pitchFamily="34" charset="0"/>
              <a:defRPr lang="en-US" sz="1800" kern="1200" dirty="0">
                <a:solidFill>
                  <a:schemeClr val="tx1"/>
                </a:solidFill>
                <a:latin typeface="+mn-lt"/>
                <a:ea typeface="+mn-ea"/>
                <a:cs typeface="+mn-cs"/>
              </a:defRPr>
            </a:lvl5pPr>
          </a:lstStyle>
          <a:p>
            <a:pPr lvl="0"/>
            <a:r>
              <a:rPr lang="en-US"/>
              <a:t>Main bullet. 18 pt. black.</a:t>
            </a:r>
          </a:p>
          <a:p>
            <a:pPr lvl="1"/>
            <a:r>
              <a:rPr lang="en-US"/>
              <a:t>Second level</a:t>
            </a:r>
          </a:p>
          <a:p>
            <a:pPr lvl="2"/>
            <a:r>
              <a:rPr lang="en-US"/>
              <a:t>Third level</a:t>
            </a:r>
          </a:p>
          <a:p>
            <a:pPr lvl="3"/>
            <a:r>
              <a:rPr lang="en-US"/>
              <a:t>Fourth level</a:t>
            </a:r>
          </a:p>
          <a:p>
            <a:pPr lvl="4"/>
            <a:r>
              <a:rPr lang="en-US"/>
              <a:t>Fifth level</a:t>
            </a:r>
          </a:p>
        </p:txBody>
      </p:sp>
      <p:sp>
        <p:nvSpPr>
          <p:cNvPr id="31" name="Body 1"/>
          <p:cNvSpPr>
            <a:spLocks noGrp="1"/>
          </p:cNvSpPr>
          <p:nvPr>
            <p:ph type="body" sz="quarter" idx="13" hasCustomPrompt="1"/>
          </p:nvPr>
        </p:nvSpPr>
        <p:spPr>
          <a:xfrm>
            <a:off x="696432" y="2258533"/>
            <a:ext cx="3418367" cy="3532667"/>
          </a:xfrm>
          <a:noFill/>
        </p:spPr>
        <p:txBody>
          <a:bodyPr rIns="182880"/>
          <a:lstStyle>
            <a:lvl1pPr marL="219451" indent="-219451" algn="l" defTabSz="914400" rtl="0" eaLnBrk="1" latinLnBrk="0" hangingPunct="1">
              <a:lnSpc>
                <a:spcPct val="100000"/>
              </a:lnSpc>
              <a:spcBef>
                <a:spcPct val="0"/>
              </a:spcBef>
              <a:spcAft>
                <a:spcPts val="600"/>
              </a:spcAft>
              <a:buClr>
                <a:srgbClr val="CE1126"/>
              </a:buClr>
              <a:buSzPct val="75000"/>
              <a:buFont typeface="Arial" panose="020B0604020202020204" pitchFamily="34" charset="0"/>
              <a:buChar char="•"/>
              <a:defRPr lang="en-US" sz="1800" kern="1200" baseline="0" dirty="0" smtClean="0">
                <a:solidFill>
                  <a:schemeClr val="tx1"/>
                </a:solidFill>
                <a:latin typeface="+mn-lt"/>
                <a:ea typeface="+mn-ea"/>
                <a:cs typeface="+mn-cs"/>
              </a:defRPr>
            </a:lvl1pPr>
            <a:lvl2pPr indent="-219456" algn="l" defTabSz="914400" rtl="0" eaLnBrk="1" latinLnBrk="0" hangingPunct="1">
              <a:lnSpc>
                <a:spcPct val="100000"/>
              </a:lnSpc>
              <a:spcBef>
                <a:spcPts val="0"/>
              </a:spcBef>
              <a:spcAft>
                <a:spcPts val="600"/>
              </a:spcAft>
              <a:buClr>
                <a:schemeClr val="accent1"/>
              </a:buClr>
              <a:buFont typeface="Arial" panose="020B0604020202020204" pitchFamily="34" charset="0"/>
              <a:defRPr lang="en-US" sz="1800" kern="1200" dirty="0" smtClean="0">
                <a:solidFill>
                  <a:schemeClr val="tx1"/>
                </a:solidFill>
                <a:latin typeface="+mn-lt"/>
                <a:ea typeface="+mn-ea"/>
                <a:cs typeface="+mn-cs"/>
              </a:defRPr>
            </a:lvl2pPr>
            <a:lvl3pPr indent="-219456" algn="l" defTabSz="914400" rtl="0" eaLnBrk="1" latinLnBrk="0" hangingPunct="1">
              <a:lnSpc>
                <a:spcPct val="100000"/>
              </a:lnSpc>
              <a:spcBef>
                <a:spcPts val="0"/>
              </a:spcBef>
              <a:spcAft>
                <a:spcPts val="600"/>
              </a:spcAft>
              <a:buFont typeface="Arial" panose="020B0604020202020204" pitchFamily="34" charset="0"/>
              <a:defRPr lang="en-US" sz="1800" kern="1200" dirty="0" smtClean="0">
                <a:solidFill>
                  <a:schemeClr val="tx1"/>
                </a:solidFill>
                <a:latin typeface="+mn-lt"/>
                <a:ea typeface="+mn-ea"/>
                <a:cs typeface="+mn-cs"/>
              </a:defRPr>
            </a:lvl3pPr>
            <a:lvl4pPr indent="-219456" algn="l" defTabSz="914400" rtl="0" eaLnBrk="1" latinLnBrk="0" hangingPunct="1">
              <a:lnSpc>
                <a:spcPct val="100000"/>
              </a:lnSpc>
              <a:spcBef>
                <a:spcPts val="0"/>
              </a:spcBef>
              <a:spcAft>
                <a:spcPts val="600"/>
              </a:spcAft>
              <a:buClr>
                <a:schemeClr val="accent1"/>
              </a:buClr>
              <a:buFont typeface="Arial" panose="020B0604020202020204" pitchFamily="34" charset="0"/>
              <a:defRPr lang="en-US" sz="1800" kern="1200" dirty="0" smtClean="0">
                <a:solidFill>
                  <a:schemeClr val="tx1"/>
                </a:solidFill>
                <a:latin typeface="+mn-lt"/>
                <a:ea typeface="+mn-ea"/>
                <a:cs typeface="+mn-cs"/>
              </a:defRPr>
            </a:lvl4pPr>
            <a:lvl5pPr indent="-219456" algn="l" defTabSz="914400" rtl="0" eaLnBrk="1" latinLnBrk="0" hangingPunct="1">
              <a:lnSpc>
                <a:spcPct val="100000"/>
              </a:lnSpc>
              <a:spcBef>
                <a:spcPts val="0"/>
              </a:spcBef>
              <a:spcAft>
                <a:spcPts val="600"/>
              </a:spcAft>
              <a:buFont typeface="Arial" panose="020B0604020202020204" pitchFamily="34" charset="0"/>
              <a:defRPr lang="en-US" sz="1800" kern="1200" dirty="0">
                <a:solidFill>
                  <a:schemeClr val="tx1"/>
                </a:solidFill>
                <a:latin typeface="+mn-lt"/>
                <a:ea typeface="+mn-ea"/>
                <a:cs typeface="+mn-cs"/>
              </a:defRPr>
            </a:lvl5pPr>
          </a:lstStyle>
          <a:p>
            <a:pPr lvl="0"/>
            <a:r>
              <a:rPr lang="en-US"/>
              <a:t>Main bullet. 18 pt. black.</a:t>
            </a:r>
          </a:p>
          <a:p>
            <a:pPr lvl="1"/>
            <a:r>
              <a:rPr lang="en-US"/>
              <a:t>Second level</a:t>
            </a:r>
          </a:p>
          <a:p>
            <a:pPr lvl="2"/>
            <a:r>
              <a:rPr lang="en-US"/>
              <a:t>Third level</a:t>
            </a:r>
          </a:p>
          <a:p>
            <a:pPr lvl="3"/>
            <a:r>
              <a:rPr lang="en-US"/>
              <a:t>Fourth level</a:t>
            </a:r>
          </a:p>
          <a:p>
            <a:pPr lvl="4"/>
            <a:r>
              <a:rPr lang="en-US"/>
              <a:t>Fifth level</a:t>
            </a:r>
          </a:p>
        </p:txBody>
      </p:sp>
      <p:sp>
        <p:nvSpPr>
          <p:cNvPr id="21" name="Slide number"/>
          <p:cNvSpPr>
            <a:spLocks noGrp="1"/>
          </p:cNvSpPr>
          <p:nvPr>
            <p:ph type="sldNum" sz="quarter" idx="4"/>
          </p:nvPr>
        </p:nvSpPr>
        <p:spPr>
          <a:xfrm>
            <a:off x="10983397" y="6380414"/>
            <a:ext cx="531946" cy="365125"/>
          </a:xfrm>
          <a:prstGeom prst="rect">
            <a:avLst/>
          </a:prstGeom>
        </p:spPr>
        <p:txBody>
          <a:bodyPr vert="horz" lIns="0" tIns="0" rIns="0" bIns="0" rtlCol="0" anchor="t" anchorCtr="0"/>
          <a:lstStyle>
            <a:lvl1pPr algn="r">
              <a:defRPr lang="en-US" sz="1200" kern="1200" smtClean="0">
                <a:solidFill>
                  <a:schemeClr val="tx1">
                    <a:tint val="75000"/>
                  </a:schemeClr>
                </a:solidFill>
                <a:latin typeface="+mn-lt"/>
                <a:ea typeface="+mn-ea"/>
                <a:cs typeface="+mn-cs"/>
              </a:defRPr>
            </a:lvl1pPr>
          </a:lstStyle>
          <a:p>
            <a:fld id="{07165E6F-54ED-4977-A15E-D44BE7238A65}" type="slidenum">
              <a:rPr lang="en-US" smtClean="0"/>
              <a:pPr/>
              <a:t>‹#›</a:t>
            </a:fld>
            <a:endParaRPr lang="en-US"/>
          </a:p>
        </p:txBody>
      </p:sp>
      <p:sp>
        <p:nvSpPr>
          <p:cNvPr id="14" name="Text Placeholder 2"/>
          <p:cNvSpPr>
            <a:spLocks noGrp="1"/>
          </p:cNvSpPr>
          <p:nvPr>
            <p:ph type="body" sz="quarter" idx="21" hasCustomPrompt="1"/>
          </p:nvPr>
        </p:nvSpPr>
        <p:spPr>
          <a:xfrm>
            <a:off x="695325" y="1572733"/>
            <a:ext cx="3419475" cy="590931"/>
          </a:xfrm>
          <a:noFill/>
        </p:spPr>
        <p:txBody>
          <a:bodyPr vert="horz" wrap="square" lIns="0" tIns="0" rIns="0" bIns="91440" rtlCol="0">
            <a:spAutoFit/>
          </a:bodyPr>
          <a:lstStyle>
            <a:lvl1pPr marL="0" marR="0" indent="0" algn="l" defTabSz="914400" rtl="0" eaLnBrk="1" fontAlgn="auto" latinLnBrk="0" hangingPunct="1">
              <a:lnSpc>
                <a:spcPct val="90000"/>
              </a:lnSpc>
              <a:spcBef>
                <a:spcPts val="0"/>
              </a:spcBef>
              <a:spcAft>
                <a:spcPts val="0"/>
              </a:spcAft>
              <a:buClrTx/>
              <a:buSzPct val="115000"/>
              <a:buFont typeface="Arial" panose="020B0604020202020204" pitchFamily="34" charset="0"/>
              <a:buNone/>
              <a:tabLst/>
              <a:defRPr lang="en-US" sz="1800" b="1" baseline="0">
                <a:solidFill>
                  <a:schemeClr val="tx2"/>
                </a:solidFill>
              </a:defRPr>
            </a:lvl1pPr>
          </a:lstStyle>
          <a:p>
            <a:pPr marL="0" marR="0" lvl="0" indent="0" algn="l" defTabSz="914400" rtl="0" eaLnBrk="1" fontAlgn="auto" latinLnBrk="0" hangingPunct="1">
              <a:lnSpc>
                <a:spcPct val="90000"/>
              </a:lnSpc>
              <a:spcBef>
                <a:spcPts val="0"/>
              </a:spcBef>
              <a:spcAft>
                <a:spcPts val="0"/>
              </a:spcAft>
              <a:buClrTx/>
              <a:buSzPct val="115000"/>
              <a:buFont typeface="Arial" panose="020B0604020202020204" pitchFamily="34" charset="0"/>
              <a:buNone/>
              <a:tabLst/>
              <a:defRPr/>
            </a:pPr>
            <a:r>
              <a:rPr lang="en-US"/>
              <a:t>Subhead 18 pt. RTX red. Bold. Sentence case.</a:t>
            </a:r>
          </a:p>
        </p:txBody>
      </p:sp>
      <p:sp>
        <p:nvSpPr>
          <p:cNvPr id="15" name="Text Placeholder 2"/>
          <p:cNvSpPr>
            <a:spLocks noGrp="1"/>
          </p:cNvSpPr>
          <p:nvPr>
            <p:ph type="body" sz="quarter" idx="23" hasCustomPrompt="1"/>
          </p:nvPr>
        </p:nvSpPr>
        <p:spPr>
          <a:xfrm>
            <a:off x="4364234" y="1572733"/>
            <a:ext cx="3419475" cy="590931"/>
          </a:xfrm>
          <a:noFill/>
        </p:spPr>
        <p:txBody>
          <a:bodyPr vert="horz" wrap="square" lIns="0" tIns="0" rIns="0" bIns="91440" rtlCol="0">
            <a:spAutoFit/>
          </a:bodyPr>
          <a:lstStyle>
            <a:lvl1pPr marL="0" marR="0" indent="0" algn="l" defTabSz="914400" rtl="0" eaLnBrk="1" fontAlgn="auto" latinLnBrk="0" hangingPunct="1">
              <a:lnSpc>
                <a:spcPct val="90000"/>
              </a:lnSpc>
              <a:spcBef>
                <a:spcPts val="0"/>
              </a:spcBef>
              <a:spcAft>
                <a:spcPts val="0"/>
              </a:spcAft>
              <a:buClrTx/>
              <a:buSzPct val="115000"/>
              <a:buFont typeface="Arial" panose="020B0604020202020204" pitchFamily="34" charset="0"/>
              <a:buNone/>
              <a:tabLst/>
              <a:defRPr lang="en-US" sz="1800" b="1" baseline="0">
                <a:solidFill>
                  <a:schemeClr val="tx2"/>
                </a:solidFill>
              </a:defRPr>
            </a:lvl1pPr>
          </a:lstStyle>
          <a:p>
            <a:pPr marL="0" marR="0" lvl="0" indent="0" algn="l" defTabSz="914400" rtl="0" eaLnBrk="1" fontAlgn="auto" latinLnBrk="0" hangingPunct="1">
              <a:lnSpc>
                <a:spcPct val="90000"/>
              </a:lnSpc>
              <a:spcBef>
                <a:spcPts val="0"/>
              </a:spcBef>
              <a:spcAft>
                <a:spcPts val="0"/>
              </a:spcAft>
              <a:buClrTx/>
              <a:buSzPct val="115000"/>
              <a:buFont typeface="Arial" panose="020B0604020202020204" pitchFamily="34" charset="0"/>
              <a:buNone/>
              <a:tabLst/>
              <a:defRPr/>
            </a:pPr>
            <a:r>
              <a:rPr lang="en-US"/>
              <a:t>Subhead 18 pt. RTX red. Bold. Sentence case.</a:t>
            </a:r>
          </a:p>
        </p:txBody>
      </p:sp>
      <p:sp>
        <p:nvSpPr>
          <p:cNvPr id="16" name="Text Placeholder 2"/>
          <p:cNvSpPr>
            <a:spLocks noGrp="1"/>
          </p:cNvSpPr>
          <p:nvPr>
            <p:ph type="body" sz="quarter" idx="24" hasCustomPrompt="1"/>
          </p:nvPr>
        </p:nvSpPr>
        <p:spPr>
          <a:xfrm>
            <a:off x="8077200" y="1572733"/>
            <a:ext cx="3419475" cy="590931"/>
          </a:xfrm>
          <a:noFill/>
        </p:spPr>
        <p:txBody>
          <a:bodyPr vert="horz" wrap="square" lIns="0" tIns="0" rIns="0" bIns="91440" rtlCol="0">
            <a:spAutoFit/>
          </a:bodyPr>
          <a:lstStyle>
            <a:lvl1pPr marL="0" marR="0" indent="0" algn="l" defTabSz="914400" rtl="0" eaLnBrk="1" fontAlgn="auto" latinLnBrk="0" hangingPunct="1">
              <a:lnSpc>
                <a:spcPct val="90000"/>
              </a:lnSpc>
              <a:spcBef>
                <a:spcPts val="0"/>
              </a:spcBef>
              <a:spcAft>
                <a:spcPts val="0"/>
              </a:spcAft>
              <a:buClrTx/>
              <a:buSzPct val="115000"/>
              <a:buFont typeface="Arial" panose="020B0604020202020204" pitchFamily="34" charset="0"/>
              <a:buNone/>
              <a:tabLst/>
              <a:defRPr lang="en-US" sz="1800" b="1" baseline="0">
                <a:solidFill>
                  <a:schemeClr val="tx2"/>
                </a:solidFill>
              </a:defRPr>
            </a:lvl1pPr>
          </a:lstStyle>
          <a:p>
            <a:pPr marL="0" marR="0" lvl="0" indent="0" algn="l" defTabSz="914400" rtl="0" eaLnBrk="1" fontAlgn="auto" latinLnBrk="0" hangingPunct="1">
              <a:lnSpc>
                <a:spcPct val="90000"/>
              </a:lnSpc>
              <a:spcBef>
                <a:spcPts val="0"/>
              </a:spcBef>
              <a:spcAft>
                <a:spcPts val="0"/>
              </a:spcAft>
              <a:buClrTx/>
              <a:buSzPct val="115000"/>
              <a:buFont typeface="Arial" panose="020B0604020202020204" pitchFamily="34" charset="0"/>
              <a:buNone/>
              <a:tabLst/>
              <a:defRPr/>
            </a:pPr>
            <a:r>
              <a:rPr lang="en-US"/>
              <a:t>Subhead 18 pt. RTX red. Bold. Sentence case.</a:t>
            </a:r>
          </a:p>
        </p:txBody>
      </p:sp>
      <p:sp>
        <p:nvSpPr>
          <p:cNvPr id="17" name="Title 5"/>
          <p:cNvSpPr>
            <a:spLocks noGrp="1"/>
          </p:cNvSpPr>
          <p:nvPr>
            <p:ph type="title" hasCustomPrompt="1"/>
          </p:nvPr>
        </p:nvSpPr>
        <p:spPr>
          <a:xfrm>
            <a:off x="694944" y="514473"/>
            <a:ext cx="10811256" cy="676653"/>
          </a:xfrm>
          <a:prstGeom prst="rect">
            <a:avLst/>
          </a:prstGeom>
        </p:spPr>
        <p:txBody>
          <a:bodyPr/>
          <a:lstStyle>
            <a:lvl1pPr>
              <a:lnSpc>
                <a:spcPct val="80000"/>
              </a:lnSpc>
              <a:defRPr/>
            </a:lvl1pPr>
          </a:lstStyle>
          <a:p>
            <a:r>
              <a:rPr lang="en-US"/>
              <a:t>TITLE. 32 PT. BLACK. REGULAR. UPPERCASE. TWO LINES MAX.</a:t>
            </a:r>
          </a:p>
        </p:txBody>
      </p:sp>
      <p:sp>
        <p:nvSpPr>
          <p:cNvPr id="11" name="Takeaway bar"/>
          <p:cNvSpPr>
            <a:spLocks noGrp="1"/>
          </p:cNvSpPr>
          <p:nvPr>
            <p:ph type="body" sz="quarter" idx="15" hasCustomPrompt="1"/>
          </p:nvPr>
        </p:nvSpPr>
        <p:spPr>
          <a:xfrm>
            <a:off x="694944" y="5917569"/>
            <a:ext cx="10820399" cy="268279"/>
          </a:xfrm>
          <a:solidFill>
            <a:schemeClr val="accent1"/>
          </a:solidFill>
        </p:spPr>
        <p:txBody>
          <a:bodyPr vert="horz" wrap="square" lIns="621792" tIns="64008" rIns="621792" bIns="36576" rtlCol="0" anchor="b" anchorCtr="0">
            <a:spAutoFit/>
          </a:bodyPr>
          <a:lstStyle>
            <a:lvl1pPr marL="0" indent="0" algn="ctr" defTabSz="0">
              <a:lnSpc>
                <a:spcPts val="1300"/>
              </a:lnSpc>
              <a:spcBef>
                <a:spcPts val="0"/>
              </a:spcBef>
              <a:buFontTx/>
              <a:buNone/>
              <a:defRPr lang="en-US" sz="1600" b="1" dirty="0">
                <a:solidFill>
                  <a:schemeClr val="bg1"/>
                </a:solidFill>
                <a:latin typeface="Arial" panose="020B0604020202020204" pitchFamily="34" charset="0"/>
                <a:ea typeface="+mj-ea"/>
                <a:cs typeface="Arial" panose="020B0604020202020204" pitchFamily="34" charset="0"/>
              </a:defRPr>
            </a:lvl1pPr>
          </a:lstStyle>
          <a:p>
            <a:pPr marL="0" lvl="0" indent="0" algn="ctr">
              <a:buNone/>
            </a:pPr>
            <a:r>
              <a:rPr lang="en-US"/>
              <a:t>Optional takeaway bar. White. Bold. 16 pt. Centered. Sentence case.</a:t>
            </a:r>
          </a:p>
        </p:txBody>
      </p:sp>
    </p:spTree>
    <p:extLst>
      <p:ext uri="{BB962C8B-B14F-4D97-AF65-F5344CB8AC3E}">
        <p14:creationId xmlns:p14="http://schemas.microsoft.com/office/powerpoint/2010/main" val="655557992"/>
      </p:ext>
    </p:extLst>
  </p:cSld>
  <p:clrMapOvr>
    <a:masterClrMapping/>
  </p:clrMapOvr>
  <p:extLst>
    <p:ext uri="{DCECCB84-F9BA-43D5-87BE-67443E8EF086}">
      <p15:sldGuideLst xmlns:p15="http://schemas.microsoft.com/office/powerpoint/2012/main">
        <p15:guide id="1" orient="horz" pos="1416">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Collins Content: 3 columns/photos">
    <p:spTree>
      <p:nvGrpSpPr>
        <p:cNvPr id="1" name=""/>
        <p:cNvGrpSpPr/>
        <p:nvPr/>
      </p:nvGrpSpPr>
      <p:grpSpPr>
        <a:xfrm>
          <a:off x="0" y="0"/>
          <a:ext cx="0" cy="0"/>
          <a:chOff x="0" y="0"/>
          <a:chExt cx="0" cy="0"/>
        </a:xfrm>
      </p:grpSpPr>
      <p:sp>
        <p:nvSpPr>
          <p:cNvPr id="3" name="Picture Placeholder 2"/>
          <p:cNvSpPr>
            <a:spLocks noGrp="1"/>
          </p:cNvSpPr>
          <p:nvPr>
            <p:ph type="pic" sz="quarter" idx="22" hasCustomPrompt="1"/>
          </p:nvPr>
        </p:nvSpPr>
        <p:spPr>
          <a:xfrm>
            <a:off x="685800" y="1312494"/>
            <a:ext cx="3429000" cy="1829708"/>
          </a:xfrm>
          <a:solidFill>
            <a:schemeClr val="bg2"/>
          </a:solidFill>
        </p:spPr>
        <p:txBody>
          <a:bodyPr tIns="365760"/>
          <a:lstStyle>
            <a:lvl1pPr marL="0" indent="0" algn="ctr">
              <a:buNone/>
              <a:defRPr sz="1800"/>
            </a:lvl1pPr>
          </a:lstStyle>
          <a:p>
            <a:r>
              <a:rPr lang="en-US"/>
              <a:t>Click to insert photo</a:t>
            </a:r>
          </a:p>
        </p:txBody>
      </p:sp>
      <p:sp>
        <p:nvSpPr>
          <p:cNvPr id="20" name="Picture Placeholder 2"/>
          <p:cNvSpPr>
            <a:spLocks noGrp="1"/>
          </p:cNvSpPr>
          <p:nvPr>
            <p:ph type="pic" sz="quarter" idx="23" hasCustomPrompt="1"/>
          </p:nvPr>
        </p:nvSpPr>
        <p:spPr>
          <a:xfrm>
            <a:off x="4381500" y="1312493"/>
            <a:ext cx="3429000" cy="1829709"/>
          </a:xfrm>
          <a:solidFill>
            <a:schemeClr val="bg2"/>
          </a:solidFill>
        </p:spPr>
        <p:txBody>
          <a:bodyPr tIns="365760"/>
          <a:lstStyle>
            <a:lvl1pPr marL="0" indent="0" algn="ctr">
              <a:buNone/>
              <a:defRPr sz="1800" baseline="0"/>
            </a:lvl1pPr>
          </a:lstStyle>
          <a:p>
            <a:r>
              <a:rPr lang="en-US"/>
              <a:t>Click to insert photo</a:t>
            </a:r>
          </a:p>
        </p:txBody>
      </p:sp>
      <p:sp>
        <p:nvSpPr>
          <p:cNvPr id="21" name="Picture Placeholder 2"/>
          <p:cNvSpPr>
            <a:spLocks noGrp="1"/>
          </p:cNvSpPr>
          <p:nvPr>
            <p:ph type="pic" sz="quarter" idx="24" hasCustomPrompt="1"/>
          </p:nvPr>
        </p:nvSpPr>
        <p:spPr>
          <a:xfrm>
            <a:off x="8077200" y="1312494"/>
            <a:ext cx="3429000" cy="1829708"/>
          </a:xfrm>
          <a:solidFill>
            <a:schemeClr val="bg2"/>
          </a:solidFill>
        </p:spPr>
        <p:txBody>
          <a:bodyPr tIns="365760"/>
          <a:lstStyle>
            <a:lvl1pPr marL="0" indent="0" algn="ctr">
              <a:buNone/>
              <a:defRPr sz="1800" baseline="0"/>
            </a:lvl1pPr>
          </a:lstStyle>
          <a:p>
            <a:r>
              <a:rPr lang="en-US"/>
              <a:t>Click to insert photo</a:t>
            </a:r>
          </a:p>
        </p:txBody>
      </p:sp>
      <p:sp>
        <p:nvSpPr>
          <p:cNvPr id="18" name="Slide number"/>
          <p:cNvSpPr>
            <a:spLocks noGrp="1"/>
          </p:cNvSpPr>
          <p:nvPr>
            <p:ph type="sldNum" sz="quarter" idx="4"/>
          </p:nvPr>
        </p:nvSpPr>
        <p:spPr>
          <a:xfrm>
            <a:off x="10983397" y="6380414"/>
            <a:ext cx="531946" cy="365125"/>
          </a:xfrm>
          <a:prstGeom prst="rect">
            <a:avLst/>
          </a:prstGeom>
        </p:spPr>
        <p:txBody>
          <a:bodyPr vert="horz" lIns="0" tIns="0" rIns="0" bIns="0" rtlCol="0" anchor="t" anchorCtr="0"/>
          <a:lstStyle>
            <a:lvl1pPr algn="r">
              <a:defRPr lang="en-US" sz="1200" kern="1200" smtClean="0">
                <a:solidFill>
                  <a:schemeClr val="tx1">
                    <a:tint val="75000"/>
                  </a:schemeClr>
                </a:solidFill>
                <a:latin typeface="+mn-lt"/>
                <a:ea typeface="+mn-ea"/>
                <a:cs typeface="+mn-cs"/>
              </a:defRPr>
            </a:lvl1pPr>
          </a:lstStyle>
          <a:p>
            <a:fld id="{07165E6F-54ED-4977-A15E-D44BE7238A65}" type="slidenum">
              <a:rPr lang="en-US" smtClean="0"/>
              <a:pPr/>
              <a:t>‹#›</a:t>
            </a:fld>
            <a:endParaRPr lang="en-US"/>
          </a:p>
        </p:txBody>
      </p:sp>
      <p:sp>
        <p:nvSpPr>
          <p:cNvPr id="39" name="Title 5"/>
          <p:cNvSpPr>
            <a:spLocks noGrp="1"/>
          </p:cNvSpPr>
          <p:nvPr>
            <p:ph type="title" hasCustomPrompt="1"/>
          </p:nvPr>
        </p:nvSpPr>
        <p:spPr>
          <a:xfrm>
            <a:off x="694944" y="514473"/>
            <a:ext cx="10811256" cy="676653"/>
          </a:xfrm>
          <a:prstGeom prst="rect">
            <a:avLst/>
          </a:prstGeom>
        </p:spPr>
        <p:txBody>
          <a:bodyPr/>
          <a:lstStyle>
            <a:lvl1pPr>
              <a:lnSpc>
                <a:spcPct val="80000"/>
              </a:lnSpc>
              <a:defRPr/>
            </a:lvl1pPr>
          </a:lstStyle>
          <a:p>
            <a:r>
              <a:rPr lang="en-US"/>
              <a:t>TITLE. 32 PT. BLACK. REGULAR. UPPERCASE. TWO LINES MAX.</a:t>
            </a:r>
          </a:p>
        </p:txBody>
      </p:sp>
      <p:sp>
        <p:nvSpPr>
          <p:cNvPr id="43" name="Body 3"/>
          <p:cNvSpPr>
            <a:spLocks noGrp="1"/>
          </p:cNvSpPr>
          <p:nvPr>
            <p:ph type="body" sz="quarter" idx="18" hasCustomPrompt="1"/>
          </p:nvPr>
        </p:nvSpPr>
        <p:spPr>
          <a:xfrm>
            <a:off x="8077200" y="3897989"/>
            <a:ext cx="3429000" cy="1829708"/>
          </a:xfrm>
          <a:noFill/>
        </p:spPr>
        <p:txBody>
          <a:bodyPr rIns="182880"/>
          <a:lstStyle>
            <a:lvl1pPr marL="219451" marR="0" indent="-219451" algn="l" defTabSz="914400" rtl="0" eaLnBrk="1" fontAlgn="auto" latinLnBrk="0" hangingPunct="1">
              <a:lnSpc>
                <a:spcPct val="100000"/>
              </a:lnSpc>
              <a:spcBef>
                <a:spcPct val="0"/>
              </a:spcBef>
              <a:spcAft>
                <a:spcPts val="600"/>
              </a:spcAft>
              <a:buClr>
                <a:srgbClr val="CE1126"/>
              </a:buClr>
              <a:buSzPct val="75000"/>
              <a:buFont typeface="Arial" panose="020B0604020202020204" pitchFamily="34" charset="0"/>
              <a:buChar char="•"/>
              <a:tabLst/>
              <a:defRPr lang="en-US" sz="1800" kern="1200">
                <a:solidFill>
                  <a:schemeClr val="tx1"/>
                </a:solidFill>
                <a:latin typeface="+mn-lt"/>
                <a:ea typeface="+mn-ea"/>
                <a:cs typeface="+mn-cs"/>
              </a:defRPr>
            </a:lvl1pPr>
            <a:lvl2pPr marL="438912" indent="-219456" algn="l" defTabSz="914400" rtl="0" eaLnBrk="1" latinLnBrk="0" hangingPunct="1">
              <a:lnSpc>
                <a:spcPct val="100000"/>
              </a:lnSpc>
              <a:spcBef>
                <a:spcPts val="0"/>
              </a:spcBef>
              <a:spcAft>
                <a:spcPts val="600"/>
              </a:spcAft>
              <a:buClr>
                <a:schemeClr val="accent1"/>
              </a:buClr>
              <a:buSzPct val="100000"/>
              <a:buFont typeface="Arial" panose="020B0604020202020204" pitchFamily="34" charset="0"/>
              <a:buChar char="–"/>
              <a:defRPr lang="en-US" sz="1800" kern="1200" dirty="0" smtClean="0">
                <a:solidFill>
                  <a:schemeClr val="tx1"/>
                </a:solidFill>
                <a:latin typeface="+mn-lt"/>
                <a:ea typeface="+mn-ea"/>
                <a:cs typeface="+mn-cs"/>
              </a:defRPr>
            </a:lvl2pPr>
            <a:lvl3pPr marL="621792" indent="-219456" algn="l" defTabSz="914400" rtl="0" eaLnBrk="1" latinLnBrk="0" hangingPunct="1">
              <a:lnSpc>
                <a:spcPct val="100000"/>
              </a:lnSpc>
              <a:spcBef>
                <a:spcPts val="0"/>
              </a:spcBef>
              <a:spcAft>
                <a:spcPts val="600"/>
              </a:spcAft>
              <a:buClr>
                <a:schemeClr val="tx2"/>
              </a:buClr>
              <a:buSzPct val="75000"/>
              <a:buFont typeface="Arial" panose="020B0604020202020204" pitchFamily="34" charset="0"/>
              <a:buChar char="•"/>
              <a:defRPr lang="en-US" sz="1800" kern="1200" dirty="0" smtClean="0">
                <a:solidFill>
                  <a:schemeClr val="tx1"/>
                </a:solidFill>
                <a:latin typeface="+mn-lt"/>
                <a:ea typeface="+mn-ea"/>
                <a:cs typeface="+mn-cs"/>
              </a:defRPr>
            </a:lvl3pPr>
            <a:lvl4pPr marL="841248" indent="-219456" algn="l" defTabSz="914400" rtl="0" eaLnBrk="1" latinLnBrk="0" hangingPunct="1">
              <a:lnSpc>
                <a:spcPct val="100000"/>
              </a:lnSpc>
              <a:spcBef>
                <a:spcPts val="0"/>
              </a:spcBef>
              <a:spcAft>
                <a:spcPts val="600"/>
              </a:spcAft>
              <a:buClr>
                <a:schemeClr val="accent1"/>
              </a:buClr>
              <a:buSzPct val="100000"/>
              <a:buFont typeface="Arial" panose="020B0604020202020204" pitchFamily="34" charset="0"/>
              <a:buChar char="–"/>
              <a:defRPr lang="en-US" sz="1800" kern="1200" dirty="0" smtClean="0">
                <a:solidFill>
                  <a:schemeClr val="tx1"/>
                </a:solidFill>
                <a:latin typeface="+mn-lt"/>
                <a:ea typeface="+mn-ea"/>
                <a:cs typeface="+mn-cs"/>
              </a:defRPr>
            </a:lvl4pPr>
            <a:lvl5pPr marL="1060704" indent="-219456" algn="l" defTabSz="914400" rtl="0" eaLnBrk="1" latinLnBrk="0" hangingPunct="1">
              <a:lnSpc>
                <a:spcPct val="100000"/>
              </a:lnSpc>
              <a:spcBef>
                <a:spcPts val="0"/>
              </a:spcBef>
              <a:spcAft>
                <a:spcPts val="600"/>
              </a:spcAft>
              <a:buClr>
                <a:schemeClr val="tx2"/>
              </a:buClr>
              <a:buSzPct val="75000"/>
              <a:buFont typeface="Arial" panose="020B0604020202020204" pitchFamily="34" charset="0"/>
              <a:buChar char="•"/>
              <a:defRPr lang="en-US" sz="1800" kern="1200" dirty="0">
                <a:solidFill>
                  <a:schemeClr val="tx1"/>
                </a:solidFill>
                <a:latin typeface="+mn-lt"/>
                <a:ea typeface="+mn-ea"/>
                <a:cs typeface="+mn-cs"/>
              </a:defRPr>
            </a:lvl5pPr>
          </a:lstStyle>
          <a:p>
            <a:pPr lvl="0"/>
            <a:r>
              <a:rPr lang="en-US"/>
              <a:t>Main bullet. 18 pt. black.</a:t>
            </a:r>
          </a:p>
          <a:p>
            <a:pPr lvl="1"/>
            <a:r>
              <a:rPr lang="en-US"/>
              <a:t>Second level</a:t>
            </a:r>
          </a:p>
          <a:p>
            <a:pPr lvl="2"/>
            <a:r>
              <a:rPr lang="en-US"/>
              <a:t>Third level</a:t>
            </a:r>
          </a:p>
          <a:p>
            <a:pPr lvl="3"/>
            <a:r>
              <a:rPr lang="en-US"/>
              <a:t>Fourth level</a:t>
            </a:r>
          </a:p>
          <a:p>
            <a:pPr lvl="4"/>
            <a:r>
              <a:rPr lang="en-US"/>
              <a:t>Fifth level</a:t>
            </a:r>
          </a:p>
        </p:txBody>
      </p:sp>
      <p:sp>
        <p:nvSpPr>
          <p:cNvPr id="44" name="Body 2"/>
          <p:cNvSpPr>
            <a:spLocks noGrp="1"/>
          </p:cNvSpPr>
          <p:nvPr>
            <p:ph type="body" sz="quarter" idx="17" hasCustomPrompt="1"/>
          </p:nvPr>
        </p:nvSpPr>
        <p:spPr>
          <a:xfrm>
            <a:off x="4381500" y="3897989"/>
            <a:ext cx="3429000" cy="1829709"/>
          </a:xfrm>
          <a:noFill/>
        </p:spPr>
        <p:txBody>
          <a:bodyPr rIns="182880"/>
          <a:lstStyle>
            <a:lvl1pPr marL="219451" marR="0" indent="-219451" algn="l" defTabSz="914400" rtl="0" eaLnBrk="1" fontAlgn="auto" latinLnBrk="0" hangingPunct="1">
              <a:lnSpc>
                <a:spcPct val="100000"/>
              </a:lnSpc>
              <a:spcBef>
                <a:spcPct val="0"/>
              </a:spcBef>
              <a:spcAft>
                <a:spcPts val="600"/>
              </a:spcAft>
              <a:buClr>
                <a:srgbClr val="CE1126"/>
              </a:buClr>
              <a:buSzPct val="75000"/>
              <a:buFont typeface="Arial" panose="020B0604020202020204" pitchFamily="34" charset="0"/>
              <a:buChar char="•"/>
              <a:tabLst/>
              <a:defRPr lang="en-US" sz="1800" kern="1200">
                <a:solidFill>
                  <a:schemeClr val="tx1"/>
                </a:solidFill>
                <a:latin typeface="+mn-lt"/>
                <a:ea typeface="+mn-ea"/>
                <a:cs typeface="+mn-cs"/>
              </a:defRPr>
            </a:lvl1pPr>
            <a:lvl2pPr marL="438912" indent="-219456" algn="l" defTabSz="914400" rtl="0" eaLnBrk="1" latinLnBrk="0" hangingPunct="1">
              <a:lnSpc>
                <a:spcPct val="100000"/>
              </a:lnSpc>
              <a:spcBef>
                <a:spcPts val="0"/>
              </a:spcBef>
              <a:spcAft>
                <a:spcPts val="600"/>
              </a:spcAft>
              <a:buClr>
                <a:schemeClr val="accent1"/>
              </a:buClr>
              <a:buSzPct val="100000"/>
              <a:buFont typeface="Arial" panose="020B0604020202020204" pitchFamily="34" charset="0"/>
              <a:buChar char="–"/>
              <a:defRPr lang="en-US" sz="1800" kern="1200" dirty="0" smtClean="0">
                <a:solidFill>
                  <a:schemeClr val="tx1"/>
                </a:solidFill>
                <a:latin typeface="+mn-lt"/>
                <a:ea typeface="+mn-ea"/>
                <a:cs typeface="+mn-cs"/>
              </a:defRPr>
            </a:lvl2pPr>
            <a:lvl3pPr marL="621792" indent="-219456" algn="l" defTabSz="914400" rtl="0" eaLnBrk="1" latinLnBrk="0" hangingPunct="1">
              <a:lnSpc>
                <a:spcPct val="100000"/>
              </a:lnSpc>
              <a:spcBef>
                <a:spcPts val="0"/>
              </a:spcBef>
              <a:spcAft>
                <a:spcPts val="600"/>
              </a:spcAft>
              <a:buClr>
                <a:schemeClr val="tx2"/>
              </a:buClr>
              <a:buSzPct val="75000"/>
              <a:buFont typeface="Arial" panose="020B0604020202020204" pitchFamily="34" charset="0"/>
              <a:buChar char="•"/>
              <a:defRPr lang="en-US" sz="1800" kern="1200" dirty="0" smtClean="0">
                <a:solidFill>
                  <a:schemeClr val="tx1"/>
                </a:solidFill>
                <a:latin typeface="+mn-lt"/>
                <a:ea typeface="+mn-ea"/>
                <a:cs typeface="+mn-cs"/>
              </a:defRPr>
            </a:lvl3pPr>
            <a:lvl4pPr marL="841248" indent="-219456" algn="l" defTabSz="914400" rtl="0" eaLnBrk="1" latinLnBrk="0" hangingPunct="1">
              <a:lnSpc>
                <a:spcPct val="100000"/>
              </a:lnSpc>
              <a:spcBef>
                <a:spcPts val="0"/>
              </a:spcBef>
              <a:spcAft>
                <a:spcPts val="600"/>
              </a:spcAft>
              <a:buClr>
                <a:schemeClr val="accent1"/>
              </a:buClr>
              <a:buSzPct val="100000"/>
              <a:buFont typeface="Arial" panose="020B0604020202020204" pitchFamily="34" charset="0"/>
              <a:buChar char="–"/>
              <a:defRPr lang="en-US" sz="1800" kern="1200" dirty="0" smtClean="0">
                <a:solidFill>
                  <a:schemeClr val="tx1"/>
                </a:solidFill>
                <a:latin typeface="+mn-lt"/>
                <a:ea typeface="+mn-ea"/>
                <a:cs typeface="+mn-cs"/>
              </a:defRPr>
            </a:lvl4pPr>
            <a:lvl5pPr marL="1060704" indent="-219456" algn="l" defTabSz="914400" rtl="0" eaLnBrk="1" latinLnBrk="0" hangingPunct="1">
              <a:lnSpc>
                <a:spcPct val="100000"/>
              </a:lnSpc>
              <a:spcBef>
                <a:spcPts val="0"/>
              </a:spcBef>
              <a:spcAft>
                <a:spcPts val="600"/>
              </a:spcAft>
              <a:buClr>
                <a:schemeClr val="tx2"/>
              </a:buClr>
              <a:buSzPct val="75000"/>
              <a:buFont typeface="Arial" panose="020B0604020202020204" pitchFamily="34" charset="0"/>
              <a:buChar char="•"/>
              <a:defRPr lang="en-US" sz="1800" kern="1200" dirty="0">
                <a:solidFill>
                  <a:schemeClr val="tx1"/>
                </a:solidFill>
                <a:latin typeface="+mn-lt"/>
                <a:ea typeface="+mn-ea"/>
                <a:cs typeface="+mn-cs"/>
              </a:defRPr>
            </a:lvl5pPr>
          </a:lstStyle>
          <a:p>
            <a:pPr lvl="0"/>
            <a:r>
              <a:rPr lang="en-US"/>
              <a:t>Main bullet. 18 pt. black.</a:t>
            </a:r>
          </a:p>
          <a:p>
            <a:pPr lvl="1"/>
            <a:r>
              <a:rPr lang="en-US"/>
              <a:t>Second level</a:t>
            </a:r>
          </a:p>
          <a:p>
            <a:pPr lvl="2"/>
            <a:r>
              <a:rPr lang="en-US"/>
              <a:t>Third level</a:t>
            </a:r>
          </a:p>
          <a:p>
            <a:pPr lvl="3"/>
            <a:r>
              <a:rPr lang="en-US"/>
              <a:t>Fourth level</a:t>
            </a:r>
          </a:p>
          <a:p>
            <a:pPr lvl="4"/>
            <a:r>
              <a:rPr lang="en-US"/>
              <a:t>Fifth level</a:t>
            </a:r>
          </a:p>
        </p:txBody>
      </p:sp>
      <p:sp>
        <p:nvSpPr>
          <p:cNvPr id="45" name="Body 1"/>
          <p:cNvSpPr>
            <a:spLocks noGrp="1"/>
          </p:cNvSpPr>
          <p:nvPr>
            <p:ph type="body" sz="quarter" idx="13" hasCustomPrompt="1"/>
          </p:nvPr>
        </p:nvSpPr>
        <p:spPr>
          <a:xfrm>
            <a:off x="696433" y="3897990"/>
            <a:ext cx="3418367" cy="1830552"/>
          </a:xfrm>
          <a:noFill/>
        </p:spPr>
        <p:txBody>
          <a:bodyPr rIns="182880"/>
          <a:lstStyle>
            <a:lvl1pPr marL="219451" marR="0" indent="-219451" algn="l" defTabSz="914400" rtl="0" eaLnBrk="1" fontAlgn="auto" latinLnBrk="0" hangingPunct="1">
              <a:lnSpc>
                <a:spcPct val="100000"/>
              </a:lnSpc>
              <a:spcBef>
                <a:spcPct val="0"/>
              </a:spcBef>
              <a:spcAft>
                <a:spcPts val="600"/>
              </a:spcAft>
              <a:buClr>
                <a:srgbClr val="CE1126"/>
              </a:buClr>
              <a:buSzPct val="75000"/>
              <a:buFont typeface="Arial" panose="020B0604020202020204" pitchFamily="34" charset="0"/>
              <a:buChar char="•"/>
              <a:tabLst/>
              <a:defRPr lang="en-US" sz="1800" kern="1200" baseline="0" dirty="0" smtClean="0">
                <a:solidFill>
                  <a:schemeClr val="tx1"/>
                </a:solidFill>
                <a:latin typeface="+mn-lt"/>
                <a:ea typeface="+mn-ea"/>
                <a:cs typeface="+mn-cs"/>
              </a:defRPr>
            </a:lvl1pPr>
            <a:lvl2pPr marL="438912" indent="-219456" algn="l" defTabSz="914400" rtl="0" eaLnBrk="1" latinLnBrk="0" hangingPunct="1">
              <a:lnSpc>
                <a:spcPct val="100000"/>
              </a:lnSpc>
              <a:spcBef>
                <a:spcPts val="0"/>
              </a:spcBef>
              <a:spcAft>
                <a:spcPts val="600"/>
              </a:spcAft>
              <a:buClr>
                <a:schemeClr val="accent1"/>
              </a:buClr>
              <a:buFont typeface="Arial" panose="020B0604020202020204" pitchFamily="34" charset="0"/>
              <a:defRPr lang="en-US" sz="1800" kern="1200" dirty="0" smtClean="0">
                <a:solidFill>
                  <a:schemeClr val="tx1"/>
                </a:solidFill>
                <a:latin typeface="+mn-lt"/>
                <a:ea typeface="+mn-ea"/>
                <a:cs typeface="+mn-cs"/>
              </a:defRPr>
            </a:lvl2pPr>
            <a:lvl3pPr marL="621792" indent="-219456" algn="l" defTabSz="914400" rtl="0" eaLnBrk="1" latinLnBrk="0" hangingPunct="1">
              <a:lnSpc>
                <a:spcPct val="100000"/>
              </a:lnSpc>
              <a:spcBef>
                <a:spcPts val="0"/>
              </a:spcBef>
              <a:spcAft>
                <a:spcPts val="600"/>
              </a:spcAft>
              <a:buFont typeface="Arial" panose="020B0604020202020204" pitchFamily="34" charset="0"/>
              <a:defRPr lang="en-US" sz="1800" kern="1200" dirty="0" smtClean="0">
                <a:solidFill>
                  <a:schemeClr val="tx1"/>
                </a:solidFill>
                <a:latin typeface="+mn-lt"/>
                <a:ea typeface="+mn-ea"/>
                <a:cs typeface="+mn-cs"/>
              </a:defRPr>
            </a:lvl3pPr>
            <a:lvl4pPr marL="841248" indent="-219456" algn="l" defTabSz="914400" rtl="0" eaLnBrk="1" latinLnBrk="0" hangingPunct="1">
              <a:lnSpc>
                <a:spcPct val="100000"/>
              </a:lnSpc>
              <a:spcBef>
                <a:spcPts val="0"/>
              </a:spcBef>
              <a:spcAft>
                <a:spcPts val="600"/>
              </a:spcAft>
              <a:buClr>
                <a:schemeClr val="accent1"/>
              </a:buClr>
              <a:buFont typeface="Arial" panose="020B0604020202020204" pitchFamily="34" charset="0"/>
              <a:defRPr lang="en-US" sz="1800" kern="1200" dirty="0" smtClean="0">
                <a:solidFill>
                  <a:schemeClr val="tx1"/>
                </a:solidFill>
                <a:latin typeface="+mn-lt"/>
                <a:ea typeface="+mn-ea"/>
                <a:cs typeface="+mn-cs"/>
              </a:defRPr>
            </a:lvl4pPr>
            <a:lvl5pPr marL="1060704" indent="-219456" algn="l" defTabSz="914400" rtl="0" eaLnBrk="1" latinLnBrk="0" hangingPunct="1">
              <a:lnSpc>
                <a:spcPct val="100000"/>
              </a:lnSpc>
              <a:spcBef>
                <a:spcPts val="0"/>
              </a:spcBef>
              <a:spcAft>
                <a:spcPts val="600"/>
              </a:spcAft>
              <a:buFont typeface="Arial" panose="020B0604020202020204" pitchFamily="34" charset="0"/>
              <a:defRPr lang="en-US" sz="1800" kern="1200" dirty="0">
                <a:solidFill>
                  <a:schemeClr val="tx1"/>
                </a:solidFill>
                <a:latin typeface="+mn-lt"/>
                <a:ea typeface="+mn-ea"/>
                <a:cs typeface="+mn-cs"/>
              </a:defRPr>
            </a:lvl5pPr>
          </a:lstStyle>
          <a:p>
            <a:pPr lvl="0"/>
            <a:r>
              <a:rPr lang="en-US"/>
              <a:t>Main bullet. 18 pt. black.</a:t>
            </a:r>
          </a:p>
          <a:p>
            <a:pPr lvl="1"/>
            <a:r>
              <a:rPr lang="en-US"/>
              <a:t>Second level</a:t>
            </a:r>
          </a:p>
          <a:p>
            <a:pPr lvl="2"/>
            <a:r>
              <a:rPr lang="en-US"/>
              <a:t>Third level</a:t>
            </a:r>
          </a:p>
          <a:p>
            <a:pPr lvl="3"/>
            <a:r>
              <a:rPr lang="en-US"/>
              <a:t>Fourth level</a:t>
            </a:r>
          </a:p>
          <a:p>
            <a:pPr lvl="4"/>
            <a:r>
              <a:rPr lang="en-US"/>
              <a:t>Fifth level</a:t>
            </a:r>
          </a:p>
        </p:txBody>
      </p:sp>
      <p:sp>
        <p:nvSpPr>
          <p:cNvPr id="49" name="Text Placeholder 2"/>
          <p:cNvSpPr>
            <a:spLocks noGrp="1"/>
          </p:cNvSpPr>
          <p:nvPr>
            <p:ph type="body" sz="quarter" idx="21" hasCustomPrompt="1"/>
          </p:nvPr>
        </p:nvSpPr>
        <p:spPr>
          <a:xfrm>
            <a:off x="695325" y="3293426"/>
            <a:ext cx="3419475" cy="590931"/>
          </a:xfrm>
          <a:noFill/>
        </p:spPr>
        <p:txBody>
          <a:bodyPr vert="horz" wrap="square" lIns="0" tIns="0" rIns="0" bIns="91440" rtlCol="0">
            <a:spAutoFit/>
          </a:bodyPr>
          <a:lstStyle>
            <a:lvl1pPr marL="0" marR="0" indent="0" algn="l" defTabSz="914400" rtl="0" eaLnBrk="1" fontAlgn="auto" latinLnBrk="0" hangingPunct="1">
              <a:lnSpc>
                <a:spcPct val="90000"/>
              </a:lnSpc>
              <a:spcBef>
                <a:spcPts val="0"/>
              </a:spcBef>
              <a:spcAft>
                <a:spcPts val="0"/>
              </a:spcAft>
              <a:buClrTx/>
              <a:buSzPct val="115000"/>
              <a:buFont typeface="Arial" panose="020B0604020202020204" pitchFamily="34" charset="0"/>
              <a:buNone/>
              <a:tabLst/>
              <a:defRPr lang="en-US" sz="1800" b="1" baseline="0">
                <a:solidFill>
                  <a:schemeClr val="tx2"/>
                </a:solidFill>
              </a:defRPr>
            </a:lvl1pPr>
          </a:lstStyle>
          <a:p>
            <a:pPr marL="0" marR="0" lvl="0" indent="0" algn="l" defTabSz="914400" rtl="0" eaLnBrk="1" fontAlgn="auto" latinLnBrk="0" hangingPunct="1">
              <a:lnSpc>
                <a:spcPct val="90000"/>
              </a:lnSpc>
              <a:spcBef>
                <a:spcPts val="0"/>
              </a:spcBef>
              <a:spcAft>
                <a:spcPts val="0"/>
              </a:spcAft>
              <a:buClrTx/>
              <a:buSzPct val="115000"/>
              <a:buFont typeface="Arial" panose="020B0604020202020204" pitchFamily="34" charset="0"/>
              <a:buNone/>
              <a:tabLst/>
              <a:defRPr/>
            </a:pPr>
            <a:r>
              <a:rPr lang="en-US"/>
              <a:t>Subhead 18 pt. RTX red. Bold. Sentence case.</a:t>
            </a:r>
          </a:p>
        </p:txBody>
      </p:sp>
      <p:sp>
        <p:nvSpPr>
          <p:cNvPr id="50" name="Text Placeholder 2"/>
          <p:cNvSpPr>
            <a:spLocks noGrp="1"/>
          </p:cNvSpPr>
          <p:nvPr>
            <p:ph type="body" sz="quarter" idx="26" hasCustomPrompt="1"/>
          </p:nvPr>
        </p:nvSpPr>
        <p:spPr>
          <a:xfrm>
            <a:off x="4364234" y="3293426"/>
            <a:ext cx="3419475" cy="590931"/>
          </a:xfrm>
          <a:noFill/>
        </p:spPr>
        <p:txBody>
          <a:bodyPr vert="horz" wrap="square" lIns="0" tIns="0" rIns="0" bIns="91440" rtlCol="0">
            <a:spAutoFit/>
          </a:bodyPr>
          <a:lstStyle>
            <a:lvl1pPr marL="0" marR="0" indent="0" algn="l" defTabSz="914400" rtl="0" eaLnBrk="1" fontAlgn="auto" latinLnBrk="0" hangingPunct="1">
              <a:lnSpc>
                <a:spcPct val="90000"/>
              </a:lnSpc>
              <a:spcBef>
                <a:spcPts val="0"/>
              </a:spcBef>
              <a:spcAft>
                <a:spcPts val="0"/>
              </a:spcAft>
              <a:buClrTx/>
              <a:buSzPct val="115000"/>
              <a:buFont typeface="Arial" panose="020B0604020202020204" pitchFamily="34" charset="0"/>
              <a:buNone/>
              <a:tabLst/>
              <a:defRPr lang="en-US" sz="1800" b="1" baseline="0">
                <a:solidFill>
                  <a:schemeClr val="tx2"/>
                </a:solidFill>
              </a:defRPr>
            </a:lvl1pPr>
          </a:lstStyle>
          <a:p>
            <a:pPr marL="0" marR="0" lvl="0" indent="0" algn="l" defTabSz="914400" rtl="0" eaLnBrk="1" fontAlgn="auto" latinLnBrk="0" hangingPunct="1">
              <a:lnSpc>
                <a:spcPct val="90000"/>
              </a:lnSpc>
              <a:spcBef>
                <a:spcPts val="0"/>
              </a:spcBef>
              <a:spcAft>
                <a:spcPts val="0"/>
              </a:spcAft>
              <a:buClrTx/>
              <a:buSzPct val="115000"/>
              <a:buFont typeface="Arial" panose="020B0604020202020204" pitchFamily="34" charset="0"/>
              <a:buNone/>
              <a:tabLst/>
              <a:defRPr/>
            </a:pPr>
            <a:r>
              <a:rPr lang="en-US"/>
              <a:t>Subhead 18 pt. RTX red. Bold. Sentence case.</a:t>
            </a:r>
          </a:p>
        </p:txBody>
      </p:sp>
      <p:sp>
        <p:nvSpPr>
          <p:cNvPr id="51" name="Text Placeholder 2"/>
          <p:cNvSpPr>
            <a:spLocks noGrp="1"/>
          </p:cNvSpPr>
          <p:nvPr>
            <p:ph type="body" sz="quarter" idx="27" hasCustomPrompt="1"/>
          </p:nvPr>
        </p:nvSpPr>
        <p:spPr>
          <a:xfrm>
            <a:off x="8077200" y="3293426"/>
            <a:ext cx="3419475" cy="590931"/>
          </a:xfrm>
          <a:noFill/>
        </p:spPr>
        <p:txBody>
          <a:bodyPr vert="horz" wrap="square" lIns="0" tIns="0" rIns="0" bIns="91440" rtlCol="0">
            <a:spAutoFit/>
          </a:bodyPr>
          <a:lstStyle>
            <a:lvl1pPr marL="0" marR="0" indent="0" algn="l" defTabSz="914400" rtl="0" eaLnBrk="1" fontAlgn="auto" latinLnBrk="0" hangingPunct="1">
              <a:lnSpc>
                <a:spcPct val="90000"/>
              </a:lnSpc>
              <a:spcBef>
                <a:spcPts val="0"/>
              </a:spcBef>
              <a:spcAft>
                <a:spcPts val="0"/>
              </a:spcAft>
              <a:buClrTx/>
              <a:buSzPct val="115000"/>
              <a:buFont typeface="Arial" panose="020B0604020202020204" pitchFamily="34" charset="0"/>
              <a:buNone/>
              <a:tabLst/>
              <a:defRPr lang="en-US" sz="1800" b="1" baseline="0">
                <a:solidFill>
                  <a:schemeClr val="tx2"/>
                </a:solidFill>
              </a:defRPr>
            </a:lvl1pPr>
          </a:lstStyle>
          <a:p>
            <a:pPr marL="0" marR="0" lvl="0" indent="0" algn="l" defTabSz="914400" rtl="0" eaLnBrk="1" fontAlgn="auto" latinLnBrk="0" hangingPunct="1">
              <a:lnSpc>
                <a:spcPct val="90000"/>
              </a:lnSpc>
              <a:spcBef>
                <a:spcPts val="0"/>
              </a:spcBef>
              <a:spcAft>
                <a:spcPts val="0"/>
              </a:spcAft>
              <a:buClrTx/>
              <a:buSzPct val="115000"/>
              <a:buFont typeface="Arial" panose="020B0604020202020204" pitchFamily="34" charset="0"/>
              <a:buNone/>
              <a:tabLst/>
              <a:defRPr/>
            </a:pPr>
            <a:r>
              <a:rPr lang="en-US"/>
              <a:t>Subhead 18 pt. RTX red. Bold. Sentence case.</a:t>
            </a:r>
          </a:p>
        </p:txBody>
      </p:sp>
      <p:sp>
        <p:nvSpPr>
          <p:cNvPr id="22" name="Takeaway bar"/>
          <p:cNvSpPr>
            <a:spLocks noGrp="1"/>
          </p:cNvSpPr>
          <p:nvPr>
            <p:ph type="body" sz="quarter" idx="15" hasCustomPrompt="1"/>
          </p:nvPr>
        </p:nvSpPr>
        <p:spPr>
          <a:xfrm>
            <a:off x="694944" y="5912568"/>
            <a:ext cx="10820399" cy="273280"/>
          </a:xfrm>
          <a:solidFill>
            <a:schemeClr val="accent1"/>
          </a:solidFill>
        </p:spPr>
        <p:txBody>
          <a:bodyPr vert="horz" wrap="square" lIns="621792" tIns="64008" rIns="621792" bIns="36576" rtlCol="0" anchor="b" anchorCtr="0">
            <a:spAutoFit/>
          </a:bodyPr>
          <a:lstStyle>
            <a:lvl1pPr marL="0" indent="0" algn="ctr" defTabSz="0">
              <a:lnSpc>
                <a:spcPts val="1300"/>
              </a:lnSpc>
              <a:spcBef>
                <a:spcPts val="0"/>
              </a:spcBef>
              <a:buFontTx/>
              <a:buNone/>
              <a:defRPr lang="en-US" sz="1600" b="1" dirty="0">
                <a:solidFill>
                  <a:schemeClr val="bg1"/>
                </a:solidFill>
                <a:latin typeface="Arial" panose="020B0604020202020204" pitchFamily="34" charset="0"/>
                <a:ea typeface="+mj-ea"/>
                <a:cs typeface="Arial" panose="020B0604020202020204" pitchFamily="34" charset="0"/>
              </a:defRPr>
            </a:lvl1pPr>
          </a:lstStyle>
          <a:p>
            <a:pPr marL="0" lvl="0" indent="0" algn="ctr">
              <a:buNone/>
            </a:pPr>
            <a:r>
              <a:rPr lang="en-US"/>
              <a:t>Optional takeaway bar. White. Bold. 16 pt. Centered. Sentence case.</a:t>
            </a:r>
          </a:p>
        </p:txBody>
      </p:sp>
    </p:spTree>
    <p:extLst>
      <p:ext uri="{BB962C8B-B14F-4D97-AF65-F5344CB8AC3E}">
        <p14:creationId xmlns:p14="http://schemas.microsoft.com/office/powerpoint/2010/main" val="1917910318"/>
      </p:ext>
    </p:extLst>
  </p:cSld>
  <p:clrMapOvr>
    <a:masterClrMapping/>
  </p:clrMapOvr>
  <p:extLst>
    <p:ext uri="{DCECCB84-F9BA-43D5-87BE-67443E8EF086}">
      <p15:sldGuideLst xmlns:p15="http://schemas.microsoft.com/office/powerpoint/2012/main"/>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Collins Content: Text Quad">
    <p:spTree>
      <p:nvGrpSpPr>
        <p:cNvPr id="1" name=""/>
        <p:cNvGrpSpPr/>
        <p:nvPr/>
      </p:nvGrpSpPr>
      <p:grpSpPr>
        <a:xfrm>
          <a:off x="0" y="0"/>
          <a:ext cx="0" cy="0"/>
          <a:chOff x="0" y="0"/>
          <a:chExt cx="0" cy="0"/>
        </a:xfrm>
      </p:grpSpPr>
      <p:sp>
        <p:nvSpPr>
          <p:cNvPr id="14" name="Body 4"/>
          <p:cNvSpPr>
            <a:spLocks noGrp="1"/>
          </p:cNvSpPr>
          <p:nvPr>
            <p:ph type="body" sz="quarter" idx="19" hasCustomPrompt="1"/>
          </p:nvPr>
        </p:nvSpPr>
        <p:spPr>
          <a:xfrm>
            <a:off x="6260431" y="4060048"/>
            <a:ext cx="5257801" cy="1426354"/>
          </a:xfrm>
          <a:noFill/>
        </p:spPr>
        <p:txBody>
          <a:bodyPr rIns="182880"/>
          <a:lstStyle>
            <a:lvl1pPr marL="219451" indent="-219451" algn="l" defTabSz="914400" rtl="0" eaLnBrk="1" latinLnBrk="0" hangingPunct="1">
              <a:lnSpc>
                <a:spcPct val="100000"/>
              </a:lnSpc>
              <a:spcBef>
                <a:spcPct val="0"/>
              </a:spcBef>
              <a:spcAft>
                <a:spcPts val="600"/>
              </a:spcAft>
              <a:buClr>
                <a:srgbClr val="CE1126"/>
              </a:buClr>
              <a:buSzPct val="75000"/>
              <a:buFont typeface="Arial" panose="020B0604020202020204" pitchFamily="34" charset="0"/>
              <a:buChar char="•"/>
              <a:defRPr lang="en-US" sz="1800" kern="1200" dirty="0" smtClean="0">
                <a:solidFill>
                  <a:schemeClr val="tx1"/>
                </a:solidFill>
                <a:latin typeface="+mn-lt"/>
                <a:ea typeface="+mn-ea"/>
                <a:cs typeface="+mn-cs"/>
              </a:defRPr>
            </a:lvl1pPr>
            <a:lvl2pPr marL="438912" indent="-219456" algn="l" defTabSz="914400" rtl="0" eaLnBrk="1" latinLnBrk="0" hangingPunct="1">
              <a:lnSpc>
                <a:spcPct val="100000"/>
              </a:lnSpc>
              <a:spcBef>
                <a:spcPts val="0"/>
              </a:spcBef>
              <a:spcAft>
                <a:spcPts val="600"/>
              </a:spcAft>
              <a:buClr>
                <a:schemeClr val="accent1"/>
              </a:buClr>
              <a:buSzPct val="100000"/>
              <a:buFont typeface="Arial" panose="020B0604020202020204" pitchFamily="34" charset="0"/>
              <a:buChar char="–"/>
              <a:defRPr lang="en-US" sz="1800" kern="1200" dirty="0" smtClean="0">
                <a:solidFill>
                  <a:schemeClr val="tx1"/>
                </a:solidFill>
                <a:latin typeface="+mn-lt"/>
                <a:ea typeface="+mn-ea"/>
                <a:cs typeface="+mn-cs"/>
              </a:defRPr>
            </a:lvl2pPr>
            <a:lvl3pPr marL="621792" indent="-219456" algn="l" defTabSz="914400" rtl="0" eaLnBrk="1" latinLnBrk="0" hangingPunct="1">
              <a:lnSpc>
                <a:spcPct val="100000"/>
              </a:lnSpc>
              <a:spcBef>
                <a:spcPts val="0"/>
              </a:spcBef>
              <a:spcAft>
                <a:spcPts val="600"/>
              </a:spcAft>
              <a:buClr>
                <a:schemeClr val="tx2"/>
              </a:buClr>
              <a:buSzPct val="75000"/>
              <a:buFont typeface="Arial" panose="020B0604020202020204" pitchFamily="34" charset="0"/>
              <a:buChar char="•"/>
              <a:defRPr lang="en-US" sz="1800" kern="1200" dirty="0" smtClean="0">
                <a:solidFill>
                  <a:schemeClr val="tx1"/>
                </a:solidFill>
                <a:latin typeface="+mn-lt"/>
                <a:ea typeface="+mn-ea"/>
                <a:cs typeface="+mn-cs"/>
              </a:defRPr>
            </a:lvl3pPr>
            <a:lvl4pPr indent="-219456" algn="l" defTabSz="914400" rtl="0" eaLnBrk="1" latinLnBrk="0" hangingPunct="1">
              <a:lnSpc>
                <a:spcPct val="100000"/>
              </a:lnSpc>
              <a:spcBef>
                <a:spcPts val="0"/>
              </a:spcBef>
              <a:spcAft>
                <a:spcPts val="600"/>
              </a:spcAft>
              <a:buClr>
                <a:schemeClr val="accent1"/>
              </a:buClr>
              <a:buFont typeface="Arial" panose="020B0604020202020204" pitchFamily="34" charset="0"/>
              <a:defRPr lang="en-US" sz="1800" kern="1200" dirty="0" smtClean="0">
                <a:solidFill>
                  <a:schemeClr val="tx1"/>
                </a:solidFill>
                <a:latin typeface="+mn-lt"/>
                <a:ea typeface="+mn-ea"/>
                <a:cs typeface="+mn-cs"/>
              </a:defRPr>
            </a:lvl4pPr>
            <a:lvl5pPr indent="-219456" algn="l" defTabSz="914400" rtl="0" eaLnBrk="1" latinLnBrk="0" hangingPunct="1">
              <a:lnSpc>
                <a:spcPct val="100000"/>
              </a:lnSpc>
              <a:spcBef>
                <a:spcPts val="0"/>
              </a:spcBef>
              <a:spcAft>
                <a:spcPts val="600"/>
              </a:spcAft>
              <a:buFont typeface="Arial" panose="020B0604020202020204" pitchFamily="34" charset="0"/>
              <a:defRPr lang="en-US" sz="1800" kern="1200" dirty="0">
                <a:solidFill>
                  <a:schemeClr val="tx1"/>
                </a:solidFill>
                <a:latin typeface="+mn-lt"/>
                <a:ea typeface="+mn-ea"/>
                <a:cs typeface="+mn-cs"/>
              </a:defRPr>
            </a:lvl5pPr>
          </a:lstStyle>
          <a:p>
            <a:pPr lvl="0"/>
            <a:r>
              <a:rPr lang="en-US"/>
              <a:t>Main bullet. 18 pt. black.</a:t>
            </a:r>
          </a:p>
          <a:p>
            <a:pPr lvl="1"/>
            <a:r>
              <a:rPr lang="en-US"/>
              <a:t>Second level</a:t>
            </a:r>
          </a:p>
          <a:p>
            <a:pPr lvl="2"/>
            <a:r>
              <a:rPr lang="en-US"/>
              <a:t>Third level</a:t>
            </a:r>
          </a:p>
          <a:p>
            <a:pPr lvl="3"/>
            <a:r>
              <a:rPr lang="en-US"/>
              <a:t>Fourth level</a:t>
            </a:r>
          </a:p>
        </p:txBody>
      </p:sp>
      <p:sp>
        <p:nvSpPr>
          <p:cNvPr id="12" name="Body 3"/>
          <p:cNvSpPr>
            <a:spLocks noGrp="1"/>
          </p:cNvSpPr>
          <p:nvPr>
            <p:ph type="body" sz="quarter" idx="17" hasCustomPrompt="1"/>
          </p:nvPr>
        </p:nvSpPr>
        <p:spPr>
          <a:xfrm>
            <a:off x="6260431" y="1922165"/>
            <a:ext cx="5257800" cy="1426464"/>
          </a:xfrm>
          <a:noFill/>
        </p:spPr>
        <p:txBody>
          <a:bodyPr rIns="182880"/>
          <a:lstStyle>
            <a:lvl1pPr marL="219451" indent="-219451" algn="l" defTabSz="914400" rtl="0" eaLnBrk="1" latinLnBrk="0" hangingPunct="1">
              <a:lnSpc>
                <a:spcPct val="100000"/>
              </a:lnSpc>
              <a:spcBef>
                <a:spcPct val="0"/>
              </a:spcBef>
              <a:spcAft>
                <a:spcPts val="600"/>
              </a:spcAft>
              <a:buClr>
                <a:srgbClr val="CE1126"/>
              </a:buClr>
              <a:buSzPct val="75000"/>
              <a:buFont typeface="Arial" panose="020B0604020202020204" pitchFamily="34" charset="0"/>
              <a:buChar char="•"/>
              <a:defRPr lang="en-US" sz="1800" kern="1200" dirty="0" smtClean="0">
                <a:solidFill>
                  <a:schemeClr val="tx1"/>
                </a:solidFill>
                <a:latin typeface="+mn-lt"/>
                <a:ea typeface="+mn-ea"/>
                <a:cs typeface="+mn-cs"/>
              </a:defRPr>
            </a:lvl1pPr>
            <a:lvl2pPr marL="438912" indent="-219456" algn="l" defTabSz="914400" rtl="0" eaLnBrk="1" latinLnBrk="0" hangingPunct="1">
              <a:lnSpc>
                <a:spcPct val="100000"/>
              </a:lnSpc>
              <a:spcBef>
                <a:spcPts val="0"/>
              </a:spcBef>
              <a:spcAft>
                <a:spcPts val="600"/>
              </a:spcAft>
              <a:buClr>
                <a:schemeClr val="accent1"/>
              </a:buClr>
              <a:buSzPct val="100000"/>
              <a:buFont typeface="Arial" panose="020B0604020202020204" pitchFamily="34" charset="0"/>
              <a:buChar char="–"/>
              <a:defRPr lang="en-US" sz="1800" kern="1200" dirty="0" smtClean="0">
                <a:solidFill>
                  <a:schemeClr val="tx1"/>
                </a:solidFill>
                <a:latin typeface="+mn-lt"/>
                <a:ea typeface="+mn-ea"/>
                <a:cs typeface="+mn-cs"/>
              </a:defRPr>
            </a:lvl2pPr>
            <a:lvl3pPr marL="621792" indent="-219456" algn="l" defTabSz="914400" rtl="0" eaLnBrk="1" latinLnBrk="0" hangingPunct="1">
              <a:lnSpc>
                <a:spcPct val="100000"/>
              </a:lnSpc>
              <a:spcBef>
                <a:spcPts val="0"/>
              </a:spcBef>
              <a:spcAft>
                <a:spcPts val="600"/>
              </a:spcAft>
              <a:buClr>
                <a:schemeClr val="tx2"/>
              </a:buClr>
              <a:buSzPct val="75000"/>
              <a:buFont typeface="Arial" panose="020B0604020202020204" pitchFamily="34" charset="0"/>
              <a:buChar char="•"/>
              <a:defRPr lang="en-US" sz="1800" kern="1200" dirty="0" smtClean="0">
                <a:solidFill>
                  <a:schemeClr val="tx1"/>
                </a:solidFill>
                <a:latin typeface="+mn-lt"/>
                <a:ea typeface="+mn-ea"/>
                <a:cs typeface="+mn-cs"/>
              </a:defRPr>
            </a:lvl3pPr>
            <a:lvl4pPr indent="-219456" algn="l" defTabSz="914400" rtl="0" eaLnBrk="1" latinLnBrk="0" hangingPunct="1">
              <a:lnSpc>
                <a:spcPct val="100000"/>
              </a:lnSpc>
              <a:spcBef>
                <a:spcPts val="0"/>
              </a:spcBef>
              <a:spcAft>
                <a:spcPts val="600"/>
              </a:spcAft>
              <a:buClr>
                <a:schemeClr val="accent1"/>
              </a:buClr>
              <a:buFont typeface="Arial" panose="020B0604020202020204" pitchFamily="34" charset="0"/>
              <a:defRPr lang="en-US" sz="1800" kern="1200" dirty="0" smtClean="0">
                <a:solidFill>
                  <a:schemeClr val="tx1"/>
                </a:solidFill>
                <a:latin typeface="+mn-lt"/>
                <a:ea typeface="+mn-ea"/>
                <a:cs typeface="+mn-cs"/>
              </a:defRPr>
            </a:lvl4pPr>
            <a:lvl5pPr indent="-219456" algn="l" defTabSz="914400" rtl="0" eaLnBrk="1" latinLnBrk="0" hangingPunct="1">
              <a:lnSpc>
                <a:spcPct val="100000"/>
              </a:lnSpc>
              <a:spcBef>
                <a:spcPts val="0"/>
              </a:spcBef>
              <a:spcAft>
                <a:spcPts val="600"/>
              </a:spcAft>
              <a:buFont typeface="Arial" panose="020B0604020202020204" pitchFamily="34" charset="0"/>
              <a:defRPr lang="en-US" sz="1800" kern="1200" dirty="0">
                <a:solidFill>
                  <a:schemeClr val="tx1"/>
                </a:solidFill>
                <a:latin typeface="+mn-lt"/>
                <a:ea typeface="+mn-ea"/>
                <a:cs typeface="+mn-cs"/>
              </a:defRPr>
            </a:lvl5pPr>
          </a:lstStyle>
          <a:p>
            <a:pPr lvl="0"/>
            <a:r>
              <a:rPr lang="en-US"/>
              <a:t>Main bullet. 18 pt. black.</a:t>
            </a:r>
          </a:p>
          <a:p>
            <a:pPr lvl="1"/>
            <a:r>
              <a:rPr lang="en-US"/>
              <a:t>Second level</a:t>
            </a:r>
          </a:p>
          <a:p>
            <a:pPr lvl="2"/>
            <a:r>
              <a:rPr lang="en-US"/>
              <a:t>Third level</a:t>
            </a:r>
          </a:p>
          <a:p>
            <a:pPr lvl="3"/>
            <a:r>
              <a:rPr lang="en-US"/>
              <a:t>Fourth level</a:t>
            </a:r>
          </a:p>
        </p:txBody>
      </p:sp>
      <p:sp>
        <p:nvSpPr>
          <p:cNvPr id="13" name="Body 2"/>
          <p:cNvSpPr>
            <a:spLocks noGrp="1"/>
          </p:cNvSpPr>
          <p:nvPr>
            <p:ph type="body" sz="quarter" idx="18" hasCustomPrompt="1"/>
          </p:nvPr>
        </p:nvSpPr>
        <p:spPr>
          <a:xfrm>
            <a:off x="697832" y="4060048"/>
            <a:ext cx="5241850" cy="1426354"/>
          </a:xfrm>
          <a:noFill/>
        </p:spPr>
        <p:txBody>
          <a:bodyPr rIns="182880"/>
          <a:lstStyle>
            <a:lvl1pPr marL="219451" indent="-219451" algn="l" defTabSz="914400" rtl="0" eaLnBrk="1" latinLnBrk="0" hangingPunct="1">
              <a:lnSpc>
                <a:spcPct val="100000"/>
              </a:lnSpc>
              <a:spcBef>
                <a:spcPct val="0"/>
              </a:spcBef>
              <a:spcAft>
                <a:spcPts val="600"/>
              </a:spcAft>
              <a:buClr>
                <a:srgbClr val="CE1126"/>
              </a:buClr>
              <a:buSzPct val="75000"/>
              <a:buFont typeface="Arial" panose="020B0604020202020204" pitchFamily="34" charset="0"/>
              <a:buChar char="•"/>
              <a:defRPr lang="en-US" sz="1800" kern="1200" dirty="0" smtClean="0">
                <a:solidFill>
                  <a:schemeClr val="tx1"/>
                </a:solidFill>
                <a:latin typeface="+mn-lt"/>
                <a:ea typeface="+mn-ea"/>
                <a:cs typeface="+mn-cs"/>
              </a:defRPr>
            </a:lvl1pPr>
            <a:lvl2pPr marL="438912" indent="-219456" algn="l" defTabSz="914400" rtl="0" eaLnBrk="1" latinLnBrk="0" hangingPunct="1">
              <a:lnSpc>
                <a:spcPct val="100000"/>
              </a:lnSpc>
              <a:spcBef>
                <a:spcPts val="0"/>
              </a:spcBef>
              <a:spcAft>
                <a:spcPts val="600"/>
              </a:spcAft>
              <a:buClr>
                <a:schemeClr val="accent1"/>
              </a:buClr>
              <a:buSzPct val="100000"/>
              <a:buFont typeface="Arial" panose="020B0604020202020204" pitchFamily="34" charset="0"/>
              <a:buChar char="–"/>
              <a:defRPr lang="en-US" sz="1800" kern="1200" dirty="0" smtClean="0">
                <a:solidFill>
                  <a:schemeClr val="tx1"/>
                </a:solidFill>
                <a:latin typeface="+mn-lt"/>
                <a:ea typeface="+mn-ea"/>
                <a:cs typeface="+mn-cs"/>
              </a:defRPr>
            </a:lvl2pPr>
            <a:lvl3pPr marL="621792" indent="-219456" algn="l" defTabSz="914400" rtl="0" eaLnBrk="1" latinLnBrk="0" hangingPunct="1">
              <a:lnSpc>
                <a:spcPct val="100000"/>
              </a:lnSpc>
              <a:spcBef>
                <a:spcPts val="0"/>
              </a:spcBef>
              <a:spcAft>
                <a:spcPts val="600"/>
              </a:spcAft>
              <a:buClr>
                <a:schemeClr val="tx2"/>
              </a:buClr>
              <a:buSzPct val="75000"/>
              <a:buFont typeface="Arial" panose="020B0604020202020204" pitchFamily="34" charset="0"/>
              <a:buChar char="•"/>
              <a:defRPr lang="en-US" sz="1800" kern="1200" dirty="0" smtClean="0">
                <a:solidFill>
                  <a:schemeClr val="tx1"/>
                </a:solidFill>
                <a:latin typeface="+mn-lt"/>
                <a:ea typeface="+mn-ea"/>
                <a:cs typeface="+mn-cs"/>
              </a:defRPr>
            </a:lvl3pPr>
            <a:lvl4pPr indent="-219456" algn="l" defTabSz="914400" rtl="0" eaLnBrk="1" latinLnBrk="0" hangingPunct="1">
              <a:lnSpc>
                <a:spcPct val="100000"/>
              </a:lnSpc>
              <a:spcBef>
                <a:spcPts val="0"/>
              </a:spcBef>
              <a:spcAft>
                <a:spcPts val="600"/>
              </a:spcAft>
              <a:buFont typeface="Arial" panose="020B0604020202020204" pitchFamily="34" charset="0"/>
              <a:defRPr lang="en-US" sz="1800" kern="1200" dirty="0" smtClean="0">
                <a:solidFill>
                  <a:schemeClr val="tx1"/>
                </a:solidFill>
                <a:latin typeface="+mn-lt"/>
                <a:ea typeface="+mn-ea"/>
                <a:cs typeface="+mn-cs"/>
              </a:defRPr>
            </a:lvl4pPr>
            <a:lvl5pPr indent="-219456" algn="l" defTabSz="914400" rtl="0" eaLnBrk="1" latinLnBrk="0" hangingPunct="1">
              <a:lnSpc>
                <a:spcPct val="100000"/>
              </a:lnSpc>
              <a:spcBef>
                <a:spcPts val="0"/>
              </a:spcBef>
              <a:spcAft>
                <a:spcPts val="600"/>
              </a:spcAft>
              <a:buFont typeface="Arial" panose="020B0604020202020204" pitchFamily="34" charset="0"/>
              <a:defRPr lang="en-US" sz="1800" kern="1200" dirty="0">
                <a:solidFill>
                  <a:schemeClr val="tx1"/>
                </a:solidFill>
                <a:latin typeface="+mn-lt"/>
                <a:ea typeface="+mn-ea"/>
                <a:cs typeface="+mn-cs"/>
              </a:defRPr>
            </a:lvl5pPr>
          </a:lstStyle>
          <a:p>
            <a:pPr lvl="0"/>
            <a:r>
              <a:rPr lang="en-US"/>
              <a:t>Main bullet. 18 pt. black.</a:t>
            </a:r>
          </a:p>
          <a:p>
            <a:pPr lvl="1"/>
            <a:r>
              <a:rPr lang="en-US"/>
              <a:t>Second level</a:t>
            </a:r>
          </a:p>
          <a:p>
            <a:pPr lvl="2"/>
            <a:r>
              <a:rPr lang="en-US"/>
              <a:t>Third level</a:t>
            </a:r>
          </a:p>
          <a:p>
            <a:pPr lvl="3"/>
            <a:r>
              <a:rPr lang="en-US"/>
              <a:t>Fourth level</a:t>
            </a:r>
          </a:p>
        </p:txBody>
      </p:sp>
      <p:sp>
        <p:nvSpPr>
          <p:cNvPr id="31" name="Body 1"/>
          <p:cNvSpPr>
            <a:spLocks noGrp="1"/>
          </p:cNvSpPr>
          <p:nvPr>
            <p:ph type="body" sz="quarter" idx="13" hasCustomPrompt="1"/>
          </p:nvPr>
        </p:nvSpPr>
        <p:spPr>
          <a:xfrm>
            <a:off x="698345" y="1922165"/>
            <a:ext cx="5240823" cy="1426464"/>
          </a:xfrm>
          <a:noFill/>
        </p:spPr>
        <p:txBody>
          <a:bodyPr rIns="182880"/>
          <a:lstStyle>
            <a:lvl1pPr marL="219451" indent="-219451" algn="l" defTabSz="914400" rtl="0" eaLnBrk="1" latinLnBrk="0" hangingPunct="1">
              <a:lnSpc>
                <a:spcPct val="100000"/>
              </a:lnSpc>
              <a:spcBef>
                <a:spcPct val="0"/>
              </a:spcBef>
              <a:spcAft>
                <a:spcPts val="600"/>
              </a:spcAft>
              <a:buClr>
                <a:srgbClr val="CE1126"/>
              </a:buClr>
              <a:buSzPct val="75000"/>
              <a:buFont typeface="Arial" panose="020B0604020202020204" pitchFamily="34" charset="0"/>
              <a:buChar char="•"/>
              <a:defRPr lang="en-US" sz="1800" kern="1200" baseline="0" dirty="0" smtClean="0">
                <a:solidFill>
                  <a:schemeClr val="tx1"/>
                </a:solidFill>
                <a:latin typeface="+mn-lt"/>
                <a:ea typeface="+mn-ea"/>
                <a:cs typeface="+mn-cs"/>
              </a:defRPr>
            </a:lvl1pPr>
            <a:lvl2pPr marL="438912" indent="-219456" algn="l" defTabSz="914400" rtl="0" eaLnBrk="1" latinLnBrk="0" hangingPunct="1">
              <a:lnSpc>
                <a:spcPct val="100000"/>
              </a:lnSpc>
              <a:spcBef>
                <a:spcPts val="0"/>
              </a:spcBef>
              <a:spcAft>
                <a:spcPts val="600"/>
              </a:spcAft>
              <a:buClr>
                <a:schemeClr val="accent1"/>
              </a:buClr>
              <a:buSzPct val="100000"/>
              <a:buFont typeface="Arial" panose="020B0604020202020204" pitchFamily="34" charset="0"/>
              <a:buChar char="–"/>
              <a:defRPr lang="en-US" sz="1800" kern="1200" dirty="0" smtClean="0">
                <a:solidFill>
                  <a:schemeClr val="tx1"/>
                </a:solidFill>
                <a:latin typeface="+mn-lt"/>
                <a:ea typeface="+mn-ea"/>
                <a:cs typeface="+mn-cs"/>
              </a:defRPr>
            </a:lvl2pPr>
            <a:lvl3pPr marL="621792" indent="-219456" algn="l" defTabSz="914400" rtl="0" eaLnBrk="1" latinLnBrk="0" hangingPunct="1">
              <a:lnSpc>
                <a:spcPct val="100000"/>
              </a:lnSpc>
              <a:spcBef>
                <a:spcPts val="0"/>
              </a:spcBef>
              <a:spcAft>
                <a:spcPts val="600"/>
              </a:spcAft>
              <a:buClr>
                <a:schemeClr val="tx2"/>
              </a:buClr>
              <a:buSzPct val="75000"/>
              <a:buFont typeface="Arial" panose="020B0604020202020204" pitchFamily="34" charset="0"/>
              <a:buChar char="•"/>
              <a:defRPr lang="en-US" sz="1800" kern="1200" dirty="0" smtClean="0">
                <a:solidFill>
                  <a:schemeClr val="tx1"/>
                </a:solidFill>
                <a:latin typeface="+mn-lt"/>
                <a:ea typeface="+mn-ea"/>
                <a:cs typeface="+mn-cs"/>
              </a:defRPr>
            </a:lvl3pPr>
            <a:lvl4pPr indent="-219456" algn="l" defTabSz="914400" rtl="0" eaLnBrk="1" latinLnBrk="0" hangingPunct="1">
              <a:lnSpc>
                <a:spcPct val="100000"/>
              </a:lnSpc>
              <a:spcBef>
                <a:spcPts val="0"/>
              </a:spcBef>
              <a:spcAft>
                <a:spcPts val="600"/>
              </a:spcAft>
              <a:buClr>
                <a:schemeClr val="accent1"/>
              </a:buClr>
              <a:buFont typeface="Arial" panose="020B0604020202020204" pitchFamily="34" charset="0"/>
              <a:defRPr lang="en-US" sz="1800" kern="1200" dirty="0" smtClean="0">
                <a:solidFill>
                  <a:schemeClr val="tx1"/>
                </a:solidFill>
                <a:latin typeface="+mn-lt"/>
                <a:ea typeface="+mn-ea"/>
                <a:cs typeface="+mn-cs"/>
              </a:defRPr>
            </a:lvl4pPr>
            <a:lvl5pPr indent="-219456" algn="l" defTabSz="914400" rtl="0" eaLnBrk="1" latinLnBrk="0" hangingPunct="1">
              <a:lnSpc>
                <a:spcPct val="100000"/>
              </a:lnSpc>
              <a:spcBef>
                <a:spcPts val="0"/>
              </a:spcBef>
              <a:spcAft>
                <a:spcPts val="600"/>
              </a:spcAft>
              <a:buFont typeface="Arial" panose="020B0604020202020204" pitchFamily="34" charset="0"/>
              <a:defRPr lang="en-US" sz="1800" kern="1200" dirty="0">
                <a:solidFill>
                  <a:schemeClr val="tx1"/>
                </a:solidFill>
                <a:latin typeface="+mn-lt"/>
                <a:ea typeface="+mn-ea"/>
                <a:cs typeface="+mn-cs"/>
              </a:defRPr>
            </a:lvl5pPr>
          </a:lstStyle>
          <a:p>
            <a:pPr lvl="0"/>
            <a:r>
              <a:rPr lang="en-US"/>
              <a:t>Main bullet. 18 pt. black.</a:t>
            </a:r>
          </a:p>
          <a:p>
            <a:pPr lvl="1"/>
            <a:r>
              <a:rPr lang="en-US"/>
              <a:t>Second level</a:t>
            </a:r>
          </a:p>
          <a:p>
            <a:pPr lvl="2"/>
            <a:r>
              <a:rPr lang="en-US"/>
              <a:t>Third level</a:t>
            </a:r>
          </a:p>
          <a:p>
            <a:pPr lvl="3"/>
            <a:r>
              <a:rPr lang="en-US"/>
              <a:t>Fourth level</a:t>
            </a:r>
          </a:p>
        </p:txBody>
      </p:sp>
      <p:sp>
        <p:nvSpPr>
          <p:cNvPr id="23" name="Slide number"/>
          <p:cNvSpPr>
            <a:spLocks noGrp="1"/>
          </p:cNvSpPr>
          <p:nvPr>
            <p:ph type="sldNum" sz="quarter" idx="4"/>
          </p:nvPr>
        </p:nvSpPr>
        <p:spPr>
          <a:xfrm>
            <a:off x="10983397" y="6380414"/>
            <a:ext cx="531946" cy="365125"/>
          </a:xfrm>
          <a:prstGeom prst="rect">
            <a:avLst/>
          </a:prstGeom>
        </p:spPr>
        <p:txBody>
          <a:bodyPr vert="horz" lIns="0" tIns="0" rIns="0" bIns="0" rtlCol="0" anchor="t" anchorCtr="0"/>
          <a:lstStyle>
            <a:lvl1pPr algn="r">
              <a:defRPr lang="en-US" sz="1200" kern="1200" smtClean="0">
                <a:solidFill>
                  <a:schemeClr val="tx1">
                    <a:tint val="75000"/>
                  </a:schemeClr>
                </a:solidFill>
                <a:latin typeface="+mn-lt"/>
                <a:ea typeface="+mn-ea"/>
                <a:cs typeface="+mn-cs"/>
              </a:defRPr>
            </a:lvl1pPr>
          </a:lstStyle>
          <a:p>
            <a:fld id="{07165E6F-54ED-4977-A15E-D44BE7238A65}" type="slidenum">
              <a:rPr lang="en-US" smtClean="0"/>
              <a:pPr/>
              <a:t>‹#›</a:t>
            </a:fld>
            <a:endParaRPr lang="en-US"/>
          </a:p>
        </p:txBody>
      </p:sp>
      <p:sp>
        <p:nvSpPr>
          <p:cNvPr id="15" name="Text Placeholder 2"/>
          <p:cNvSpPr>
            <a:spLocks noGrp="1"/>
          </p:cNvSpPr>
          <p:nvPr>
            <p:ph type="body" sz="quarter" idx="21" hasCustomPrompt="1"/>
          </p:nvPr>
        </p:nvSpPr>
        <p:spPr>
          <a:xfrm>
            <a:off x="6271500" y="1580534"/>
            <a:ext cx="5243843" cy="341632"/>
          </a:xfrm>
          <a:noFill/>
        </p:spPr>
        <p:txBody>
          <a:bodyPr wrap="square" bIns="91440">
            <a:spAutoFit/>
          </a:bodyPr>
          <a:lstStyle>
            <a:lvl1pPr marL="0" marR="0" indent="0" algn="l" defTabSz="914400" rtl="0" eaLnBrk="1" fontAlgn="auto" latinLnBrk="0" hangingPunct="1">
              <a:lnSpc>
                <a:spcPct val="90000"/>
              </a:lnSpc>
              <a:spcBef>
                <a:spcPts val="0"/>
              </a:spcBef>
              <a:spcAft>
                <a:spcPts val="0"/>
              </a:spcAft>
              <a:buClrTx/>
              <a:buSzPct val="115000"/>
              <a:buFont typeface="Arial" panose="020B0604020202020204" pitchFamily="34" charset="0"/>
              <a:buNone/>
              <a:tabLst/>
              <a:defRPr sz="1800" b="1" baseline="0">
                <a:solidFill>
                  <a:schemeClr val="tx2"/>
                </a:solidFill>
              </a:defRPr>
            </a:lvl1pPr>
          </a:lstStyle>
          <a:p>
            <a:pPr marL="0" marR="0" lvl="0" indent="0" algn="l" defTabSz="914400" rtl="0" eaLnBrk="1" fontAlgn="auto" latinLnBrk="0" hangingPunct="1">
              <a:lnSpc>
                <a:spcPct val="90000"/>
              </a:lnSpc>
              <a:spcBef>
                <a:spcPts val="0"/>
              </a:spcBef>
              <a:spcAft>
                <a:spcPts val="0"/>
              </a:spcAft>
              <a:buClrTx/>
              <a:buSzPct val="115000"/>
              <a:buFont typeface="Arial" panose="020B0604020202020204" pitchFamily="34" charset="0"/>
              <a:buNone/>
              <a:tabLst/>
              <a:defRPr/>
            </a:pPr>
            <a:r>
              <a:rPr lang="en-US"/>
              <a:t>Subhead 18 pt. RTX red. Bold. Sentence case.</a:t>
            </a:r>
          </a:p>
        </p:txBody>
      </p:sp>
      <p:sp>
        <p:nvSpPr>
          <p:cNvPr id="16" name="Text Placeholder 2"/>
          <p:cNvSpPr>
            <a:spLocks noGrp="1"/>
          </p:cNvSpPr>
          <p:nvPr>
            <p:ph type="body" sz="quarter" idx="25" hasCustomPrompt="1"/>
          </p:nvPr>
        </p:nvSpPr>
        <p:spPr>
          <a:xfrm>
            <a:off x="699757" y="1580534"/>
            <a:ext cx="5243843" cy="341632"/>
          </a:xfrm>
          <a:noFill/>
        </p:spPr>
        <p:txBody>
          <a:bodyPr wrap="square" bIns="91440">
            <a:spAutoFit/>
          </a:bodyPr>
          <a:lstStyle>
            <a:lvl1pPr marL="0" marR="0" indent="0" algn="l" defTabSz="914400" rtl="0" eaLnBrk="1" fontAlgn="auto" latinLnBrk="0" hangingPunct="1">
              <a:lnSpc>
                <a:spcPct val="90000"/>
              </a:lnSpc>
              <a:spcBef>
                <a:spcPts val="0"/>
              </a:spcBef>
              <a:spcAft>
                <a:spcPts val="0"/>
              </a:spcAft>
              <a:buClrTx/>
              <a:buSzPct val="115000"/>
              <a:buFont typeface="Arial" panose="020B0604020202020204" pitchFamily="34" charset="0"/>
              <a:buNone/>
              <a:tabLst/>
              <a:defRPr sz="1800" b="1" baseline="0">
                <a:solidFill>
                  <a:schemeClr val="tx2"/>
                </a:solidFill>
              </a:defRPr>
            </a:lvl1pPr>
          </a:lstStyle>
          <a:p>
            <a:pPr marL="0" marR="0" lvl="0" indent="0" algn="l" defTabSz="914400" rtl="0" eaLnBrk="1" fontAlgn="auto" latinLnBrk="0" hangingPunct="1">
              <a:lnSpc>
                <a:spcPct val="90000"/>
              </a:lnSpc>
              <a:spcBef>
                <a:spcPts val="0"/>
              </a:spcBef>
              <a:spcAft>
                <a:spcPts val="0"/>
              </a:spcAft>
              <a:buClrTx/>
              <a:buSzPct val="115000"/>
              <a:buFont typeface="Arial" panose="020B0604020202020204" pitchFamily="34" charset="0"/>
              <a:buNone/>
              <a:tabLst/>
              <a:defRPr/>
            </a:pPr>
            <a:r>
              <a:rPr lang="en-US"/>
              <a:t>Subhead 18 pt. RTX red. Bold. Sentence case.</a:t>
            </a:r>
          </a:p>
        </p:txBody>
      </p:sp>
      <p:sp>
        <p:nvSpPr>
          <p:cNvPr id="17" name="Text Placeholder 2"/>
          <p:cNvSpPr>
            <a:spLocks noGrp="1"/>
          </p:cNvSpPr>
          <p:nvPr>
            <p:ph type="body" sz="quarter" idx="26" hasCustomPrompt="1"/>
          </p:nvPr>
        </p:nvSpPr>
        <p:spPr>
          <a:xfrm>
            <a:off x="6271500" y="3714404"/>
            <a:ext cx="5243843" cy="341632"/>
          </a:xfrm>
          <a:noFill/>
        </p:spPr>
        <p:txBody>
          <a:bodyPr wrap="square" bIns="91440">
            <a:spAutoFit/>
          </a:bodyPr>
          <a:lstStyle>
            <a:lvl1pPr marL="0" marR="0" indent="0" algn="l" defTabSz="914400" rtl="0" eaLnBrk="1" fontAlgn="auto" latinLnBrk="0" hangingPunct="1">
              <a:lnSpc>
                <a:spcPct val="90000"/>
              </a:lnSpc>
              <a:spcBef>
                <a:spcPts val="0"/>
              </a:spcBef>
              <a:spcAft>
                <a:spcPts val="0"/>
              </a:spcAft>
              <a:buClrTx/>
              <a:buSzPct val="115000"/>
              <a:buFont typeface="Arial" panose="020B0604020202020204" pitchFamily="34" charset="0"/>
              <a:buNone/>
              <a:tabLst/>
              <a:defRPr sz="1800" b="1" baseline="0">
                <a:solidFill>
                  <a:schemeClr val="tx2"/>
                </a:solidFill>
              </a:defRPr>
            </a:lvl1pPr>
          </a:lstStyle>
          <a:p>
            <a:pPr marL="0" marR="0" lvl="0" indent="0" algn="l" defTabSz="914400" rtl="0" eaLnBrk="1" fontAlgn="auto" latinLnBrk="0" hangingPunct="1">
              <a:lnSpc>
                <a:spcPct val="90000"/>
              </a:lnSpc>
              <a:spcBef>
                <a:spcPts val="0"/>
              </a:spcBef>
              <a:spcAft>
                <a:spcPts val="0"/>
              </a:spcAft>
              <a:buClrTx/>
              <a:buSzPct val="115000"/>
              <a:buFont typeface="Arial" panose="020B0604020202020204" pitchFamily="34" charset="0"/>
              <a:buNone/>
              <a:tabLst/>
              <a:defRPr/>
            </a:pPr>
            <a:r>
              <a:rPr lang="en-US"/>
              <a:t>Subhead 18 pt. RTX red. Bold. Sentence case.</a:t>
            </a:r>
          </a:p>
        </p:txBody>
      </p:sp>
      <p:sp>
        <p:nvSpPr>
          <p:cNvPr id="18" name="Text Placeholder 2"/>
          <p:cNvSpPr>
            <a:spLocks noGrp="1"/>
          </p:cNvSpPr>
          <p:nvPr>
            <p:ph type="body" sz="quarter" idx="27" hasCustomPrompt="1"/>
          </p:nvPr>
        </p:nvSpPr>
        <p:spPr>
          <a:xfrm>
            <a:off x="699757" y="3714404"/>
            <a:ext cx="5243843" cy="341632"/>
          </a:xfrm>
          <a:noFill/>
        </p:spPr>
        <p:txBody>
          <a:bodyPr wrap="square" bIns="91440">
            <a:spAutoFit/>
          </a:bodyPr>
          <a:lstStyle>
            <a:lvl1pPr marL="0" marR="0" indent="0" algn="l" defTabSz="914400" rtl="0" eaLnBrk="1" fontAlgn="auto" latinLnBrk="0" hangingPunct="1">
              <a:lnSpc>
                <a:spcPct val="90000"/>
              </a:lnSpc>
              <a:spcBef>
                <a:spcPts val="0"/>
              </a:spcBef>
              <a:spcAft>
                <a:spcPts val="0"/>
              </a:spcAft>
              <a:buClrTx/>
              <a:buSzPct val="115000"/>
              <a:buFont typeface="Arial" panose="020B0604020202020204" pitchFamily="34" charset="0"/>
              <a:buNone/>
              <a:tabLst/>
              <a:defRPr sz="1800" b="1" baseline="0">
                <a:solidFill>
                  <a:schemeClr val="tx2"/>
                </a:solidFill>
              </a:defRPr>
            </a:lvl1pPr>
          </a:lstStyle>
          <a:p>
            <a:pPr marL="0" marR="0" lvl="0" indent="0" algn="l" defTabSz="914400" rtl="0" eaLnBrk="1" fontAlgn="auto" latinLnBrk="0" hangingPunct="1">
              <a:lnSpc>
                <a:spcPct val="90000"/>
              </a:lnSpc>
              <a:spcBef>
                <a:spcPts val="0"/>
              </a:spcBef>
              <a:spcAft>
                <a:spcPts val="0"/>
              </a:spcAft>
              <a:buClrTx/>
              <a:buSzPct val="115000"/>
              <a:buFont typeface="Arial" panose="020B0604020202020204" pitchFamily="34" charset="0"/>
              <a:buNone/>
              <a:tabLst/>
              <a:defRPr/>
            </a:pPr>
            <a:r>
              <a:rPr lang="en-US"/>
              <a:t>Subhead 18 pt. RTX red. Bold. Sentence case.</a:t>
            </a:r>
          </a:p>
        </p:txBody>
      </p:sp>
      <p:sp>
        <p:nvSpPr>
          <p:cNvPr id="19" name="Title 5"/>
          <p:cNvSpPr>
            <a:spLocks noGrp="1"/>
          </p:cNvSpPr>
          <p:nvPr>
            <p:ph type="title" hasCustomPrompt="1"/>
          </p:nvPr>
        </p:nvSpPr>
        <p:spPr>
          <a:xfrm>
            <a:off x="694944" y="514473"/>
            <a:ext cx="10811256" cy="676653"/>
          </a:xfrm>
          <a:prstGeom prst="rect">
            <a:avLst/>
          </a:prstGeom>
        </p:spPr>
        <p:txBody>
          <a:bodyPr/>
          <a:lstStyle>
            <a:lvl1pPr>
              <a:lnSpc>
                <a:spcPct val="80000"/>
              </a:lnSpc>
              <a:defRPr/>
            </a:lvl1pPr>
          </a:lstStyle>
          <a:p>
            <a:r>
              <a:rPr lang="en-US"/>
              <a:t>TITLE. 32 PT. BLACK. REGULAR. UPPERCASE. TWO LINES MAX.</a:t>
            </a:r>
          </a:p>
        </p:txBody>
      </p:sp>
      <p:sp>
        <p:nvSpPr>
          <p:cNvPr id="21" name="Takeaway bar"/>
          <p:cNvSpPr>
            <a:spLocks noGrp="1"/>
          </p:cNvSpPr>
          <p:nvPr>
            <p:ph type="body" sz="quarter" idx="15" hasCustomPrompt="1"/>
          </p:nvPr>
        </p:nvSpPr>
        <p:spPr>
          <a:xfrm>
            <a:off x="694944" y="5912568"/>
            <a:ext cx="10820399" cy="273280"/>
          </a:xfrm>
          <a:solidFill>
            <a:schemeClr val="accent1"/>
          </a:solidFill>
        </p:spPr>
        <p:txBody>
          <a:bodyPr vert="horz" wrap="square" lIns="621792" tIns="64008" rIns="621792" bIns="36576" rtlCol="0" anchor="b" anchorCtr="0">
            <a:spAutoFit/>
          </a:bodyPr>
          <a:lstStyle>
            <a:lvl1pPr marL="0" indent="0" algn="ctr" defTabSz="0">
              <a:lnSpc>
                <a:spcPts val="1300"/>
              </a:lnSpc>
              <a:spcBef>
                <a:spcPts val="0"/>
              </a:spcBef>
              <a:buFontTx/>
              <a:buNone/>
              <a:defRPr lang="en-US" sz="1600" b="1" dirty="0">
                <a:solidFill>
                  <a:schemeClr val="bg1"/>
                </a:solidFill>
                <a:latin typeface="Arial" panose="020B0604020202020204" pitchFamily="34" charset="0"/>
                <a:ea typeface="+mj-ea"/>
                <a:cs typeface="Arial" panose="020B0604020202020204" pitchFamily="34" charset="0"/>
              </a:defRPr>
            </a:lvl1pPr>
          </a:lstStyle>
          <a:p>
            <a:pPr marL="0" lvl="0" indent="0" algn="ctr">
              <a:buNone/>
            </a:pPr>
            <a:r>
              <a:rPr lang="en-US"/>
              <a:t>Optional takeaway bar. White. Bold. 16 pt. Centered. Sentence case.</a:t>
            </a:r>
          </a:p>
        </p:txBody>
      </p:sp>
    </p:spTree>
    <p:extLst>
      <p:ext uri="{BB962C8B-B14F-4D97-AF65-F5344CB8AC3E}">
        <p14:creationId xmlns:p14="http://schemas.microsoft.com/office/powerpoint/2010/main" val="3064204444"/>
      </p:ext>
    </p:extLst>
  </p:cSld>
  <p:clrMapOvr>
    <a:masterClrMapping/>
  </p:clrMapOvr>
  <p:extLst>
    <p:ext uri="{DCECCB84-F9BA-43D5-87BE-67443E8EF086}">
      <p15:sldGuideLst xmlns:p15="http://schemas.microsoft.com/office/powerpoint/2012/main"/>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userDrawn="1">
  <p:cSld name="Content | Two Columns | White">
    <p:bg>
      <p:bgRef idx="1001">
        <a:schemeClr val="bg1"/>
      </p:bgRef>
    </p:bg>
    <p:spTree>
      <p:nvGrpSpPr>
        <p:cNvPr id="1" name=""/>
        <p:cNvGrpSpPr/>
        <p:nvPr/>
      </p:nvGrpSpPr>
      <p:grpSpPr>
        <a:xfrm>
          <a:off x="0" y="0"/>
          <a:ext cx="0" cy="0"/>
          <a:chOff x="0" y="0"/>
          <a:chExt cx="0" cy="0"/>
        </a:xfrm>
      </p:grpSpPr>
      <p:sp>
        <p:nvSpPr>
          <p:cNvPr id="11" name="Text Placeholder 2">
            <a:extLst>
              <a:ext uri="{FF2B5EF4-FFF2-40B4-BE49-F238E27FC236}">
                <a16:creationId xmlns:a16="http://schemas.microsoft.com/office/drawing/2014/main" id="{CDB3C81C-40F3-42DA-9512-9E80A45B2215}"/>
              </a:ext>
            </a:extLst>
          </p:cNvPr>
          <p:cNvSpPr>
            <a:spLocks noGrp="1"/>
          </p:cNvSpPr>
          <p:nvPr>
            <p:ph type="body" idx="1" hasCustomPrompt="1"/>
          </p:nvPr>
        </p:nvSpPr>
        <p:spPr>
          <a:xfrm>
            <a:off x="609600" y="1166707"/>
            <a:ext cx="10972800" cy="411740"/>
          </a:xfrm>
          <a:prstGeom prst="rect">
            <a:avLst/>
          </a:prstGeom>
        </p:spPr>
        <p:txBody>
          <a:bodyPr anchor="t">
            <a:normAutofit/>
          </a:bodyPr>
          <a:lstStyle>
            <a:lvl1pPr marL="0" marR="0" indent="0" algn="l" defTabSz="609555" rtl="0" eaLnBrk="1" fontAlgn="auto" latinLnBrk="0" hangingPunct="1">
              <a:lnSpc>
                <a:spcPct val="100000"/>
              </a:lnSpc>
              <a:spcBef>
                <a:spcPct val="20000"/>
              </a:spcBef>
              <a:spcAft>
                <a:spcPts val="0"/>
              </a:spcAft>
              <a:buClr>
                <a:schemeClr val="accent1"/>
              </a:buClr>
              <a:buSzTx/>
              <a:buFont typeface="Arial" panose="020B0604020202020204" pitchFamily="34" charset="0"/>
              <a:buNone/>
              <a:tabLst/>
              <a:defRPr sz="1467" b="0" cap="all" spc="400" baseline="0">
                <a:solidFill>
                  <a:schemeClr val="accent1"/>
                </a:solidFill>
              </a:defRPr>
            </a:lvl1pPr>
            <a:lvl2pPr marL="609555" indent="0">
              <a:buNone/>
              <a:defRPr sz="2667" b="1"/>
            </a:lvl2pPr>
            <a:lvl3pPr marL="1219110" indent="0">
              <a:buNone/>
              <a:defRPr sz="2400" b="1"/>
            </a:lvl3pPr>
            <a:lvl4pPr marL="1828664" indent="0">
              <a:buNone/>
              <a:defRPr sz="2133" b="1"/>
            </a:lvl4pPr>
            <a:lvl5pPr marL="2438218" indent="0">
              <a:buNone/>
              <a:defRPr sz="2133" b="1"/>
            </a:lvl5pPr>
            <a:lvl6pPr marL="3047772" indent="0">
              <a:buNone/>
              <a:defRPr sz="2133" b="1"/>
            </a:lvl6pPr>
            <a:lvl7pPr marL="3657327" indent="0">
              <a:buNone/>
              <a:defRPr sz="2133" b="1"/>
            </a:lvl7pPr>
            <a:lvl8pPr marL="4266880" indent="0">
              <a:buNone/>
              <a:defRPr sz="2133" b="1"/>
            </a:lvl8pPr>
            <a:lvl9pPr marL="4876435" indent="0">
              <a:buNone/>
              <a:defRPr sz="2133" b="1"/>
            </a:lvl9pPr>
          </a:lstStyle>
          <a:p>
            <a:pPr marL="0" marR="0" lvl="0" indent="0" algn="l" defTabSz="609555" rtl="0" eaLnBrk="1" fontAlgn="auto" latinLnBrk="0" hangingPunct="1">
              <a:lnSpc>
                <a:spcPct val="100000"/>
              </a:lnSpc>
              <a:spcBef>
                <a:spcPct val="20000"/>
              </a:spcBef>
              <a:spcAft>
                <a:spcPts val="0"/>
              </a:spcAft>
              <a:buClr>
                <a:schemeClr val="accent1"/>
              </a:buClr>
              <a:buSzTx/>
              <a:buFont typeface="Arial" panose="020B0604020202020204" pitchFamily="34" charset="0"/>
              <a:buNone/>
              <a:tabLst/>
              <a:defRPr/>
            </a:pPr>
            <a:r>
              <a:rPr lang="en-US"/>
              <a:t>SUBHEAD HERE. ALL CAPS. TERRA COTTA. 11 PT.</a:t>
            </a:r>
          </a:p>
        </p:txBody>
      </p:sp>
      <p:sp>
        <p:nvSpPr>
          <p:cNvPr id="3" name="Title 2">
            <a:extLst>
              <a:ext uri="{FF2B5EF4-FFF2-40B4-BE49-F238E27FC236}">
                <a16:creationId xmlns:a16="http://schemas.microsoft.com/office/drawing/2014/main" id="{670FBF85-F908-9543-AF8C-C05EF7A1286E}"/>
              </a:ext>
            </a:extLst>
          </p:cNvPr>
          <p:cNvSpPr>
            <a:spLocks noGrp="1"/>
          </p:cNvSpPr>
          <p:nvPr>
            <p:ph type="title" hasCustomPrompt="1"/>
          </p:nvPr>
        </p:nvSpPr>
        <p:spPr/>
        <p:txBody>
          <a:bodyPr/>
          <a:lstStyle>
            <a:lvl1pPr>
              <a:defRPr spc="400" baseline="0"/>
            </a:lvl1pPr>
          </a:lstStyle>
          <a:p>
            <a:r>
              <a:rPr lang="en-US"/>
              <a:t>TITLE HERE. ALL CAPS. BLACK. 24 PT.</a:t>
            </a:r>
          </a:p>
        </p:txBody>
      </p:sp>
      <p:sp>
        <p:nvSpPr>
          <p:cNvPr id="2" name="Footer Placeholder 1">
            <a:extLst>
              <a:ext uri="{FF2B5EF4-FFF2-40B4-BE49-F238E27FC236}">
                <a16:creationId xmlns:a16="http://schemas.microsoft.com/office/drawing/2014/main" id="{449D82DC-4516-4CFC-A86F-BFEA28FF5E60}"/>
              </a:ext>
            </a:extLst>
          </p:cNvPr>
          <p:cNvSpPr>
            <a:spLocks noGrp="1"/>
          </p:cNvSpPr>
          <p:nvPr>
            <p:ph type="ftr" sz="quarter" idx="10"/>
          </p:nvPr>
        </p:nvSpPr>
        <p:spPr/>
        <p:txBody>
          <a:bodyPr/>
          <a:lstStyle>
            <a:lvl1pPr>
              <a:defRPr spc="0"/>
            </a:lvl1pPr>
          </a:lstStyle>
          <a:p>
            <a:r>
              <a:rPr lang="en-US"/>
              <a:t>CS Agentic Development</a:t>
            </a:r>
          </a:p>
        </p:txBody>
      </p:sp>
      <p:sp>
        <p:nvSpPr>
          <p:cNvPr id="12" name="Content Placeholder 4">
            <a:extLst>
              <a:ext uri="{FF2B5EF4-FFF2-40B4-BE49-F238E27FC236}">
                <a16:creationId xmlns:a16="http://schemas.microsoft.com/office/drawing/2014/main" id="{4C5A4B9D-E5EB-4E0B-9B27-98BCC447BCEE}"/>
              </a:ext>
            </a:extLst>
          </p:cNvPr>
          <p:cNvSpPr>
            <a:spLocks noGrp="1"/>
          </p:cNvSpPr>
          <p:nvPr>
            <p:ph sz="quarter" idx="11"/>
          </p:nvPr>
        </p:nvSpPr>
        <p:spPr>
          <a:xfrm>
            <a:off x="609600" y="1753432"/>
            <a:ext cx="5386917" cy="4372672"/>
          </a:xfrm>
        </p:spPr>
        <p:txBody>
          <a:bodyPr/>
          <a:lstStyle>
            <a:lvl1pPr>
              <a:defRPr spc="0"/>
            </a:lvl1pPr>
            <a:lvl2pPr>
              <a:defRPr spc="0"/>
            </a:lvl2pPr>
            <a:lvl3pPr>
              <a:defRPr spc="0"/>
            </a:lvl3pPr>
            <a:lvl4pPr>
              <a:defRPr spc="0"/>
            </a:lvl4pPr>
            <a:lvl5pPr>
              <a:defRPr spc="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8">
            <a:extLst>
              <a:ext uri="{FF2B5EF4-FFF2-40B4-BE49-F238E27FC236}">
                <a16:creationId xmlns:a16="http://schemas.microsoft.com/office/drawing/2014/main" id="{F1C83059-51E5-4C78-98F2-FD7F352BC5B4}"/>
              </a:ext>
            </a:extLst>
          </p:cNvPr>
          <p:cNvSpPr>
            <a:spLocks noGrp="1"/>
          </p:cNvSpPr>
          <p:nvPr>
            <p:ph sz="quarter" idx="12"/>
          </p:nvPr>
        </p:nvSpPr>
        <p:spPr>
          <a:xfrm>
            <a:off x="6193367" y="1754661"/>
            <a:ext cx="5386917" cy="4363921"/>
          </a:xfrm>
        </p:spPr>
        <p:txBody>
          <a:bodyPr/>
          <a:lstStyle>
            <a:lvl1pPr>
              <a:defRPr spc="0"/>
            </a:lvl1pPr>
            <a:lvl2pPr>
              <a:defRPr spc="0"/>
            </a:lvl2pPr>
            <a:lvl3pPr>
              <a:defRPr spc="0"/>
            </a:lvl3pPr>
            <a:lvl4pPr>
              <a:defRPr spc="0"/>
            </a:lvl4pPr>
            <a:lvl5pPr>
              <a:defRPr spc="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3">
            <a:extLst>
              <a:ext uri="{FF2B5EF4-FFF2-40B4-BE49-F238E27FC236}">
                <a16:creationId xmlns:a16="http://schemas.microsoft.com/office/drawing/2014/main" id="{7DD22D29-83B6-4887-8B46-FACDF1A79E7A}"/>
              </a:ext>
            </a:extLst>
          </p:cNvPr>
          <p:cNvSpPr>
            <a:spLocks noGrp="1"/>
          </p:cNvSpPr>
          <p:nvPr>
            <p:ph type="sldNum" sz="quarter" idx="13"/>
          </p:nvPr>
        </p:nvSpPr>
        <p:spPr/>
        <p:txBody>
          <a:bodyPr/>
          <a:lstStyle>
            <a:lvl1pPr>
              <a:defRPr spc="0"/>
            </a:lvl1pPr>
          </a:lstStyle>
          <a:p>
            <a:pPr algn="r"/>
            <a:fld id="{01517C5A-21C8-4A78-AA4B-D0D5DD5ADE52}" type="slidenum">
              <a:rPr lang="en-US" smtClean="0"/>
              <a:pPr algn="r"/>
              <a:t>‹#›</a:t>
            </a:fld>
            <a:endParaRPr lang="en-US"/>
          </a:p>
        </p:txBody>
      </p:sp>
    </p:spTree>
    <p:extLst>
      <p:ext uri="{BB962C8B-B14F-4D97-AF65-F5344CB8AC3E}">
        <p14:creationId xmlns:p14="http://schemas.microsoft.com/office/powerpoint/2010/main" val="2834155787"/>
      </p:ext>
    </p:extLst>
  </p:cSld>
  <p:clrMapOvr>
    <a:overrideClrMapping bg1="lt1" tx1="dk1" bg2="lt2" tx2="dk2" accent1="accent1" accent2="accent2" accent3="accent3" accent4="accent4" accent5="accent5" accent6="accent6" hlink="hlink" folHlink="folHlink"/>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userDrawn="1">
  <p:cSld name="Collins Cover: Military - CH-47 and UH-60">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C372F058-A2A7-DC46-91B7-014394BAE9CA}"/>
              </a:ext>
            </a:extLst>
          </p:cNvPr>
          <p:cNvPicPr>
            <a:picLocks noChangeAspect="1"/>
          </p:cNvPicPr>
          <p:nvPr userDrawn="1"/>
        </p:nvPicPr>
        <p:blipFill>
          <a:blip r:embed="rId2"/>
          <a:stretch>
            <a:fillRect/>
          </a:stretch>
        </p:blipFill>
        <p:spPr>
          <a:xfrm>
            <a:off x="-17584" y="-16852"/>
            <a:ext cx="12192000" cy="5010150"/>
          </a:xfrm>
          <a:prstGeom prst="rect">
            <a:avLst/>
          </a:prstGeom>
        </p:spPr>
      </p:pic>
      <p:sp>
        <p:nvSpPr>
          <p:cNvPr id="2" name="Title"/>
          <p:cNvSpPr>
            <a:spLocks noGrp="1"/>
          </p:cNvSpPr>
          <p:nvPr>
            <p:ph type="title" hasCustomPrompt="1"/>
          </p:nvPr>
        </p:nvSpPr>
        <p:spPr>
          <a:xfrm>
            <a:off x="4257535" y="5297244"/>
            <a:ext cx="7105927" cy="566816"/>
          </a:xfrm>
          <a:noFill/>
        </p:spPr>
        <p:txBody>
          <a:bodyPr anchor="b" anchorCtr="0"/>
          <a:lstStyle>
            <a:lvl1pPr defTabSz="914400">
              <a:spcBef>
                <a:spcPct val="0"/>
              </a:spcBef>
              <a:defRPr sz="2200">
                <a:solidFill>
                  <a:schemeClr val="tx1"/>
                </a:solidFill>
              </a:defRPr>
            </a:lvl1pPr>
          </a:lstStyle>
          <a:p>
            <a:pPr lvl="0" defTabSz="914400">
              <a:spcBef>
                <a:spcPct val="0"/>
              </a:spcBef>
            </a:pPr>
            <a:r>
              <a:rPr lang="en-US"/>
              <a:t>TITLE 22 PT. BLACK. REGULAR. UPPERCASE.</a:t>
            </a:r>
          </a:p>
        </p:txBody>
      </p:sp>
      <p:sp>
        <p:nvSpPr>
          <p:cNvPr id="5" name="Text Placeholder 4"/>
          <p:cNvSpPr>
            <a:spLocks noGrp="1"/>
          </p:cNvSpPr>
          <p:nvPr>
            <p:ph type="body" sz="quarter" idx="15" hasCustomPrompt="1"/>
          </p:nvPr>
        </p:nvSpPr>
        <p:spPr>
          <a:xfrm>
            <a:off x="4257535" y="6041041"/>
            <a:ext cx="7105927" cy="216670"/>
          </a:xfrm>
          <a:noFill/>
        </p:spPr>
        <p:txBody>
          <a:bodyPr/>
          <a:lstStyle>
            <a:lvl1pPr marL="0" marR="0" indent="0" algn="l" defTabSz="0" rtl="0" eaLnBrk="1" fontAlgn="auto" latinLnBrk="0" hangingPunct="1">
              <a:lnSpc>
                <a:spcPct val="90000"/>
              </a:lnSpc>
              <a:spcBef>
                <a:spcPts val="0"/>
              </a:spcBef>
              <a:spcAft>
                <a:spcPts val="0"/>
              </a:spcAft>
              <a:buClrTx/>
              <a:buSzPct val="115000"/>
              <a:buFont typeface="Arial" panose="020B0604020202020204" pitchFamily="34" charset="0"/>
              <a:buNone/>
              <a:tabLst/>
              <a:defRPr sz="1600" b="0" baseline="0">
                <a:solidFill>
                  <a:schemeClr val="tx1"/>
                </a:solidFill>
              </a:defRPr>
            </a:lvl1pPr>
          </a:lstStyle>
          <a:p>
            <a:pPr marL="0" marR="0" lvl="0" indent="0" algn="l" defTabSz="0" rtl="0" eaLnBrk="1" fontAlgn="auto" latinLnBrk="0" hangingPunct="1">
              <a:lnSpc>
                <a:spcPct val="90000"/>
              </a:lnSpc>
              <a:spcBef>
                <a:spcPts val="0"/>
              </a:spcBef>
              <a:spcAft>
                <a:spcPts val="0"/>
              </a:spcAft>
              <a:buClrTx/>
              <a:buSzPct val="115000"/>
              <a:buFont typeface="Arial" panose="020B0604020202020204" pitchFamily="34" charset="0"/>
              <a:buNone/>
              <a:tabLst/>
              <a:defRPr/>
            </a:pPr>
            <a:r>
              <a:rPr lang="en-US"/>
              <a:t>Subhead 16 pt. Black. Regular. Sentence case.</a:t>
            </a:r>
          </a:p>
        </p:txBody>
      </p:sp>
      <p:sp>
        <p:nvSpPr>
          <p:cNvPr id="9" name="Logo">
            <a:extLst>
              <a:ext uri="{FF2B5EF4-FFF2-40B4-BE49-F238E27FC236}">
                <a16:creationId xmlns:a16="http://schemas.microsoft.com/office/drawing/2014/main" id="{FB6B4263-0223-C444-A148-BC527D99CBD1}"/>
              </a:ext>
            </a:extLst>
          </p:cNvPr>
          <p:cNvSpPr>
            <a:spLocks noChangeAspect="1" noEditPoints="1"/>
          </p:cNvSpPr>
          <p:nvPr userDrawn="1"/>
        </p:nvSpPr>
        <p:spPr bwMode="auto">
          <a:xfrm>
            <a:off x="472097" y="5520829"/>
            <a:ext cx="3071203" cy="520212"/>
          </a:xfrm>
          <a:custGeom>
            <a:avLst/>
            <a:gdLst>
              <a:gd name="T0" fmla="*/ 1871 w 1887"/>
              <a:gd name="T1" fmla="*/ 204 h 319"/>
              <a:gd name="T2" fmla="*/ 1811 w 1887"/>
              <a:gd name="T3" fmla="*/ 126 h 319"/>
              <a:gd name="T4" fmla="*/ 1886 w 1887"/>
              <a:gd name="T5" fmla="*/ 168 h 319"/>
              <a:gd name="T6" fmla="*/ 1779 w 1887"/>
              <a:gd name="T7" fmla="*/ 204 h 319"/>
              <a:gd name="T8" fmla="*/ 1728 w 1887"/>
              <a:gd name="T9" fmla="*/ 126 h 319"/>
              <a:gd name="T10" fmla="*/ 1751 w 1887"/>
              <a:gd name="T11" fmla="*/ 146 h 319"/>
              <a:gd name="T12" fmla="*/ 1656 w 1887"/>
              <a:gd name="T13" fmla="*/ 179 h 319"/>
              <a:gd name="T14" fmla="*/ 1643 w 1887"/>
              <a:gd name="T15" fmla="*/ 174 h 319"/>
              <a:gd name="T16" fmla="*/ 1611 w 1887"/>
              <a:gd name="T17" fmla="*/ 141 h 319"/>
              <a:gd name="T18" fmla="*/ 1703 w 1887"/>
              <a:gd name="T19" fmla="*/ 115 h 319"/>
              <a:gd name="T20" fmla="*/ 1562 w 1887"/>
              <a:gd name="T21" fmla="*/ 174 h 319"/>
              <a:gd name="T22" fmla="*/ 1549 w 1887"/>
              <a:gd name="T23" fmla="*/ 179 h 319"/>
              <a:gd name="T24" fmla="*/ 1587 w 1887"/>
              <a:gd name="T25" fmla="*/ 126 h 319"/>
              <a:gd name="T26" fmla="*/ 1543 w 1887"/>
              <a:gd name="T27" fmla="*/ 204 h 319"/>
              <a:gd name="T28" fmla="*/ 1448 w 1887"/>
              <a:gd name="T29" fmla="*/ 145 h 319"/>
              <a:gd name="T30" fmla="*/ 1414 w 1887"/>
              <a:gd name="T31" fmla="*/ 198 h 319"/>
              <a:gd name="T32" fmla="*/ 1452 w 1887"/>
              <a:gd name="T33" fmla="*/ 173 h 319"/>
              <a:gd name="T34" fmla="*/ 1453 w 1887"/>
              <a:gd name="T35" fmla="*/ 113 h 319"/>
              <a:gd name="T36" fmla="*/ 1370 w 1887"/>
              <a:gd name="T37" fmla="*/ 175 h 319"/>
              <a:gd name="T38" fmla="*/ 1356 w 1887"/>
              <a:gd name="T39" fmla="*/ 181 h 319"/>
              <a:gd name="T40" fmla="*/ 1321 w 1887"/>
              <a:gd name="T41" fmla="*/ 126 h 319"/>
              <a:gd name="T42" fmla="*/ 1401 w 1887"/>
              <a:gd name="T43" fmla="*/ 178 h 319"/>
              <a:gd name="T44" fmla="*/ 1278 w 1887"/>
              <a:gd name="T45" fmla="*/ 118 h 319"/>
              <a:gd name="T46" fmla="*/ 1270 w 1887"/>
              <a:gd name="T47" fmla="*/ 204 h 319"/>
              <a:gd name="T48" fmla="*/ 1195 w 1887"/>
              <a:gd name="T49" fmla="*/ 150 h 319"/>
              <a:gd name="T50" fmla="*/ 1134 w 1887"/>
              <a:gd name="T51" fmla="*/ 160 h 319"/>
              <a:gd name="T52" fmla="*/ 1221 w 1887"/>
              <a:gd name="T53" fmla="*/ 138 h 319"/>
              <a:gd name="T54" fmla="*/ 1224 w 1887"/>
              <a:gd name="T55" fmla="*/ 197 h 319"/>
              <a:gd name="T56" fmla="*/ 1133 w 1887"/>
              <a:gd name="T57" fmla="*/ 204 h 319"/>
              <a:gd name="T58" fmla="*/ 921 w 1887"/>
              <a:gd name="T59" fmla="*/ 135 h 319"/>
              <a:gd name="T60" fmla="*/ 915 w 1887"/>
              <a:gd name="T61" fmla="*/ 207 h 319"/>
              <a:gd name="T62" fmla="*/ 924 w 1887"/>
              <a:gd name="T63" fmla="*/ 176 h 319"/>
              <a:gd name="T64" fmla="*/ 881 w 1887"/>
              <a:gd name="T65" fmla="*/ 141 h 319"/>
              <a:gd name="T66" fmla="*/ 921 w 1887"/>
              <a:gd name="T67" fmla="*/ 135 h 319"/>
              <a:gd name="T68" fmla="*/ 866 w 1887"/>
              <a:gd name="T69" fmla="*/ 150 h 319"/>
              <a:gd name="T70" fmla="*/ 810 w 1887"/>
              <a:gd name="T71" fmla="*/ 204 h 319"/>
              <a:gd name="T72" fmla="*/ 729 w 1887"/>
              <a:gd name="T73" fmla="*/ 115 h 319"/>
              <a:gd name="T74" fmla="*/ 762 w 1887"/>
              <a:gd name="T75" fmla="*/ 85 h 319"/>
              <a:gd name="T76" fmla="*/ 676 w 1887"/>
              <a:gd name="T77" fmla="*/ 73 h 319"/>
              <a:gd name="T78" fmla="*/ 578 w 1887"/>
              <a:gd name="T79" fmla="*/ 175 h 319"/>
              <a:gd name="T80" fmla="*/ 564 w 1887"/>
              <a:gd name="T81" fmla="*/ 181 h 319"/>
              <a:gd name="T82" fmla="*/ 529 w 1887"/>
              <a:gd name="T83" fmla="*/ 125 h 319"/>
              <a:gd name="T84" fmla="*/ 609 w 1887"/>
              <a:gd name="T85" fmla="*/ 178 h 319"/>
              <a:gd name="T86" fmla="*/ 432 w 1887"/>
              <a:gd name="T87" fmla="*/ 201 h 319"/>
              <a:gd name="T88" fmla="*/ 464 w 1887"/>
              <a:gd name="T89" fmla="*/ 72 h 319"/>
              <a:gd name="T90" fmla="*/ 480 w 1887"/>
              <a:gd name="T91" fmla="*/ 104 h 319"/>
              <a:gd name="T92" fmla="*/ 449 w 1887"/>
              <a:gd name="T93" fmla="*/ 173 h 319"/>
              <a:gd name="T94" fmla="*/ 154 w 1887"/>
              <a:gd name="T95" fmla="*/ 95 h 319"/>
              <a:gd name="T96" fmla="*/ 122 w 1887"/>
              <a:gd name="T97" fmla="*/ 107 h 319"/>
              <a:gd name="T98" fmla="*/ 95 w 1887"/>
              <a:gd name="T99" fmla="*/ 160 h 319"/>
              <a:gd name="T100" fmla="*/ 30 w 1887"/>
              <a:gd name="T101" fmla="*/ 253 h 319"/>
              <a:gd name="T102" fmla="*/ 146 w 1887"/>
              <a:gd name="T103" fmla="*/ 319 h 319"/>
              <a:gd name="T104" fmla="*/ 220 w 1887"/>
              <a:gd name="T105" fmla="*/ 231 h 319"/>
              <a:gd name="T106" fmla="*/ 318 w 1887"/>
              <a:gd name="T107" fmla="*/ 177 h 319"/>
              <a:gd name="T108" fmla="*/ 13 w 1887"/>
              <a:gd name="T109" fmla="*/ 96 h 319"/>
              <a:gd name="T110" fmla="*/ 280 w 1887"/>
              <a:gd name="T111" fmla="*/ 54 h 319"/>
              <a:gd name="T112" fmla="*/ 42 w 1887"/>
              <a:gd name="T113" fmla="*/ 50 h 319"/>
              <a:gd name="T114" fmla="*/ 183 w 1887"/>
              <a:gd name="T115" fmla="*/ 0 h 3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887" h="319">
                <a:moveTo>
                  <a:pt x="1859" y="150"/>
                </a:moveTo>
                <a:cubicBezTo>
                  <a:pt x="1858" y="145"/>
                  <a:pt x="1856" y="142"/>
                  <a:pt x="1854" y="139"/>
                </a:cubicBezTo>
                <a:cubicBezTo>
                  <a:pt x="1851" y="136"/>
                  <a:pt x="1848" y="135"/>
                  <a:pt x="1844" y="135"/>
                </a:cubicBezTo>
                <a:cubicBezTo>
                  <a:pt x="1835" y="135"/>
                  <a:pt x="1830" y="140"/>
                  <a:pt x="1828" y="150"/>
                </a:cubicBezTo>
                <a:lnTo>
                  <a:pt x="1859" y="150"/>
                </a:lnTo>
                <a:close/>
                <a:moveTo>
                  <a:pt x="1887" y="197"/>
                </a:moveTo>
                <a:cubicBezTo>
                  <a:pt x="1883" y="200"/>
                  <a:pt x="1877" y="203"/>
                  <a:pt x="1871" y="204"/>
                </a:cubicBezTo>
                <a:cubicBezTo>
                  <a:pt x="1865" y="206"/>
                  <a:pt x="1858" y="207"/>
                  <a:pt x="1851" y="207"/>
                </a:cubicBezTo>
                <a:cubicBezTo>
                  <a:pt x="1843" y="207"/>
                  <a:pt x="1835" y="206"/>
                  <a:pt x="1829" y="203"/>
                </a:cubicBezTo>
                <a:cubicBezTo>
                  <a:pt x="1822" y="201"/>
                  <a:pt x="1817" y="198"/>
                  <a:pt x="1812" y="194"/>
                </a:cubicBezTo>
                <a:cubicBezTo>
                  <a:pt x="1807" y="190"/>
                  <a:pt x="1804" y="185"/>
                  <a:pt x="1801" y="179"/>
                </a:cubicBezTo>
                <a:cubicBezTo>
                  <a:pt x="1799" y="173"/>
                  <a:pt x="1798" y="167"/>
                  <a:pt x="1798" y="160"/>
                </a:cubicBezTo>
                <a:cubicBezTo>
                  <a:pt x="1798" y="153"/>
                  <a:pt x="1799" y="146"/>
                  <a:pt x="1801" y="141"/>
                </a:cubicBezTo>
                <a:cubicBezTo>
                  <a:pt x="1803" y="135"/>
                  <a:pt x="1806" y="130"/>
                  <a:pt x="1811" y="126"/>
                </a:cubicBezTo>
                <a:cubicBezTo>
                  <a:pt x="1815" y="122"/>
                  <a:pt x="1820" y="118"/>
                  <a:pt x="1825" y="116"/>
                </a:cubicBezTo>
                <a:cubicBezTo>
                  <a:pt x="1831" y="114"/>
                  <a:pt x="1837" y="113"/>
                  <a:pt x="1844" y="113"/>
                </a:cubicBezTo>
                <a:cubicBezTo>
                  <a:pt x="1851" y="113"/>
                  <a:pt x="1857" y="114"/>
                  <a:pt x="1862" y="116"/>
                </a:cubicBezTo>
                <a:cubicBezTo>
                  <a:pt x="1867" y="118"/>
                  <a:pt x="1872" y="121"/>
                  <a:pt x="1876" y="125"/>
                </a:cubicBezTo>
                <a:cubicBezTo>
                  <a:pt x="1880" y="128"/>
                  <a:pt x="1882" y="133"/>
                  <a:pt x="1884" y="138"/>
                </a:cubicBezTo>
                <a:cubicBezTo>
                  <a:pt x="1886" y="144"/>
                  <a:pt x="1887" y="150"/>
                  <a:pt x="1887" y="157"/>
                </a:cubicBezTo>
                <a:cubicBezTo>
                  <a:pt x="1887" y="161"/>
                  <a:pt x="1887" y="165"/>
                  <a:pt x="1886" y="168"/>
                </a:cubicBezTo>
                <a:cubicBezTo>
                  <a:pt x="1828" y="168"/>
                  <a:pt x="1828" y="168"/>
                  <a:pt x="1828" y="168"/>
                </a:cubicBezTo>
                <a:cubicBezTo>
                  <a:pt x="1831" y="178"/>
                  <a:pt x="1840" y="183"/>
                  <a:pt x="1854" y="183"/>
                </a:cubicBezTo>
                <a:cubicBezTo>
                  <a:pt x="1858" y="183"/>
                  <a:pt x="1862" y="182"/>
                  <a:pt x="1866" y="181"/>
                </a:cubicBezTo>
                <a:cubicBezTo>
                  <a:pt x="1870" y="180"/>
                  <a:pt x="1874" y="179"/>
                  <a:pt x="1877" y="178"/>
                </a:cubicBezTo>
                <a:lnTo>
                  <a:pt x="1887" y="197"/>
                </a:lnTo>
                <a:close/>
                <a:moveTo>
                  <a:pt x="1794" y="198"/>
                </a:moveTo>
                <a:cubicBezTo>
                  <a:pt x="1790" y="201"/>
                  <a:pt x="1785" y="203"/>
                  <a:pt x="1779" y="204"/>
                </a:cubicBezTo>
                <a:cubicBezTo>
                  <a:pt x="1774" y="206"/>
                  <a:pt x="1769" y="206"/>
                  <a:pt x="1763" y="206"/>
                </a:cubicBezTo>
                <a:cubicBezTo>
                  <a:pt x="1755" y="206"/>
                  <a:pt x="1748" y="205"/>
                  <a:pt x="1742" y="203"/>
                </a:cubicBezTo>
                <a:cubicBezTo>
                  <a:pt x="1736" y="201"/>
                  <a:pt x="1731" y="198"/>
                  <a:pt x="1727" y="194"/>
                </a:cubicBezTo>
                <a:cubicBezTo>
                  <a:pt x="1723" y="190"/>
                  <a:pt x="1719" y="185"/>
                  <a:pt x="1717" y="179"/>
                </a:cubicBezTo>
                <a:cubicBezTo>
                  <a:pt x="1715" y="173"/>
                  <a:pt x="1714" y="167"/>
                  <a:pt x="1714" y="160"/>
                </a:cubicBezTo>
                <a:cubicBezTo>
                  <a:pt x="1714" y="153"/>
                  <a:pt x="1715" y="147"/>
                  <a:pt x="1718" y="141"/>
                </a:cubicBezTo>
                <a:cubicBezTo>
                  <a:pt x="1720" y="135"/>
                  <a:pt x="1723" y="130"/>
                  <a:pt x="1728" y="126"/>
                </a:cubicBezTo>
                <a:cubicBezTo>
                  <a:pt x="1732" y="122"/>
                  <a:pt x="1737" y="119"/>
                  <a:pt x="1743" y="116"/>
                </a:cubicBezTo>
                <a:cubicBezTo>
                  <a:pt x="1749" y="114"/>
                  <a:pt x="1756" y="113"/>
                  <a:pt x="1763" y="113"/>
                </a:cubicBezTo>
                <a:cubicBezTo>
                  <a:pt x="1773" y="113"/>
                  <a:pt x="1781" y="115"/>
                  <a:pt x="1788" y="118"/>
                </a:cubicBezTo>
                <a:cubicBezTo>
                  <a:pt x="1784" y="144"/>
                  <a:pt x="1784" y="144"/>
                  <a:pt x="1784" y="144"/>
                </a:cubicBezTo>
                <a:cubicBezTo>
                  <a:pt x="1782" y="143"/>
                  <a:pt x="1779" y="142"/>
                  <a:pt x="1775" y="141"/>
                </a:cubicBezTo>
                <a:cubicBezTo>
                  <a:pt x="1772" y="141"/>
                  <a:pt x="1769" y="140"/>
                  <a:pt x="1767" y="140"/>
                </a:cubicBezTo>
                <a:cubicBezTo>
                  <a:pt x="1760" y="140"/>
                  <a:pt x="1755" y="142"/>
                  <a:pt x="1751" y="146"/>
                </a:cubicBezTo>
                <a:cubicBezTo>
                  <a:pt x="1747" y="149"/>
                  <a:pt x="1745" y="154"/>
                  <a:pt x="1745" y="160"/>
                </a:cubicBezTo>
                <a:cubicBezTo>
                  <a:pt x="1745" y="166"/>
                  <a:pt x="1747" y="170"/>
                  <a:pt x="1751" y="174"/>
                </a:cubicBezTo>
                <a:cubicBezTo>
                  <a:pt x="1755" y="177"/>
                  <a:pt x="1760" y="179"/>
                  <a:pt x="1767" y="179"/>
                </a:cubicBezTo>
                <a:cubicBezTo>
                  <a:pt x="1770" y="179"/>
                  <a:pt x="1772" y="179"/>
                  <a:pt x="1775" y="178"/>
                </a:cubicBezTo>
                <a:cubicBezTo>
                  <a:pt x="1778" y="178"/>
                  <a:pt x="1780" y="177"/>
                  <a:pt x="1782" y="176"/>
                </a:cubicBezTo>
                <a:lnTo>
                  <a:pt x="1794" y="198"/>
                </a:lnTo>
                <a:close/>
                <a:moveTo>
                  <a:pt x="1656" y="179"/>
                </a:moveTo>
                <a:cubicBezTo>
                  <a:pt x="1662" y="179"/>
                  <a:pt x="1666" y="177"/>
                  <a:pt x="1669" y="174"/>
                </a:cubicBezTo>
                <a:cubicBezTo>
                  <a:pt x="1673" y="170"/>
                  <a:pt x="1674" y="165"/>
                  <a:pt x="1674" y="160"/>
                </a:cubicBezTo>
                <a:cubicBezTo>
                  <a:pt x="1674" y="154"/>
                  <a:pt x="1673" y="149"/>
                  <a:pt x="1669" y="145"/>
                </a:cubicBezTo>
                <a:cubicBezTo>
                  <a:pt x="1666" y="142"/>
                  <a:pt x="1662" y="140"/>
                  <a:pt x="1656" y="140"/>
                </a:cubicBezTo>
                <a:cubicBezTo>
                  <a:pt x="1651" y="140"/>
                  <a:pt x="1647" y="142"/>
                  <a:pt x="1643" y="145"/>
                </a:cubicBezTo>
                <a:cubicBezTo>
                  <a:pt x="1640" y="149"/>
                  <a:pt x="1638" y="154"/>
                  <a:pt x="1638" y="160"/>
                </a:cubicBezTo>
                <a:cubicBezTo>
                  <a:pt x="1638" y="165"/>
                  <a:pt x="1640" y="170"/>
                  <a:pt x="1643" y="174"/>
                </a:cubicBezTo>
                <a:cubicBezTo>
                  <a:pt x="1647" y="177"/>
                  <a:pt x="1651" y="179"/>
                  <a:pt x="1656" y="179"/>
                </a:cubicBezTo>
                <a:moveTo>
                  <a:pt x="1648" y="207"/>
                </a:moveTo>
                <a:cubicBezTo>
                  <a:pt x="1642" y="207"/>
                  <a:pt x="1637" y="206"/>
                  <a:pt x="1632" y="203"/>
                </a:cubicBezTo>
                <a:cubicBezTo>
                  <a:pt x="1627" y="201"/>
                  <a:pt x="1622" y="198"/>
                  <a:pt x="1619" y="194"/>
                </a:cubicBezTo>
                <a:cubicBezTo>
                  <a:pt x="1615" y="189"/>
                  <a:pt x="1613" y="185"/>
                  <a:pt x="1611" y="179"/>
                </a:cubicBezTo>
                <a:cubicBezTo>
                  <a:pt x="1609" y="173"/>
                  <a:pt x="1608" y="167"/>
                  <a:pt x="1608" y="160"/>
                </a:cubicBezTo>
                <a:cubicBezTo>
                  <a:pt x="1608" y="153"/>
                  <a:pt x="1609" y="147"/>
                  <a:pt x="1611" y="141"/>
                </a:cubicBezTo>
                <a:cubicBezTo>
                  <a:pt x="1613" y="135"/>
                  <a:pt x="1616" y="130"/>
                  <a:pt x="1619" y="126"/>
                </a:cubicBezTo>
                <a:cubicBezTo>
                  <a:pt x="1623" y="122"/>
                  <a:pt x="1627" y="119"/>
                  <a:pt x="1633" y="116"/>
                </a:cubicBezTo>
                <a:cubicBezTo>
                  <a:pt x="1638" y="114"/>
                  <a:pt x="1643" y="113"/>
                  <a:pt x="1649" y="113"/>
                </a:cubicBezTo>
                <a:cubicBezTo>
                  <a:pt x="1654" y="113"/>
                  <a:pt x="1659" y="114"/>
                  <a:pt x="1663" y="116"/>
                </a:cubicBezTo>
                <a:cubicBezTo>
                  <a:pt x="1668" y="118"/>
                  <a:pt x="1671" y="122"/>
                  <a:pt x="1674" y="126"/>
                </a:cubicBezTo>
                <a:cubicBezTo>
                  <a:pt x="1674" y="115"/>
                  <a:pt x="1674" y="115"/>
                  <a:pt x="1674" y="115"/>
                </a:cubicBezTo>
                <a:cubicBezTo>
                  <a:pt x="1703" y="115"/>
                  <a:pt x="1703" y="115"/>
                  <a:pt x="1703" y="115"/>
                </a:cubicBezTo>
                <a:cubicBezTo>
                  <a:pt x="1703" y="204"/>
                  <a:pt x="1703" y="204"/>
                  <a:pt x="1703" y="204"/>
                </a:cubicBezTo>
                <a:cubicBezTo>
                  <a:pt x="1674" y="204"/>
                  <a:pt x="1674" y="204"/>
                  <a:pt x="1674" y="204"/>
                </a:cubicBezTo>
                <a:cubicBezTo>
                  <a:pt x="1674" y="194"/>
                  <a:pt x="1674" y="194"/>
                  <a:pt x="1674" y="194"/>
                </a:cubicBezTo>
                <a:cubicBezTo>
                  <a:pt x="1671" y="198"/>
                  <a:pt x="1668" y="201"/>
                  <a:pt x="1663" y="203"/>
                </a:cubicBezTo>
                <a:cubicBezTo>
                  <a:pt x="1659" y="206"/>
                  <a:pt x="1654" y="207"/>
                  <a:pt x="1648" y="207"/>
                </a:cubicBezTo>
                <a:moveTo>
                  <a:pt x="1549" y="179"/>
                </a:moveTo>
                <a:cubicBezTo>
                  <a:pt x="1554" y="179"/>
                  <a:pt x="1559" y="177"/>
                  <a:pt x="1562" y="174"/>
                </a:cubicBezTo>
                <a:cubicBezTo>
                  <a:pt x="1565" y="170"/>
                  <a:pt x="1567" y="165"/>
                  <a:pt x="1567" y="160"/>
                </a:cubicBezTo>
                <a:cubicBezTo>
                  <a:pt x="1567" y="154"/>
                  <a:pt x="1565" y="149"/>
                  <a:pt x="1562" y="145"/>
                </a:cubicBezTo>
                <a:cubicBezTo>
                  <a:pt x="1559" y="142"/>
                  <a:pt x="1554" y="140"/>
                  <a:pt x="1549" y="140"/>
                </a:cubicBezTo>
                <a:cubicBezTo>
                  <a:pt x="1544" y="140"/>
                  <a:pt x="1540" y="142"/>
                  <a:pt x="1536" y="145"/>
                </a:cubicBezTo>
                <a:cubicBezTo>
                  <a:pt x="1533" y="149"/>
                  <a:pt x="1531" y="154"/>
                  <a:pt x="1531" y="160"/>
                </a:cubicBezTo>
                <a:cubicBezTo>
                  <a:pt x="1531" y="165"/>
                  <a:pt x="1533" y="170"/>
                  <a:pt x="1536" y="174"/>
                </a:cubicBezTo>
                <a:cubicBezTo>
                  <a:pt x="1540" y="177"/>
                  <a:pt x="1544" y="179"/>
                  <a:pt x="1549" y="179"/>
                </a:cubicBezTo>
                <a:moveTo>
                  <a:pt x="1502" y="115"/>
                </a:moveTo>
                <a:cubicBezTo>
                  <a:pt x="1531" y="115"/>
                  <a:pt x="1531" y="115"/>
                  <a:pt x="1531" y="115"/>
                </a:cubicBezTo>
                <a:cubicBezTo>
                  <a:pt x="1531" y="125"/>
                  <a:pt x="1531" y="125"/>
                  <a:pt x="1531" y="125"/>
                </a:cubicBezTo>
                <a:cubicBezTo>
                  <a:pt x="1534" y="121"/>
                  <a:pt x="1538" y="118"/>
                  <a:pt x="1542" y="116"/>
                </a:cubicBezTo>
                <a:cubicBezTo>
                  <a:pt x="1547" y="114"/>
                  <a:pt x="1552" y="113"/>
                  <a:pt x="1558" y="113"/>
                </a:cubicBezTo>
                <a:cubicBezTo>
                  <a:pt x="1563" y="113"/>
                  <a:pt x="1569" y="114"/>
                  <a:pt x="1574" y="116"/>
                </a:cubicBezTo>
                <a:cubicBezTo>
                  <a:pt x="1579" y="118"/>
                  <a:pt x="1583" y="122"/>
                  <a:pt x="1587" y="126"/>
                </a:cubicBezTo>
                <a:cubicBezTo>
                  <a:pt x="1590" y="130"/>
                  <a:pt x="1593" y="135"/>
                  <a:pt x="1595" y="140"/>
                </a:cubicBezTo>
                <a:cubicBezTo>
                  <a:pt x="1597" y="146"/>
                  <a:pt x="1598" y="152"/>
                  <a:pt x="1598" y="159"/>
                </a:cubicBezTo>
                <a:cubicBezTo>
                  <a:pt x="1598" y="166"/>
                  <a:pt x="1597" y="172"/>
                  <a:pt x="1595" y="178"/>
                </a:cubicBezTo>
                <a:cubicBezTo>
                  <a:pt x="1593" y="184"/>
                  <a:pt x="1590" y="189"/>
                  <a:pt x="1586" y="193"/>
                </a:cubicBezTo>
                <a:cubicBezTo>
                  <a:pt x="1582" y="197"/>
                  <a:pt x="1578" y="201"/>
                  <a:pt x="1573" y="203"/>
                </a:cubicBezTo>
                <a:cubicBezTo>
                  <a:pt x="1568" y="205"/>
                  <a:pt x="1563" y="207"/>
                  <a:pt x="1557" y="207"/>
                </a:cubicBezTo>
                <a:cubicBezTo>
                  <a:pt x="1552" y="207"/>
                  <a:pt x="1547" y="206"/>
                  <a:pt x="1543" y="204"/>
                </a:cubicBezTo>
                <a:cubicBezTo>
                  <a:pt x="1539" y="202"/>
                  <a:pt x="1536" y="199"/>
                  <a:pt x="1533" y="196"/>
                </a:cubicBezTo>
                <a:cubicBezTo>
                  <a:pt x="1533" y="243"/>
                  <a:pt x="1533" y="243"/>
                  <a:pt x="1533" y="243"/>
                </a:cubicBezTo>
                <a:cubicBezTo>
                  <a:pt x="1502" y="243"/>
                  <a:pt x="1502" y="243"/>
                  <a:pt x="1502" y="243"/>
                </a:cubicBezTo>
                <a:lnTo>
                  <a:pt x="1502" y="115"/>
                </a:lnTo>
                <a:close/>
                <a:moveTo>
                  <a:pt x="1455" y="135"/>
                </a:moveTo>
                <a:cubicBezTo>
                  <a:pt x="1449" y="135"/>
                  <a:pt x="1445" y="137"/>
                  <a:pt x="1445" y="140"/>
                </a:cubicBezTo>
                <a:cubicBezTo>
                  <a:pt x="1445" y="142"/>
                  <a:pt x="1446" y="144"/>
                  <a:pt x="1448" y="145"/>
                </a:cubicBezTo>
                <a:cubicBezTo>
                  <a:pt x="1450" y="146"/>
                  <a:pt x="1454" y="147"/>
                  <a:pt x="1459" y="148"/>
                </a:cubicBezTo>
                <a:cubicBezTo>
                  <a:pt x="1469" y="151"/>
                  <a:pt x="1477" y="154"/>
                  <a:pt x="1482" y="159"/>
                </a:cubicBezTo>
                <a:cubicBezTo>
                  <a:pt x="1487" y="164"/>
                  <a:pt x="1489" y="170"/>
                  <a:pt x="1489" y="179"/>
                </a:cubicBezTo>
                <a:cubicBezTo>
                  <a:pt x="1489" y="187"/>
                  <a:pt x="1486" y="194"/>
                  <a:pt x="1479" y="199"/>
                </a:cubicBezTo>
                <a:cubicBezTo>
                  <a:pt x="1472" y="204"/>
                  <a:pt x="1462" y="207"/>
                  <a:pt x="1449" y="207"/>
                </a:cubicBezTo>
                <a:cubicBezTo>
                  <a:pt x="1442" y="207"/>
                  <a:pt x="1436" y="206"/>
                  <a:pt x="1429" y="204"/>
                </a:cubicBezTo>
                <a:cubicBezTo>
                  <a:pt x="1423" y="203"/>
                  <a:pt x="1418" y="201"/>
                  <a:pt x="1414" y="198"/>
                </a:cubicBezTo>
                <a:cubicBezTo>
                  <a:pt x="1424" y="180"/>
                  <a:pt x="1424" y="180"/>
                  <a:pt x="1424" y="180"/>
                </a:cubicBezTo>
                <a:cubicBezTo>
                  <a:pt x="1427" y="181"/>
                  <a:pt x="1431" y="182"/>
                  <a:pt x="1436" y="183"/>
                </a:cubicBezTo>
                <a:cubicBezTo>
                  <a:pt x="1440" y="184"/>
                  <a:pt x="1444" y="184"/>
                  <a:pt x="1447" y="184"/>
                </a:cubicBezTo>
                <a:cubicBezTo>
                  <a:pt x="1455" y="184"/>
                  <a:pt x="1458" y="182"/>
                  <a:pt x="1458" y="179"/>
                </a:cubicBezTo>
                <a:cubicBezTo>
                  <a:pt x="1458" y="178"/>
                  <a:pt x="1458" y="177"/>
                  <a:pt x="1458" y="176"/>
                </a:cubicBezTo>
                <a:cubicBezTo>
                  <a:pt x="1458" y="176"/>
                  <a:pt x="1457" y="175"/>
                  <a:pt x="1456" y="175"/>
                </a:cubicBezTo>
                <a:cubicBezTo>
                  <a:pt x="1455" y="174"/>
                  <a:pt x="1454" y="173"/>
                  <a:pt x="1452" y="173"/>
                </a:cubicBezTo>
                <a:cubicBezTo>
                  <a:pt x="1450" y="172"/>
                  <a:pt x="1448" y="172"/>
                  <a:pt x="1445" y="171"/>
                </a:cubicBezTo>
                <a:cubicBezTo>
                  <a:pt x="1440" y="170"/>
                  <a:pt x="1435" y="168"/>
                  <a:pt x="1432" y="166"/>
                </a:cubicBezTo>
                <a:cubicBezTo>
                  <a:pt x="1428" y="164"/>
                  <a:pt x="1425" y="162"/>
                  <a:pt x="1422" y="160"/>
                </a:cubicBezTo>
                <a:cubicBezTo>
                  <a:pt x="1420" y="157"/>
                  <a:pt x="1418" y="155"/>
                  <a:pt x="1417" y="152"/>
                </a:cubicBezTo>
                <a:cubicBezTo>
                  <a:pt x="1416" y="148"/>
                  <a:pt x="1415" y="145"/>
                  <a:pt x="1415" y="141"/>
                </a:cubicBezTo>
                <a:cubicBezTo>
                  <a:pt x="1415" y="132"/>
                  <a:pt x="1418" y="125"/>
                  <a:pt x="1425" y="120"/>
                </a:cubicBezTo>
                <a:cubicBezTo>
                  <a:pt x="1432" y="115"/>
                  <a:pt x="1441" y="113"/>
                  <a:pt x="1453" y="113"/>
                </a:cubicBezTo>
                <a:cubicBezTo>
                  <a:pt x="1459" y="113"/>
                  <a:pt x="1465" y="113"/>
                  <a:pt x="1471" y="115"/>
                </a:cubicBezTo>
                <a:cubicBezTo>
                  <a:pt x="1476" y="116"/>
                  <a:pt x="1481" y="117"/>
                  <a:pt x="1485" y="120"/>
                </a:cubicBezTo>
                <a:cubicBezTo>
                  <a:pt x="1482" y="142"/>
                  <a:pt x="1482" y="142"/>
                  <a:pt x="1482" y="142"/>
                </a:cubicBezTo>
                <a:cubicBezTo>
                  <a:pt x="1478" y="140"/>
                  <a:pt x="1473" y="138"/>
                  <a:pt x="1468" y="137"/>
                </a:cubicBezTo>
                <a:cubicBezTo>
                  <a:pt x="1464" y="136"/>
                  <a:pt x="1459" y="135"/>
                  <a:pt x="1455" y="135"/>
                </a:cubicBezTo>
                <a:moveTo>
                  <a:pt x="1356" y="181"/>
                </a:moveTo>
                <a:cubicBezTo>
                  <a:pt x="1362" y="181"/>
                  <a:pt x="1366" y="179"/>
                  <a:pt x="1370" y="175"/>
                </a:cubicBezTo>
                <a:cubicBezTo>
                  <a:pt x="1373" y="171"/>
                  <a:pt x="1375" y="166"/>
                  <a:pt x="1375" y="160"/>
                </a:cubicBezTo>
                <a:cubicBezTo>
                  <a:pt x="1375" y="153"/>
                  <a:pt x="1373" y="148"/>
                  <a:pt x="1370" y="144"/>
                </a:cubicBezTo>
                <a:cubicBezTo>
                  <a:pt x="1366" y="140"/>
                  <a:pt x="1362" y="139"/>
                  <a:pt x="1356" y="139"/>
                </a:cubicBezTo>
                <a:cubicBezTo>
                  <a:pt x="1350" y="139"/>
                  <a:pt x="1345" y="140"/>
                  <a:pt x="1342" y="144"/>
                </a:cubicBezTo>
                <a:cubicBezTo>
                  <a:pt x="1338" y="148"/>
                  <a:pt x="1337" y="153"/>
                  <a:pt x="1337" y="160"/>
                </a:cubicBezTo>
                <a:cubicBezTo>
                  <a:pt x="1337" y="166"/>
                  <a:pt x="1338" y="171"/>
                  <a:pt x="1342" y="175"/>
                </a:cubicBezTo>
                <a:cubicBezTo>
                  <a:pt x="1345" y="179"/>
                  <a:pt x="1350" y="181"/>
                  <a:pt x="1356" y="181"/>
                </a:cubicBezTo>
                <a:moveTo>
                  <a:pt x="1356" y="207"/>
                </a:moveTo>
                <a:cubicBezTo>
                  <a:pt x="1349" y="207"/>
                  <a:pt x="1342" y="205"/>
                  <a:pt x="1336" y="203"/>
                </a:cubicBezTo>
                <a:cubicBezTo>
                  <a:pt x="1330" y="201"/>
                  <a:pt x="1325" y="198"/>
                  <a:pt x="1321" y="193"/>
                </a:cubicBezTo>
                <a:cubicBezTo>
                  <a:pt x="1317" y="189"/>
                  <a:pt x="1313" y="184"/>
                  <a:pt x="1311" y="178"/>
                </a:cubicBezTo>
                <a:cubicBezTo>
                  <a:pt x="1308" y="173"/>
                  <a:pt x="1307" y="166"/>
                  <a:pt x="1307" y="160"/>
                </a:cubicBezTo>
                <a:cubicBezTo>
                  <a:pt x="1307" y="153"/>
                  <a:pt x="1308" y="147"/>
                  <a:pt x="1311" y="141"/>
                </a:cubicBezTo>
                <a:cubicBezTo>
                  <a:pt x="1313" y="135"/>
                  <a:pt x="1317" y="130"/>
                  <a:pt x="1321" y="126"/>
                </a:cubicBezTo>
                <a:cubicBezTo>
                  <a:pt x="1325" y="122"/>
                  <a:pt x="1331" y="118"/>
                  <a:pt x="1337" y="116"/>
                </a:cubicBezTo>
                <a:cubicBezTo>
                  <a:pt x="1342" y="114"/>
                  <a:pt x="1349" y="113"/>
                  <a:pt x="1356" y="113"/>
                </a:cubicBezTo>
                <a:cubicBezTo>
                  <a:pt x="1363" y="113"/>
                  <a:pt x="1369" y="114"/>
                  <a:pt x="1375" y="116"/>
                </a:cubicBezTo>
                <a:cubicBezTo>
                  <a:pt x="1381" y="118"/>
                  <a:pt x="1386" y="122"/>
                  <a:pt x="1391" y="126"/>
                </a:cubicBezTo>
                <a:cubicBezTo>
                  <a:pt x="1395" y="130"/>
                  <a:pt x="1398" y="135"/>
                  <a:pt x="1401" y="141"/>
                </a:cubicBezTo>
                <a:cubicBezTo>
                  <a:pt x="1403" y="147"/>
                  <a:pt x="1404" y="153"/>
                  <a:pt x="1404" y="160"/>
                </a:cubicBezTo>
                <a:cubicBezTo>
                  <a:pt x="1404" y="166"/>
                  <a:pt x="1403" y="173"/>
                  <a:pt x="1401" y="178"/>
                </a:cubicBezTo>
                <a:cubicBezTo>
                  <a:pt x="1398" y="184"/>
                  <a:pt x="1395" y="189"/>
                  <a:pt x="1391" y="193"/>
                </a:cubicBezTo>
                <a:cubicBezTo>
                  <a:pt x="1386" y="197"/>
                  <a:pt x="1381" y="201"/>
                  <a:pt x="1375" y="203"/>
                </a:cubicBezTo>
                <a:cubicBezTo>
                  <a:pt x="1369" y="205"/>
                  <a:pt x="1363" y="207"/>
                  <a:pt x="1356" y="207"/>
                </a:cubicBezTo>
                <a:moveTo>
                  <a:pt x="1239" y="115"/>
                </a:moveTo>
                <a:cubicBezTo>
                  <a:pt x="1269" y="115"/>
                  <a:pt x="1269" y="115"/>
                  <a:pt x="1269" y="115"/>
                </a:cubicBezTo>
                <a:cubicBezTo>
                  <a:pt x="1269" y="129"/>
                  <a:pt x="1269" y="129"/>
                  <a:pt x="1269" y="129"/>
                </a:cubicBezTo>
                <a:cubicBezTo>
                  <a:pt x="1271" y="124"/>
                  <a:pt x="1274" y="120"/>
                  <a:pt x="1278" y="118"/>
                </a:cubicBezTo>
                <a:cubicBezTo>
                  <a:pt x="1282" y="115"/>
                  <a:pt x="1286" y="114"/>
                  <a:pt x="1291" y="114"/>
                </a:cubicBezTo>
                <a:cubicBezTo>
                  <a:pt x="1295" y="114"/>
                  <a:pt x="1299" y="114"/>
                  <a:pt x="1301" y="116"/>
                </a:cubicBezTo>
                <a:cubicBezTo>
                  <a:pt x="1299" y="145"/>
                  <a:pt x="1299" y="145"/>
                  <a:pt x="1299" y="145"/>
                </a:cubicBezTo>
                <a:cubicBezTo>
                  <a:pt x="1297" y="144"/>
                  <a:pt x="1296" y="143"/>
                  <a:pt x="1293" y="143"/>
                </a:cubicBezTo>
                <a:cubicBezTo>
                  <a:pt x="1291" y="143"/>
                  <a:pt x="1289" y="142"/>
                  <a:pt x="1288" y="142"/>
                </a:cubicBezTo>
                <a:cubicBezTo>
                  <a:pt x="1276" y="142"/>
                  <a:pt x="1270" y="150"/>
                  <a:pt x="1270" y="166"/>
                </a:cubicBezTo>
                <a:cubicBezTo>
                  <a:pt x="1270" y="204"/>
                  <a:pt x="1270" y="204"/>
                  <a:pt x="1270" y="204"/>
                </a:cubicBezTo>
                <a:cubicBezTo>
                  <a:pt x="1239" y="204"/>
                  <a:pt x="1239" y="204"/>
                  <a:pt x="1239" y="204"/>
                </a:cubicBezTo>
                <a:lnTo>
                  <a:pt x="1239" y="115"/>
                </a:lnTo>
                <a:close/>
                <a:moveTo>
                  <a:pt x="1195" y="150"/>
                </a:moveTo>
                <a:cubicBezTo>
                  <a:pt x="1195" y="145"/>
                  <a:pt x="1193" y="142"/>
                  <a:pt x="1191" y="139"/>
                </a:cubicBezTo>
                <a:cubicBezTo>
                  <a:pt x="1188" y="136"/>
                  <a:pt x="1184" y="135"/>
                  <a:pt x="1180" y="135"/>
                </a:cubicBezTo>
                <a:cubicBezTo>
                  <a:pt x="1172" y="135"/>
                  <a:pt x="1166" y="140"/>
                  <a:pt x="1164" y="150"/>
                </a:cubicBezTo>
                <a:lnTo>
                  <a:pt x="1195" y="150"/>
                </a:lnTo>
                <a:close/>
                <a:moveTo>
                  <a:pt x="1224" y="197"/>
                </a:moveTo>
                <a:cubicBezTo>
                  <a:pt x="1219" y="200"/>
                  <a:pt x="1214" y="203"/>
                  <a:pt x="1208" y="204"/>
                </a:cubicBezTo>
                <a:cubicBezTo>
                  <a:pt x="1201" y="206"/>
                  <a:pt x="1195" y="207"/>
                  <a:pt x="1188" y="207"/>
                </a:cubicBezTo>
                <a:cubicBezTo>
                  <a:pt x="1180" y="207"/>
                  <a:pt x="1172" y="206"/>
                  <a:pt x="1166" y="203"/>
                </a:cubicBezTo>
                <a:cubicBezTo>
                  <a:pt x="1159" y="201"/>
                  <a:pt x="1153" y="198"/>
                  <a:pt x="1149" y="194"/>
                </a:cubicBezTo>
                <a:cubicBezTo>
                  <a:pt x="1144" y="190"/>
                  <a:pt x="1141" y="185"/>
                  <a:pt x="1138" y="179"/>
                </a:cubicBezTo>
                <a:cubicBezTo>
                  <a:pt x="1136" y="173"/>
                  <a:pt x="1134" y="167"/>
                  <a:pt x="1134" y="160"/>
                </a:cubicBezTo>
                <a:cubicBezTo>
                  <a:pt x="1134" y="153"/>
                  <a:pt x="1136" y="146"/>
                  <a:pt x="1138" y="141"/>
                </a:cubicBezTo>
                <a:cubicBezTo>
                  <a:pt x="1140" y="135"/>
                  <a:pt x="1143" y="130"/>
                  <a:pt x="1147" y="126"/>
                </a:cubicBezTo>
                <a:cubicBezTo>
                  <a:pt x="1151" y="122"/>
                  <a:pt x="1156" y="118"/>
                  <a:pt x="1162" y="116"/>
                </a:cubicBezTo>
                <a:cubicBezTo>
                  <a:pt x="1168" y="114"/>
                  <a:pt x="1174" y="113"/>
                  <a:pt x="1181" y="113"/>
                </a:cubicBezTo>
                <a:cubicBezTo>
                  <a:pt x="1187" y="113"/>
                  <a:pt x="1193" y="114"/>
                  <a:pt x="1199" y="116"/>
                </a:cubicBezTo>
                <a:cubicBezTo>
                  <a:pt x="1204" y="118"/>
                  <a:pt x="1209" y="121"/>
                  <a:pt x="1212" y="125"/>
                </a:cubicBezTo>
                <a:cubicBezTo>
                  <a:pt x="1216" y="128"/>
                  <a:pt x="1219" y="133"/>
                  <a:pt x="1221" y="138"/>
                </a:cubicBezTo>
                <a:cubicBezTo>
                  <a:pt x="1223" y="144"/>
                  <a:pt x="1224" y="150"/>
                  <a:pt x="1224" y="157"/>
                </a:cubicBezTo>
                <a:cubicBezTo>
                  <a:pt x="1224" y="161"/>
                  <a:pt x="1224" y="165"/>
                  <a:pt x="1223" y="168"/>
                </a:cubicBezTo>
                <a:cubicBezTo>
                  <a:pt x="1165" y="168"/>
                  <a:pt x="1165" y="168"/>
                  <a:pt x="1165" y="168"/>
                </a:cubicBezTo>
                <a:cubicBezTo>
                  <a:pt x="1168" y="178"/>
                  <a:pt x="1176" y="183"/>
                  <a:pt x="1191" y="183"/>
                </a:cubicBezTo>
                <a:cubicBezTo>
                  <a:pt x="1194" y="183"/>
                  <a:pt x="1198" y="182"/>
                  <a:pt x="1203" y="181"/>
                </a:cubicBezTo>
                <a:cubicBezTo>
                  <a:pt x="1207" y="180"/>
                  <a:pt x="1211" y="179"/>
                  <a:pt x="1214" y="178"/>
                </a:cubicBezTo>
                <a:lnTo>
                  <a:pt x="1224" y="197"/>
                </a:lnTo>
                <a:close/>
                <a:moveTo>
                  <a:pt x="1077" y="148"/>
                </a:moveTo>
                <a:cubicBezTo>
                  <a:pt x="1062" y="103"/>
                  <a:pt x="1062" y="103"/>
                  <a:pt x="1062" y="103"/>
                </a:cubicBezTo>
                <a:cubicBezTo>
                  <a:pt x="1047" y="148"/>
                  <a:pt x="1047" y="148"/>
                  <a:pt x="1047" y="148"/>
                </a:cubicBezTo>
                <a:lnTo>
                  <a:pt x="1077" y="148"/>
                </a:lnTo>
                <a:close/>
                <a:moveTo>
                  <a:pt x="1046" y="73"/>
                </a:moveTo>
                <a:cubicBezTo>
                  <a:pt x="1081" y="73"/>
                  <a:pt x="1081" y="73"/>
                  <a:pt x="1081" y="73"/>
                </a:cubicBezTo>
                <a:cubicBezTo>
                  <a:pt x="1133" y="204"/>
                  <a:pt x="1133" y="204"/>
                  <a:pt x="1133" y="204"/>
                </a:cubicBezTo>
                <a:cubicBezTo>
                  <a:pt x="1096" y="204"/>
                  <a:pt x="1096" y="204"/>
                  <a:pt x="1096" y="204"/>
                </a:cubicBezTo>
                <a:cubicBezTo>
                  <a:pt x="1086" y="174"/>
                  <a:pt x="1086" y="174"/>
                  <a:pt x="1086" y="174"/>
                </a:cubicBezTo>
                <a:cubicBezTo>
                  <a:pt x="1039" y="174"/>
                  <a:pt x="1039" y="174"/>
                  <a:pt x="1039" y="174"/>
                </a:cubicBezTo>
                <a:cubicBezTo>
                  <a:pt x="1029" y="204"/>
                  <a:pt x="1029" y="204"/>
                  <a:pt x="1029" y="204"/>
                </a:cubicBezTo>
                <a:cubicBezTo>
                  <a:pt x="995" y="204"/>
                  <a:pt x="995" y="204"/>
                  <a:pt x="995" y="204"/>
                </a:cubicBezTo>
                <a:lnTo>
                  <a:pt x="1046" y="73"/>
                </a:lnTo>
                <a:close/>
                <a:moveTo>
                  <a:pt x="921" y="135"/>
                </a:moveTo>
                <a:cubicBezTo>
                  <a:pt x="914" y="135"/>
                  <a:pt x="911" y="137"/>
                  <a:pt x="911" y="140"/>
                </a:cubicBezTo>
                <a:cubicBezTo>
                  <a:pt x="911" y="142"/>
                  <a:pt x="912" y="144"/>
                  <a:pt x="914" y="145"/>
                </a:cubicBezTo>
                <a:cubicBezTo>
                  <a:pt x="916" y="146"/>
                  <a:pt x="919" y="147"/>
                  <a:pt x="924" y="148"/>
                </a:cubicBezTo>
                <a:cubicBezTo>
                  <a:pt x="935" y="151"/>
                  <a:pt x="943" y="154"/>
                  <a:pt x="948" y="159"/>
                </a:cubicBezTo>
                <a:cubicBezTo>
                  <a:pt x="952" y="164"/>
                  <a:pt x="955" y="170"/>
                  <a:pt x="955" y="179"/>
                </a:cubicBezTo>
                <a:cubicBezTo>
                  <a:pt x="955" y="187"/>
                  <a:pt x="951" y="194"/>
                  <a:pt x="944" y="199"/>
                </a:cubicBezTo>
                <a:cubicBezTo>
                  <a:pt x="937" y="204"/>
                  <a:pt x="928" y="207"/>
                  <a:pt x="915" y="207"/>
                </a:cubicBezTo>
                <a:cubicBezTo>
                  <a:pt x="908" y="207"/>
                  <a:pt x="901" y="206"/>
                  <a:pt x="895" y="204"/>
                </a:cubicBezTo>
                <a:cubicBezTo>
                  <a:pt x="888" y="203"/>
                  <a:pt x="883" y="201"/>
                  <a:pt x="880" y="198"/>
                </a:cubicBezTo>
                <a:cubicBezTo>
                  <a:pt x="890" y="180"/>
                  <a:pt x="890" y="180"/>
                  <a:pt x="890" y="180"/>
                </a:cubicBezTo>
                <a:cubicBezTo>
                  <a:pt x="893" y="181"/>
                  <a:pt x="897" y="182"/>
                  <a:pt x="901" y="183"/>
                </a:cubicBezTo>
                <a:cubicBezTo>
                  <a:pt x="905" y="184"/>
                  <a:pt x="909" y="184"/>
                  <a:pt x="913" y="184"/>
                </a:cubicBezTo>
                <a:cubicBezTo>
                  <a:pt x="920" y="184"/>
                  <a:pt x="924" y="182"/>
                  <a:pt x="924" y="179"/>
                </a:cubicBezTo>
                <a:cubicBezTo>
                  <a:pt x="924" y="178"/>
                  <a:pt x="924" y="177"/>
                  <a:pt x="924" y="176"/>
                </a:cubicBezTo>
                <a:cubicBezTo>
                  <a:pt x="923" y="176"/>
                  <a:pt x="923" y="175"/>
                  <a:pt x="922" y="175"/>
                </a:cubicBezTo>
                <a:cubicBezTo>
                  <a:pt x="921" y="174"/>
                  <a:pt x="919" y="173"/>
                  <a:pt x="918" y="173"/>
                </a:cubicBezTo>
                <a:cubicBezTo>
                  <a:pt x="916" y="172"/>
                  <a:pt x="914" y="172"/>
                  <a:pt x="911" y="171"/>
                </a:cubicBezTo>
                <a:cubicBezTo>
                  <a:pt x="906" y="170"/>
                  <a:pt x="901" y="168"/>
                  <a:pt x="897" y="166"/>
                </a:cubicBezTo>
                <a:cubicBezTo>
                  <a:pt x="893" y="164"/>
                  <a:pt x="890" y="162"/>
                  <a:pt x="888" y="160"/>
                </a:cubicBezTo>
                <a:cubicBezTo>
                  <a:pt x="885" y="157"/>
                  <a:pt x="884" y="155"/>
                  <a:pt x="883" y="152"/>
                </a:cubicBezTo>
                <a:cubicBezTo>
                  <a:pt x="881" y="148"/>
                  <a:pt x="881" y="145"/>
                  <a:pt x="881" y="141"/>
                </a:cubicBezTo>
                <a:cubicBezTo>
                  <a:pt x="881" y="132"/>
                  <a:pt x="884" y="125"/>
                  <a:pt x="891" y="120"/>
                </a:cubicBezTo>
                <a:cubicBezTo>
                  <a:pt x="898" y="115"/>
                  <a:pt x="907" y="113"/>
                  <a:pt x="919" y="113"/>
                </a:cubicBezTo>
                <a:cubicBezTo>
                  <a:pt x="925" y="113"/>
                  <a:pt x="931" y="113"/>
                  <a:pt x="936" y="115"/>
                </a:cubicBezTo>
                <a:cubicBezTo>
                  <a:pt x="942" y="116"/>
                  <a:pt x="947" y="117"/>
                  <a:pt x="951" y="120"/>
                </a:cubicBezTo>
                <a:cubicBezTo>
                  <a:pt x="948" y="142"/>
                  <a:pt x="948" y="142"/>
                  <a:pt x="948" y="142"/>
                </a:cubicBezTo>
                <a:cubicBezTo>
                  <a:pt x="943" y="140"/>
                  <a:pt x="939" y="138"/>
                  <a:pt x="934" y="137"/>
                </a:cubicBezTo>
                <a:cubicBezTo>
                  <a:pt x="929" y="136"/>
                  <a:pt x="925" y="135"/>
                  <a:pt x="921" y="135"/>
                </a:cubicBezTo>
                <a:moveTo>
                  <a:pt x="780" y="115"/>
                </a:moveTo>
                <a:cubicBezTo>
                  <a:pt x="810" y="115"/>
                  <a:pt x="810" y="115"/>
                  <a:pt x="810" y="115"/>
                </a:cubicBezTo>
                <a:cubicBezTo>
                  <a:pt x="810" y="126"/>
                  <a:pt x="810" y="126"/>
                  <a:pt x="810" y="126"/>
                </a:cubicBezTo>
                <a:cubicBezTo>
                  <a:pt x="812" y="122"/>
                  <a:pt x="816" y="119"/>
                  <a:pt x="820" y="116"/>
                </a:cubicBezTo>
                <a:cubicBezTo>
                  <a:pt x="825" y="114"/>
                  <a:pt x="830" y="113"/>
                  <a:pt x="836" y="113"/>
                </a:cubicBezTo>
                <a:cubicBezTo>
                  <a:pt x="846" y="113"/>
                  <a:pt x="853" y="116"/>
                  <a:pt x="859" y="122"/>
                </a:cubicBezTo>
                <a:cubicBezTo>
                  <a:pt x="864" y="128"/>
                  <a:pt x="866" y="138"/>
                  <a:pt x="866" y="150"/>
                </a:cubicBezTo>
                <a:cubicBezTo>
                  <a:pt x="866" y="204"/>
                  <a:pt x="866" y="204"/>
                  <a:pt x="866" y="204"/>
                </a:cubicBezTo>
                <a:cubicBezTo>
                  <a:pt x="836" y="204"/>
                  <a:pt x="836" y="204"/>
                  <a:pt x="836" y="204"/>
                </a:cubicBezTo>
                <a:cubicBezTo>
                  <a:pt x="836" y="156"/>
                  <a:pt x="836" y="156"/>
                  <a:pt x="836" y="156"/>
                </a:cubicBezTo>
                <a:cubicBezTo>
                  <a:pt x="836" y="145"/>
                  <a:pt x="832" y="140"/>
                  <a:pt x="824" y="140"/>
                </a:cubicBezTo>
                <a:cubicBezTo>
                  <a:pt x="819" y="140"/>
                  <a:pt x="816" y="142"/>
                  <a:pt x="814" y="144"/>
                </a:cubicBezTo>
                <a:cubicBezTo>
                  <a:pt x="812" y="147"/>
                  <a:pt x="810" y="152"/>
                  <a:pt x="810" y="157"/>
                </a:cubicBezTo>
                <a:cubicBezTo>
                  <a:pt x="810" y="204"/>
                  <a:pt x="810" y="204"/>
                  <a:pt x="810" y="204"/>
                </a:cubicBezTo>
                <a:cubicBezTo>
                  <a:pt x="780" y="204"/>
                  <a:pt x="780" y="204"/>
                  <a:pt x="780" y="204"/>
                </a:cubicBezTo>
                <a:lnTo>
                  <a:pt x="780" y="115"/>
                </a:lnTo>
                <a:close/>
                <a:moveTo>
                  <a:pt x="729" y="115"/>
                </a:moveTo>
                <a:cubicBezTo>
                  <a:pt x="760" y="115"/>
                  <a:pt x="760" y="115"/>
                  <a:pt x="760" y="115"/>
                </a:cubicBezTo>
                <a:cubicBezTo>
                  <a:pt x="760" y="204"/>
                  <a:pt x="760" y="204"/>
                  <a:pt x="760" y="204"/>
                </a:cubicBezTo>
                <a:cubicBezTo>
                  <a:pt x="729" y="204"/>
                  <a:pt x="729" y="204"/>
                  <a:pt x="729" y="204"/>
                </a:cubicBezTo>
                <a:lnTo>
                  <a:pt x="729" y="115"/>
                </a:lnTo>
                <a:close/>
                <a:moveTo>
                  <a:pt x="744" y="101"/>
                </a:moveTo>
                <a:cubicBezTo>
                  <a:pt x="739" y="101"/>
                  <a:pt x="735" y="100"/>
                  <a:pt x="732" y="97"/>
                </a:cubicBezTo>
                <a:cubicBezTo>
                  <a:pt x="729" y="94"/>
                  <a:pt x="727" y="90"/>
                  <a:pt x="727" y="85"/>
                </a:cubicBezTo>
                <a:cubicBezTo>
                  <a:pt x="727" y="80"/>
                  <a:pt x="729" y="76"/>
                  <a:pt x="732" y="73"/>
                </a:cubicBezTo>
                <a:cubicBezTo>
                  <a:pt x="735" y="70"/>
                  <a:pt x="739" y="68"/>
                  <a:pt x="744" y="68"/>
                </a:cubicBezTo>
                <a:cubicBezTo>
                  <a:pt x="749" y="68"/>
                  <a:pt x="753" y="70"/>
                  <a:pt x="757" y="73"/>
                </a:cubicBezTo>
                <a:cubicBezTo>
                  <a:pt x="760" y="76"/>
                  <a:pt x="762" y="80"/>
                  <a:pt x="762" y="85"/>
                </a:cubicBezTo>
                <a:cubicBezTo>
                  <a:pt x="762" y="90"/>
                  <a:pt x="760" y="94"/>
                  <a:pt x="757" y="97"/>
                </a:cubicBezTo>
                <a:cubicBezTo>
                  <a:pt x="753" y="100"/>
                  <a:pt x="749" y="101"/>
                  <a:pt x="744" y="101"/>
                </a:cubicBezTo>
                <a:moveTo>
                  <a:pt x="676" y="73"/>
                </a:moveTo>
                <a:cubicBezTo>
                  <a:pt x="707" y="73"/>
                  <a:pt x="707" y="73"/>
                  <a:pt x="707" y="73"/>
                </a:cubicBezTo>
                <a:cubicBezTo>
                  <a:pt x="707" y="204"/>
                  <a:pt x="707" y="204"/>
                  <a:pt x="707" y="204"/>
                </a:cubicBezTo>
                <a:cubicBezTo>
                  <a:pt x="676" y="204"/>
                  <a:pt x="676" y="204"/>
                  <a:pt x="676" y="204"/>
                </a:cubicBezTo>
                <a:lnTo>
                  <a:pt x="676" y="73"/>
                </a:lnTo>
                <a:close/>
                <a:moveTo>
                  <a:pt x="625" y="73"/>
                </a:moveTo>
                <a:cubicBezTo>
                  <a:pt x="656" y="73"/>
                  <a:pt x="656" y="73"/>
                  <a:pt x="656" y="73"/>
                </a:cubicBezTo>
                <a:cubicBezTo>
                  <a:pt x="656" y="204"/>
                  <a:pt x="656" y="204"/>
                  <a:pt x="656" y="204"/>
                </a:cubicBezTo>
                <a:cubicBezTo>
                  <a:pt x="625" y="204"/>
                  <a:pt x="625" y="204"/>
                  <a:pt x="625" y="204"/>
                </a:cubicBezTo>
                <a:lnTo>
                  <a:pt x="625" y="73"/>
                </a:lnTo>
                <a:close/>
                <a:moveTo>
                  <a:pt x="564" y="181"/>
                </a:moveTo>
                <a:cubicBezTo>
                  <a:pt x="570" y="181"/>
                  <a:pt x="574" y="179"/>
                  <a:pt x="578" y="175"/>
                </a:cubicBezTo>
                <a:cubicBezTo>
                  <a:pt x="581" y="171"/>
                  <a:pt x="583" y="166"/>
                  <a:pt x="583" y="160"/>
                </a:cubicBezTo>
                <a:cubicBezTo>
                  <a:pt x="583" y="153"/>
                  <a:pt x="581" y="148"/>
                  <a:pt x="578" y="144"/>
                </a:cubicBezTo>
                <a:cubicBezTo>
                  <a:pt x="574" y="140"/>
                  <a:pt x="570" y="139"/>
                  <a:pt x="564" y="139"/>
                </a:cubicBezTo>
                <a:cubicBezTo>
                  <a:pt x="558" y="139"/>
                  <a:pt x="553" y="140"/>
                  <a:pt x="550" y="144"/>
                </a:cubicBezTo>
                <a:cubicBezTo>
                  <a:pt x="546" y="148"/>
                  <a:pt x="544" y="153"/>
                  <a:pt x="544" y="160"/>
                </a:cubicBezTo>
                <a:cubicBezTo>
                  <a:pt x="544" y="166"/>
                  <a:pt x="546" y="171"/>
                  <a:pt x="550" y="175"/>
                </a:cubicBezTo>
                <a:cubicBezTo>
                  <a:pt x="553" y="179"/>
                  <a:pt x="558" y="181"/>
                  <a:pt x="564" y="181"/>
                </a:cubicBezTo>
                <a:moveTo>
                  <a:pt x="564" y="207"/>
                </a:moveTo>
                <a:cubicBezTo>
                  <a:pt x="557" y="207"/>
                  <a:pt x="550" y="205"/>
                  <a:pt x="544" y="203"/>
                </a:cubicBezTo>
                <a:cubicBezTo>
                  <a:pt x="538" y="200"/>
                  <a:pt x="533" y="197"/>
                  <a:pt x="529" y="192"/>
                </a:cubicBezTo>
                <a:cubicBezTo>
                  <a:pt x="524" y="188"/>
                  <a:pt x="521" y="183"/>
                  <a:pt x="518" y="177"/>
                </a:cubicBezTo>
                <a:cubicBezTo>
                  <a:pt x="516" y="171"/>
                  <a:pt x="515" y="164"/>
                  <a:pt x="515" y="158"/>
                </a:cubicBezTo>
                <a:cubicBezTo>
                  <a:pt x="515" y="151"/>
                  <a:pt x="516" y="145"/>
                  <a:pt x="518" y="139"/>
                </a:cubicBezTo>
                <a:cubicBezTo>
                  <a:pt x="521" y="134"/>
                  <a:pt x="524" y="129"/>
                  <a:pt x="529" y="125"/>
                </a:cubicBezTo>
                <a:cubicBezTo>
                  <a:pt x="533" y="121"/>
                  <a:pt x="538" y="118"/>
                  <a:pt x="544" y="116"/>
                </a:cubicBezTo>
                <a:cubicBezTo>
                  <a:pt x="550" y="114"/>
                  <a:pt x="557" y="113"/>
                  <a:pt x="564" y="113"/>
                </a:cubicBezTo>
                <a:cubicBezTo>
                  <a:pt x="571" y="113"/>
                  <a:pt x="577" y="114"/>
                  <a:pt x="583" y="116"/>
                </a:cubicBezTo>
                <a:cubicBezTo>
                  <a:pt x="589" y="118"/>
                  <a:pt x="594" y="122"/>
                  <a:pt x="599" y="126"/>
                </a:cubicBezTo>
                <a:cubicBezTo>
                  <a:pt x="603" y="130"/>
                  <a:pt x="606" y="135"/>
                  <a:pt x="609" y="141"/>
                </a:cubicBezTo>
                <a:cubicBezTo>
                  <a:pt x="611" y="147"/>
                  <a:pt x="612" y="153"/>
                  <a:pt x="612" y="160"/>
                </a:cubicBezTo>
                <a:cubicBezTo>
                  <a:pt x="612" y="166"/>
                  <a:pt x="611" y="173"/>
                  <a:pt x="609" y="178"/>
                </a:cubicBezTo>
                <a:cubicBezTo>
                  <a:pt x="606" y="184"/>
                  <a:pt x="603" y="189"/>
                  <a:pt x="599" y="193"/>
                </a:cubicBezTo>
                <a:cubicBezTo>
                  <a:pt x="594" y="197"/>
                  <a:pt x="589" y="201"/>
                  <a:pt x="583" y="203"/>
                </a:cubicBezTo>
                <a:cubicBezTo>
                  <a:pt x="577" y="205"/>
                  <a:pt x="571" y="207"/>
                  <a:pt x="564" y="207"/>
                </a:cubicBezTo>
                <a:moveTo>
                  <a:pt x="507" y="192"/>
                </a:moveTo>
                <a:cubicBezTo>
                  <a:pt x="501" y="196"/>
                  <a:pt x="494" y="200"/>
                  <a:pt x="486" y="202"/>
                </a:cubicBezTo>
                <a:cubicBezTo>
                  <a:pt x="478" y="205"/>
                  <a:pt x="469" y="206"/>
                  <a:pt x="460" y="206"/>
                </a:cubicBezTo>
                <a:cubicBezTo>
                  <a:pt x="450" y="206"/>
                  <a:pt x="440" y="204"/>
                  <a:pt x="432" y="201"/>
                </a:cubicBezTo>
                <a:cubicBezTo>
                  <a:pt x="424" y="198"/>
                  <a:pt x="417" y="194"/>
                  <a:pt x="411" y="188"/>
                </a:cubicBezTo>
                <a:cubicBezTo>
                  <a:pt x="405" y="183"/>
                  <a:pt x="401" y="176"/>
                  <a:pt x="398" y="167"/>
                </a:cubicBezTo>
                <a:cubicBezTo>
                  <a:pt x="394" y="159"/>
                  <a:pt x="393" y="150"/>
                  <a:pt x="393" y="139"/>
                </a:cubicBezTo>
                <a:cubicBezTo>
                  <a:pt x="393" y="129"/>
                  <a:pt x="395" y="120"/>
                  <a:pt x="398" y="112"/>
                </a:cubicBezTo>
                <a:cubicBezTo>
                  <a:pt x="402" y="104"/>
                  <a:pt x="406" y="96"/>
                  <a:pt x="413" y="90"/>
                </a:cubicBezTo>
                <a:cubicBezTo>
                  <a:pt x="419" y="85"/>
                  <a:pt x="427" y="80"/>
                  <a:pt x="435" y="77"/>
                </a:cubicBezTo>
                <a:cubicBezTo>
                  <a:pt x="444" y="73"/>
                  <a:pt x="454" y="72"/>
                  <a:pt x="464" y="72"/>
                </a:cubicBezTo>
                <a:cubicBezTo>
                  <a:pt x="468" y="72"/>
                  <a:pt x="472" y="72"/>
                  <a:pt x="476" y="72"/>
                </a:cubicBezTo>
                <a:cubicBezTo>
                  <a:pt x="480" y="73"/>
                  <a:pt x="484" y="74"/>
                  <a:pt x="487" y="75"/>
                </a:cubicBezTo>
                <a:cubicBezTo>
                  <a:pt x="491" y="76"/>
                  <a:pt x="495" y="77"/>
                  <a:pt x="498" y="78"/>
                </a:cubicBezTo>
                <a:cubicBezTo>
                  <a:pt x="501" y="79"/>
                  <a:pt x="504" y="81"/>
                  <a:pt x="507" y="82"/>
                </a:cubicBezTo>
                <a:cubicBezTo>
                  <a:pt x="493" y="109"/>
                  <a:pt x="493" y="109"/>
                  <a:pt x="493" y="109"/>
                </a:cubicBezTo>
                <a:cubicBezTo>
                  <a:pt x="490" y="108"/>
                  <a:pt x="488" y="107"/>
                  <a:pt x="486" y="106"/>
                </a:cubicBezTo>
                <a:cubicBezTo>
                  <a:pt x="484" y="105"/>
                  <a:pt x="482" y="104"/>
                  <a:pt x="480" y="104"/>
                </a:cubicBezTo>
                <a:cubicBezTo>
                  <a:pt x="478" y="103"/>
                  <a:pt x="476" y="103"/>
                  <a:pt x="474" y="102"/>
                </a:cubicBezTo>
                <a:cubicBezTo>
                  <a:pt x="472" y="102"/>
                  <a:pt x="469" y="102"/>
                  <a:pt x="466" y="102"/>
                </a:cubicBezTo>
                <a:cubicBezTo>
                  <a:pt x="455" y="102"/>
                  <a:pt x="445" y="105"/>
                  <a:pt x="439" y="112"/>
                </a:cubicBezTo>
                <a:cubicBezTo>
                  <a:pt x="432" y="118"/>
                  <a:pt x="428" y="127"/>
                  <a:pt x="428" y="139"/>
                </a:cubicBezTo>
                <a:cubicBezTo>
                  <a:pt x="428" y="144"/>
                  <a:pt x="429" y="149"/>
                  <a:pt x="431" y="154"/>
                </a:cubicBezTo>
                <a:cubicBezTo>
                  <a:pt x="433" y="158"/>
                  <a:pt x="435" y="162"/>
                  <a:pt x="438" y="165"/>
                </a:cubicBezTo>
                <a:cubicBezTo>
                  <a:pt x="441" y="168"/>
                  <a:pt x="445" y="171"/>
                  <a:pt x="449" y="173"/>
                </a:cubicBezTo>
                <a:cubicBezTo>
                  <a:pt x="454" y="175"/>
                  <a:pt x="459" y="175"/>
                  <a:pt x="464" y="175"/>
                </a:cubicBezTo>
                <a:cubicBezTo>
                  <a:pt x="469" y="175"/>
                  <a:pt x="474" y="175"/>
                  <a:pt x="479" y="173"/>
                </a:cubicBezTo>
                <a:cubicBezTo>
                  <a:pt x="484" y="171"/>
                  <a:pt x="489" y="168"/>
                  <a:pt x="493" y="165"/>
                </a:cubicBezTo>
                <a:lnTo>
                  <a:pt x="507" y="192"/>
                </a:lnTo>
                <a:close/>
                <a:moveTo>
                  <a:pt x="126" y="2"/>
                </a:moveTo>
                <a:cubicBezTo>
                  <a:pt x="130" y="1"/>
                  <a:pt x="133" y="1"/>
                  <a:pt x="137" y="0"/>
                </a:cubicBezTo>
                <a:cubicBezTo>
                  <a:pt x="154" y="95"/>
                  <a:pt x="154" y="95"/>
                  <a:pt x="154" y="95"/>
                </a:cubicBezTo>
                <a:cubicBezTo>
                  <a:pt x="150" y="96"/>
                  <a:pt x="146" y="96"/>
                  <a:pt x="143" y="97"/>
                </a:cubicBezTo>
                <a:lnTo>
                  <a:pt x="126" y="2"/>
                </a:lnTo>
                <a:close/>
                <a:moveTo>
                  <a:pt x="122" y="107"/>
                </a:moveTo>
                <a:cubicBezTo>
                  <a:pt x="126" y="105"/>
                  <a:pt x="129" y="102"/>
                  <a:pt x="133" y="101"/>
                </a:cubicBezTo>
                <a:cubicBezTo>
                  <a:pt x="85" y="17"/>
                  <a:pt x="85" y="17"/>
                  <a:pt x="85" y="17"/>
                </a:cubicBezTo>
                <a:cubicBezTo>
                  <a:pt x="82" y="19"/>
                  <a:pt x="78" y="21"/>
                  <a:pt x="74" y="24"/>
                </a:cubicBezTo>
                <a:lnTo>
                  <a:pt x="122" y="107"/>
                </a:lnTo>
                <a:close/>
                <a:moveTo>
                  <a:pt x="95" y="160"/>
                </a:moveTo>
                <a:cubicBezTo>
                  <a:pt x="95" y="156"/>
                  <a:pt x="95" y="153"/>
                  <a:pt x="96" y="149"/>
                </a:cubicBezTo>
                <a:cubicBezTo>
                  <a:pt x="0" y="149"/>
                  <a:pt x="0" y="149"/>
                  <a:pt x="0" y="149"/>
                </a:cubicBezTo>
                <a:cubicBezTo>
                  <a:pt x="0" y="152"/>
                  <a:pt x="0" y="156"/>
                  <a:pt x="0" y="159"/>
                </a:cubicBezTo>
                <a:cubicBezTo>
                  <a:pt x="0" y="162"/>
                  <a:pt x="0" y="165"/>
                  <a:pt x="0" y="169"/>
                </a:cubicBezTo>
                <a:cubicBezTo>
                  <a:pt x="95" y="169"/>
                  <a:pt x="95" y="169"/>
                  <a:pt x="95" y="169"/>
                </a:cubicBezTo>
                <a:cubicBezTo>
                  <a:pt x="95" y="166"/>
                  <a:pt x="95" y="163"/>
                  <a:pt x="95" y="160"/>
                </a:cubicBezTo>
                <a:moveTo>
                  <a:pt x="224" y="160"/>
                </a:moveTo>
                <a:cubicBezTo>
                  <a:pt x="224" y="195"/>
                  <a:pt x="195" y="224"/>
                  <a:pt x="159" y="224"/>
                </a:cubicBezTo>
                <a:cubicBezTo>
                  <a:pt x="128" y="224"/>
                  <a:pt x="101" y="201"/>
                  <a:pt x="96" y="171"/>
                </a:cubicBezTo>
                <a:cubicBezTo>
                  <a:pt x="6" y="203"/>
                  <a:pt x="6" y="203"/>
                  <a:pt x="6" y="203"/>
                </a:cubicBezTo>
                <a:cubicBezTo>
                  <a:pt x="8" y="210"/>
                  <a:pt x="11" y="217"/>
                  <a:pt x="14" y="224"/>
                </a:cubicBezTo>
                <a:cubicBezTo>
                  <a:pt x="103" y="191"/>
                  <a:pt x="103" y="191"/>
                  <a:pt x="103" y="191"/>
                </a:cubicBezTo>
                <a:cubicBezTo>
                  <a:pt x="30" y="253"/>
                  <a:pt x="30" y="253"/>
                  <a:pt x="30" y="253"/>
                </a:cubicBezTo>
                <a:cubicBezTo>
                  <a:pt x="34" y="259"/>
                  <a:pt x="40" y="265"/>
                  <a:pt x="45" y="271"/>
                </a:cubicBezTo>
                <a:cubicBezTo>
                  <a:pt x="113" y="213"/>
                  <a:pt x="113" y="213"/>
                  <a:pt x="113" y="213"/>
                </a:cubicBezTo>
                <a:cubicBezTo>
                  <a:pt x="69" y="291"/>
                  <a:pt x="69" y="291"/>
                  <a:pt x="69" y="291"/>
                </a:cubicBezTo>
                <a:cubicBezTo>
                  <a:pt x="76" y="296"/>
                  <a:pt x="83" y="300"/>
                  <a:pt x="91" y="304"/>
                </a:cubicBezTo>
                <a:cubicBezTo>
                  <a:pt x="133" y="231"/>
                  <a:pt x="133" y="231"/>
                  <a:pt x="133" y="231"/>
                </a:cubicBezTo>
                <a:cubicBezTo>
                  <a:pt x="118" y="314"/>
                  <a:pt x="118" y="314"/>
                  <a:pt x="118" y="314"/>
                </a:cubicBezTo>
                <a:cubicBezTo>
                  <a:pt x="127" y="317"/>
                  <a:pt x="136" y="318"/>
                  <a:pt x="146" y="319"/>
                </a:cubicBezTo>
                <a:cubicBezTo>
                  <a:pt x="159" y="241"/>
                  <a:pt x="159" y="241"/>
                  <a:pt x="159" y="241"/>
                </a:cubicBezTo>
                <a:cubicBezTo>
                  <a:pt x="173" y="319"/>
                  <a:pt x="173" y="319"/>
                  <a:pt x="173" y="319"/>
                </a:cubicBezTo>
                <a:cubicBezTo>
                  <a:pt x="183" y="318"/>
                  <a:pt x="192" y="317"/>
                  <a:pt x="202" y="314"/>
                </a:cubicBezTo>
                <a:cubicBezTo>
                  <a:pt x="189" y="242"/>
                  <a:pt x="189" y="242"/>
                  <a:pt x="189" y="242"/>
                </a:cubicBezTo>
                <a:cubicBezTo>
                  <a:pt x="225" y="305"/>
                  <a:pt x="225" y="305"/>
                  <a:pt x="225" y="305"/>
                </a:cubicBezTo>
                <a:cubicBezTo>
                  <a:pt x="235" y="301"/>
                  <a:pt x="245" y="295"/>
                  <a:pt x="253" y="289"/>
                </a:cubicBezTo>
                <a:cubicBezTo>
                  <a:pt x="220" y="231"/>
                  <a:pt x="220" y="231"/>
                  <a:pt x="220" y="231"/>
                </a:cubicBezTo>
                <a:cubicBezTo>
                  <a:pt x="271" y="274"/>
                  <a:pt x="271" y="274"/>
                  <a:pt x="271" y="274"/>
                </a:cubicBezTo>
                <a:cubicBezTo>
                  <a:pt x="279" y="266"/>
                  <a:pt x="286" y="257"/>
                  <a:pt x="293" y="247"/>
                </a:cubicBezTo>
                <a:cubicBezTo>
                  <a:pt x="247" y="209"/>
                  <a:pt x="247" y="209"/>
                  <a:pt x="247" y="209"/>
                </a:cubicBezTo>
                <a:cubicBezTo>
                  <a:pt x="303" y="229"/>
                  <a:pt x="303" y="229"/>
                  <a:pt x="303" y="229"/>
                </a:cubicBezTo>
                <a:cubicBezTo>
                  <a:pt x="308" y="219"/>
                  <a:pt x="312" y="207"/>
                  <a:pt x="315" y="195"/>
                </a:cubicBezTo>
                <a:cubicBezTo>
                  <a:pt x="266" y="177"/>
                  <a:pt x="266" y="177"/>
                  <a:pt x="266" y="177"/>
                </a:cubicBezTo>
                <a:cubicBezTo>
                  <a:pt x="318" y="177"/>
                  <a:pt x="318" y="177"/>
                  <a:pt x="318" y="177"/>
                </a:cubicBezTo>
                <a:cubicBezTo>
                  <a:pt x="319" y="171"/>
                  <a:pt x="319" y="165"/>
                  <a:pt x="319" y="159"/>
                </a:cubicBezTo>
                <a:cubicBezTo>
                  <a:pt x="319" y="152"/>
                  <a:pt x="318" y="145"/>
                  <a:pt x="317" y="138"/>
                </a:cubicBezTo>
                <a:cubicBezTo>
                  <a:pt x="220" y="138"/>
                  <a:pt x="220" y="138"/>
                  <a:pt x="220" y="138"/>
                </a:cubicBezTo>
                <a:cubicBezTo>
                  <a:pt x="223" y="145"/>
                  <a:pt x="224" y="152"/>
                  <a:pt x="224" y="160"/>
                </a:cubicBezTo>
                <a:moveTo>
                  <a:pt x="97" y="145"/>
                </a:moveTo>
                <a:cubicBezTo>
                  <a:pt x="98" y="139"/>
                  <a:pt x="100" y="134"/>
                  <a:pt x="103" y="129"/>
                </a:cubicBezTo>
                <a:cubicBezTo>
                  <a:pt x="13" y="96"/>
                  <a:pt x="13" y="96"/>
                  <a:pt x="13" y="96"/>
                </a:cubicBezTo>
                <a:cubicBezTo>
                  <a:pt x="11" y="101"/>
                  <a:pt x="9" y="107"/>
                  <a:pt x="7" y="112"/>
                </a:cubicBezTo>
                <a:lnTo>
                  <a:pt x="97" y="145"/>
                </a:lnTo>
                <a:close/>
                <a:moveTo>
                  <a:pt x="280" y="54"/>
                </a:moveTo>
                <a:cubicBezTo>
                  <a:pt x="207" y="115"/>
                  <a:pt x="207" y="115"/>
                  <a:pt x="207" y="115"/>
                </a:cubicBezTo>
                <a:cubicBezTo>
                  <a:pt x="208" y="117"/>
                  <a:pt x="210" y="119"/>
                  <a:pt x="212" y="121"/>
                </a:cubicBezTo>
                <a:cubicBezTo>
                  <a:pt x="285" y="60"/>
                  <a:pt x="285" y="60"/>
                  <a:pt x="285" y="60"/>
                </a:cubicBezTo>
                <a:cubicBezTo>
                  <a:pt x="283" y="58"/>
                  <a:pt x="281" y="56"/>
                  <a:pt x="280" y="54"/>
                </a:cubicBezTo>
                <a:moveTo>
                  <a:pt x="243" y="23"/>
                </a:moveTo>
                <a:cubicBezTo>
                  <a:pt x="241" y="21"/>
                  <a:pt x="238" y="20"/>
                  <a:pt x="236" y="18"/>
                </a:cubicBezTo>
                <a:cubicBezTo>
                  <a:pt x="188" y="102"/>
                  <a:pt x="188" y="102"/>
                  <a:pt x="188" y="102"/>
                </a:cubicBezTo>
                <a:cubicBezTo>
                  <a:pt x="190" y="103"/>
                  <a:pt x="193" y="104"/>
                  <a:pt x="196" y="106"/>
                </a:cubicBezTo>
                <a:lnTo>
                  <a:pt x="243" y="23"/>
                </a:lnTo>
                <a:close/>
                <a:moveTo>
                  <a:pt x="116" y="112"/>
                </a:moveTo>
                <a:cubicBezTo>
                  <a:pt x="42" y="50"/>
                  <a:pt x="42" y="50"/>
                  <a:pt x="42" y="50"/>
                </a:cubicBezTo>
                <a:cubicBezTo>
                  <a:pt x="39" y="54"/>
                  <a:pt x="36" y="58"/>
                  <a:pt x="33" y="62"/>
                </a:cubicBezTo>
                <a:cubicBezTo>
                  <a:pt x="106" y="124"/>
                  <a:pt x="106" y="124"/>
                  <a:pt x="106" y="124"/>
                </a:cubicBezTo>
                <a:cubicBezTo>
                  <a:pt x="109" y="119"/>
                  <a:pt x="112" y="116"/>
                  <a:pt x="116" y="112"/>
                </a:cubicBezTo>
                <a:moveTo>
                  <a:pt x="166" y="95"/>
                </a:moveTo>
                <a:cubicBezTo>
                  <a:pt x="169" y="96"/>
                  <a:pt x="172" y="96"/>
                  <a:pt x="175" y="97"/>
                </a:cubicBezTo>
                <a:cubicBezTo>
                  <a:pt x="192" y="2"/>
                  <a:pt x="192" y="2"/>
                  <a:pt x="192" y="2"/>
                </a:cubicBezTo>
                <a:cubicBezTo>
                  <a:pt x="189" y="1"/>
                  <a:pt x="186" y="1"/>
                  <a:pt x="183" y="0"/>
                </a:cubicBezTo>
                <a:lnTo>
                  <a:pt x="166" y="95"/>
                </a:lnTo>
                <a:close/>
              </a:path>
            </a:pathLst>
          </a:custGeom>
          <a:solidFill>
            <a:schemeClr val="tx1"/>
          </a:solidFill>
          <a:ln>
            <a:noFill/>
          </a:ln>
        </p:spPr>
        <p:txBody>
          <a:bodyPr vert="horz" wrap="square" lIns="121888" tIns="60944" rIns="121888" bIns="60944" numCol="1" anchor="t" anchorCtr="0" compatLnSpc="1">
            <a:prstTxWarp prst="textNoShape">
              <a:avLst/>
            </a:prstTxWarp>
          </a:bodyPr>
          <a:lstStyle/>
          <a:p>
            <a:endParaRPr lang="en-US" sz="3199"/>
          </a:p>
        </p:txBody>
      </p:sp>
      <p:cxnSp>
        <p:nvCxnSpPr>
          <p:cNvPr id="11" name="Straight Connector 10">
            <a:extLst>
              <a:ext uri="{FF2B5EF4-FFF2-40B4-BE49-F238E27FC236}">
                <a16:creationId xmlns:a16="http://schemas.microsoft.com/office/drawing/2014/main" id="{E648BD36-0B39-4245-A543-F4FCE86E5E97}"/>
              </a:ext>
            </a:extLst>
          </p:cNvPr>
          <p:cNvCxnSpPr>
            <a:cxnSpLocks/>
          </p:cNvCxnSpPr>
          <p:nvPr userDrawn="1"/>
        </p:nvCxnSpPr>
        <p:spPr>
          <a:xfrm>
            <a:off x="752528" y="247662"/>
            <a:ext cx="11436297" cy="0"/>
          </a:xfrm>
          <a:prstGeom prst="line">
            <a:avLst/>
          </a:prstGeom>
          <a:ln w="19050" cap="sq">
            <a:solidFill>
              <a:srgbClr val="CE1126"/>
            </a:solidFill>
            <a:headEnd type="oval" w="sm" len="sm"/>
          </a:ln>
          <a:effectLst/>
        </p:spPr>
        <p:style>
          <a:lnRef idx="2">
            <a:schemeClr val="accent1"/>
          </a:lnRef>
          <a:fillRef idx="0">
            <a:schemeClr val="accent1"/>
          </a:fillRef>
          <a:effectRef idx="1">
            <a:schemeClr val="accent1"/>
          </a:effectRef>
          <a:fontRef idx="minor">
            <a:schemeClr val="tx1"/>
          </a:fontRef>
        </p:style>
      </p:cxnSp>
      <p:sp>
        <p:nvSpPr>
          <p:cNvPr id="13" name="Date">
            <a:extLst>
              <a:ext uri="{FF2B5EF4-FFF2-40B4-BE49-F238E27FC236}">
                <a16:creationId xmlns:a16="http://schemas.microsoft.com/office/drawing/2014/main" id="{A451BCD5-6153-1747-A933-32E8283537C7}"/>
              </a:ext>
            </a:extLst>
          </p:cNvPr>
          <p:cNvSpPr>
            <a:spLocks noGrp="1"/>
          </p:cNvSpPr>
          <p:nvPr>
            <p:ph type="body" sz="quarter" idx="14" hasCustomPrompt="1"/>
          </p:nvPr>
        </p:nvSpPr>
        <p:spPr>
          <a:xfrm>
            <a:off x="9051010" y="6391832"/>
            <a:ext cx="2312452" cy="216670"/>
          </a:xfrm>
          <a:noFill/>
        </p:spPr>
        <p:txBody>
          <a:bodyPr/>
          <a:lstStyle>
            <a:lvl1pPr>
              <a:defRPr sz="1400" b="1">
                <a:solidFill>
                  <a:schemeClr val="tx1"/>
                </a:solidFill>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en-US"/>
              <a:t>Date</a:t>
            </a:r>
          </a:p>
        </p:txBody>
      </p:sp>
    </p:spTree>
    <p:extLst>
      <p:ext uri="{BB962C8B-B14F-4D97-AF65-F5344CB8AC3E}">
        <p14:creationId xmlns:p14="http://schemas.microsoft.com/office/powerpoint/2010/main" val="2565415896"/>
      </p:ext>
    </p:extLst>
  </p:cSld>
  <p:clrMapOvr>
    <a:masterClrMapping/>
  </p:clrMapOvr>
  <p:extLst>
    <p:ext uri="{DCECCB84-F9BA-43D5-87BE-67443E8EF086}">
      <p15:sldGuideLst xmlns:p15="http://schemas.microsoft.com/office/powerpoint/2012/main">
        <p15:guide id="1" orient="horz" pos="3552">
          <p15:clr>
            <a:srgbClr val="FBAE40"/>
          </p15:clr>
        </p15:guide>
        <p15:guide id="2" orient="horz" pos="3144">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Content | Headline + Sub + Body | White">
    <p:bg>
      <p:bgRef idx="1">
        <a:schemeClr val="bg1"/>
      </p:bgRef>
    </p:bg>
    <p:spTree>
      <p:nvGrpSpPr>
        <p:cNvPr id="1" name=""/>
        <p:cNvGrpSpPr/>
        <p:nvPr/>
      </p:nvGrpSpPr>
      <p:grpSpPr>
        <a:xfrm>
          <a:off x="0" y="0"/>
          <a:ext cx="0" cy="0"/>
          <a:chOff x="0" y="0"/>
          <a:chExt cx="0" cy="0"/>
        </a:xfrm>
      </p:grpSpPr>
      <p:sp>
        <p:nvSpPr>
          <p:cNvPr id="2" name="Text Placeholder 2">
            <a:extLst>
              <a:ext uri="{FF2B5EF4-FFF2-40B4-BE49-F238E27FC236}">
                <a16:creationId xmlns:a16="http://schemas.microsoft.com/office/drawing/2014/main" id="{7E5225AB-9C68-48C0-B481-4F436A3B7308}"/>
              </a:ext>
            </a:extLst>
          </p:cNvPr>
          <p:cNvSpPr>
            <a:spLocks noGrp="1"/>
          </p:cNvSpPr>
          <p:nvPr>
            <p:ph type="body" idx="2" hasCustomPrompt="1"/>
          </p:nvPr>
        </p:nvSpPr>
        <p:spPr>
          <a:xfrm>
            <a:off x="609600" y="1166707"/>
            <a:ext cx="10972800" cy="411740"/>
          </a:xfrm>
          <a:prstGeom prst="rect">
            <a:avLst/>
          </a:prstGeom>
        </p:spPr>
        <p:txBody>
          <a:bodyPr anchor="t">
            <a:normAutofit/>
          </a:bodyPr>
          <a:lstStyle>
            <a:lvl1pPr marL="0" marR="0" indent="0" algn="l" defTabSz="609555" rtl="0" eaLnBrk="1" fontAlgn="auto" latinLnBrk="0" hangingPunct="1">
              <a:lnSpc>
                <a:spcPct val="100000"/>
              </a:lnSpc>
              <a:spcBef>
                <a:spcPct val="20000"/>
              </a:spcBef>
              <a:spcAft>
                <a:spcPts val="0"/>
              </a:spcAft>
              <a:buClr>
                <a:schemeClr val="accent1"/>
              </a:buClr>
              <a:buSzTx/>
              <a:buFont typeface="Arial" panose="020B0604020202020204" pitchFamily="34" charset="0"/>
              <a:buNone/>
              <a:tabLst/>
              <a:defRPr sz="1467" b="0" cap="all" spc="400" baseline="0">
                <a:solidFill>
                  <a:schemeClr val="accent1"/>
                </a:solidFill>
              </a:defRPr>
            </a:lvl1pPr>
            <a:lvl2pPr marL="609555" indent="0">
              <a:buNone/>
              <a:defRPr sz="2667" b="1"/>
            </a:lvl2pPr>
            <a:lvl3pPr marL="1219110" indent="0">
              <a:buNone/>
              <a:defRPr sz="2400" b="1"/>
            </a:lvl3pPr>
            <a:lvl4pPr marL="1828664" indent="0">
              <a:buNone/>
              <a:defRPr sz="2133" b="1"/>
            </a:lvl4pPr>
            <a:lvl5pPr marL="2438218" indent="0">
              <a:buNone/>
              <a:defRPr sz="2133" b="1"/>
            </a:lvl5pPr>
            <a:lvl6pPr marL="3047772" indent="0">
              <a:buNone/>
              <a:defRPr sz="2133" b="1"/>
            </a:lvl6pPr>
            <a:lvl7pPr marL="3657327" indent="0">
              <a:buNone/>
              <a:defRPr sz="2133" b="1"/>
            </a:lvl7pPr>
            <a:lvl8pPr marL="4266880" indent="0">
              <a:buNone/>
              <a:defRPr sz="2133" b="1"/>
            </a:lvl8pPr>
            <a:lvl9pPr marL="4876435" indent="0">
              <a:buNone/>
              <a:defRPr sz="2133" b="1"/>
            </a:lvl9pPr>
          </a:lstStyle>
          <a:p>
            <a:pPr marL="0" marR="0" lvl="0" indent="0" algn="l" defTabSz="609555" rtl="0" eaLnBrk="1" fontAlgn="auto" latinLnBrk="0" hangingPunct="1">
              <a:lnSpc>
                <a:spcPct val="100000"/>
              </a:lnSpc>
              <a:spcBef>
                <a:spcPct val="20000"/>
              </a:spcBef>
              <a:spcAft>
                <a:spcPts val="0"/>
              </a:spcAft>
              <a:buClr>
                <a:schemeClr val="accent1"/>
              </a:buClr>
              <a:buSzTx/>
              <a:buFont typeface="Arial" panose="020B0604020202020204" pitchFamily="34" charset="0"/>
              <a:buNone/>
              <a:tabLst/>
              <a:defRPr/>
            </a:pPr>
            <a:r>
              <a:rPr lang="en-US"/>
              <a:t>SUBHEAD HERE. ALL CAPS. TERRA COTTA. 11 PT.</a:t>
            </a:r>
          </a:p>
        </p:txBody>
      </p:sp>
      <p:sp>
        <p:nvSpPr>
          <p:cNvPr id="5" name="Title 4">
            <a:extLst>
              <a:ext uri="{FF2B5EF4-FFF2-40B4-BE49-F238E27FC236}">
                <a16:creationId xmlns:a16="http://schemas.microsoft.com/office/drawing/2014/main" id="{BAFBE7D4-FDCA-0F4E-B63D-291E8DDF9D8B}"/>
              </a:ext>
            </a:extLst>
          </p:cNvPr>
          <p:cNvSpPr>
            <a:spLocks noGrp="1"/>
          </p:cNvSpPr>
          <p:nvPr>
            <p:ph type="title" hasCustomPrompt="1"/>
          </p:nvPr>
        </p:nvSpPr>
        <p:spPr>
          <a:xfrm>
            <a:off x="609600" y="466827"/>
            <a:ext cx="10972800" cy="758500"/>
          </a:xfrm>
        </p:spPr>
        <p:txBody>
          <a:bodyPr/>
          <a:lstStyle>
            <a:lvl1pPr>
              <a:defRPr spc="400" baseline="0"/>
            </a:lvl1pPr>
          </a:lstStyle>
          <a:p>
            <a:r>
              <a:rPr lang="en-US"/>
              <a:t>TITLE HERE. ALL CAPS. BLACK. 24 PT.</a:t>
            </a:r>
          </a:p>
        </p:txBody>
      </p:sp>
      <p:sp>
        <p:nvSpPr>
          <p:cNvPr id="4" name="Content Placeholder 3">
            <a:extLst>
              <a:ext uri="{FF2B5EF4-FFF2-40B4-BE49-F238E27FC236}">
                <a16:creationId xmlns:a16="http://schemas.microsoft.com/office/drawing/2014/main" id="{7948355C-FA3B-4066-92A2-32029C5A1754}"/>
              </a:ext>
            </a:extLst>
          </p:cNvPr>
          <p:cNvSpPr>
            <a:spLocks noGrp="1"/>
          </p:cNvSpPr>
          <p:nvPr>
            <p:ph sz="half" idx="10" hasCustomPrompt="1"/>
          </p:nvPr>
        </p:nvSpPr>
        <p:spPr>
          <a:xfrm>
            <a:off x="609600" y="1682496"/>
            <a:ext cx="10972800" cy="4401760"/>
          </a:xfrm>
          <a:prstGeom prst="rect">
            <a:avLst/>
          </a:prstGeom>
        </p:spPr>
        <p:txBody>
          <a:bodyPr>
            <a:noAutofit/>
          </a:bodyPr>
          <a:lstStyle>
            <a:lvl1pPr marL="311143" indent="-300559">
              <a:buClr>
                <a:schemeClr val="accent1"/>
              </a:buClr>
              <a:buFont typeface="Arial" panose="020B0604020202020204" pitchFamily="34" charset="0"/>
              <a:buChar char="•"/>
              <a:tabLst/>
              <a:defRPr sz="2133" spc="0">
                <a:solidFill>
                  <a:schemeClr val="tx1"/>
                </a:solidFill>
              </a:defRPr>
            </a:lvl1pPr>
            <a:lvl2pPr marL="914377" indent="-300559">
              <a:buClr>
                <a:schemeClr val="accent1"/>
              </a:buClr>
              <a:buFont typeface="Arial" panose="020B0604020202020204" pitchFamily="34" charset="0"/>
              <a:buChar char="•"/>
              <a:tabLst/>
              <a:defRPr sz="1867" spc="0">
                <a:solidFill>
                  <a:schemeClr val="tx1"/>
                </a:solidFill>
              </a:defRPr>
            </a:lvl2pPr>
            <a:lvl3pPr marL="1523887" indent="-304776">
              <a:buClr>
                <a:schemeClr val="accent1"/>
              </a:buClr>
              <a:buFont typeface="Arial" panose="020B0604020202020204" pitchFamily="34" charset="0"/>
              <a:buChar char="•"/>
              <a:defRPr sz="1600" spc="0">
                <a:solidFill>
                  <a:schemeClr val="tx1"/>
                </a:solidFill>
              </a:defRPr>
            </a:lvl3pPr>
            <a:lvl4pPr>
              <a:defRPr sz="1600">
                <a:solidFill>
                  <a:srgbClr val="FFFFFF"/>
                </a:solidFill>
              </a:defRPr>
            </a:lvl4pPr>
            <a:lvl5pPr>
              <a:defRPr sz="1600">
                <a:solidFill>
                  <a:srgbClr val="FFFFFF"/>
                </a:solidFill>
              </a:defRPr>
            </a:lvl5pPr>
            <a:lvl6pPr>
              <a:defRPr sz="2133"/>
            </a:lvl6pPr>
            <a:lvl7pPr>
              <a:defRPr sz="2133"/>
            </a:lvl7pPr>
            <a:lvl8pPr>
              <a:defRPr sz="2133"/>
            </a:lvl8pPr>
            <a:lvl9pPr>
              <a:defRPr sz="2133"/>
            </a:lvl9pPr>
          </a:lstStyle>
          <a:p>
            <a:pPr lvl="0"/>
            <a:r>
              <a:rPr lang="en-US"/>
              <a:t>Click to edit master text styles</a:t>
            </a:r>
          </a:p>
          <a:p>
            <a:pPr lvl="1"/>
            <a:r>
              <a:rPr lang="en-US"/>
              <a:t>Second level</a:t>
            </a:r>
          </a:p>
          <a:p>
            <a:pPr lvl="2"/>
            <a:r>
              <a:rPr lang="en-US"/>
              <a:t>Third level</a:t>
            </a:r>
          </a:p>
        </p:txBody>
      </p:sp>
      <p:sp>
        <p:nvSpPr>
          <p:cNvPr id="3" name="Footer Placeholder 2">
            <a:extLst>
              <a:ext uri="{FF2B5EF4-FFF2-40B4-BE49-F238E27FC236}">
                <a16:creationId xmlns:a16="http://schemas.microsoft.com/office/drawing/2014/main" id="{A2FC8824-0868-4FA8-BAE4-101D6897D21C}"/>
              </a:ext>
            </a:extLst>
          </p:cNvPr>
          <p:cNvSpPr>
            <a:spLocks noGrp="1"/>
          </p:cNvSpPr>
          <p:nvPr>
            <p:ph type="ftr" sz="quarter" idx="11"/>
          </p:nvPr>
        </p:nvSpPr>
        <p:spPr/>
        <p:txBody>
          <a:bodyPr/>
          <a:lstStyle>
            <a:lvl1pPr>
              <a:defRPr spc="0"/>
            </a:lvl1pPr>
          </a:lstStyle>
          <a:p>
            <a:r>
              <a:rPr lang="en-US"/>
              <a:t>CS Agentic Development</a:t>
            </a:r>
          </a:p>
        </p:txBody>
      </p:sp>
      <p:sp>
        <p:nvSpPr>
          <p:cNvPr id="6" name="Slide Number Placeholder 5">
            <a:extLst>
              <a:ext uri="{FF2B5EF4-FFF2-40B4-BE49-F238E27FC236}">
                <a16:creationId xmlns:a16="http://schemas.microsoft.com/office/drawing/2014/main" id="{7CE6730C-B129-4981-BDF8-FCCAB3B25DA4}"/>
              </a:ext>
            </a:extLst>
          </p:cNvPr>
          <p:cNvSpPr>
            <a:spLocks noGrp="1"/>
          </p:cNvSpPr>
          <p:nvPr>
            <p:ph type="sldNum" sz="quarter" idx="12"/>
          </p:nvPr>
        </p:nvSpPr>
        <p:spPr/>
        <p:txBody>
          <a:bodyPr/>
          <a:lstStyle>
            <a:lvl1pPr>
              <a:defRPr spc="0"/>
            </a:lvl1pPr>
          </a:lstStyle>
          <a:p>
            <a:pPr algn="r"/>
            <a:fld id="{01517C5A-21C8-4A78-AA4B-D0D5DD5ADE52}" type="slidenum">
              <a:rPr lang="en-US" smtClean="0"/>
              <a:pPr algn="r"/>
              <a:t>‹#›</a:t>
            </a:fld>
            <a:endParaRPr lang="en-US"/>
          </a:p>
        </p:txBody>
      </p:sp>
    </p:spTree>
    <p:extLst>
      <p:ext uri="{BB962C8B-B14F-4D97-AF65-F5344CB8AC3E}">
        <p14:creationId xmlns:p14="http://schemas.microsoft.com/office/powerpoint/2010/main" val="2235064561"/>
      </p:ext>
    </p:extLst>
  </p:cSld>
  <p:clrMapOvr>
    <a:overrideClrMapping bg1="lt1" tx1="dk1" bg2="lt2" tx2="dk2" accent1="accent1" accent2="accent2" accent3="accent3" accent4="accent4" accent5="accent5" accent6="accent6" hlink="hlink" folHlink="folHlink"/>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Content | Headline + Body | White">
    <p:bg>
      <p:bgRef idx="1001">
        <a:schemeClr val="bg1"/>
      </p:bgRef>
    </p:bg>
    <p:spTree>
      <p:nvGrpSpPr>
        <p:cNvPr id="1" name=""/>
        <p:cNvGrpSpPr/>
        <p:nvPr/>
      </p:nvGrpSpPr>
      <p:grpSpPr>
        <a:xfrm>
          <a:off x="0" y="0"/>
          <a:ext cx="0" cy="0"/>
          <a:chOff x="0" y="0"/>
          <a:chExt cx="0" cy="0"/>
        </a:xfrm>
      </p:grpSpPr>
      <p:sp>
        <p:nvSpPr>
          <p:cNvPr id="10" name="Content Placeholder 3">
            <a:extLst>
              <a:ext uri="{FF2B5EF4-FFF2-40B4-BE49-F238E27FC236}">
                <a16:creationId xmlns:a16="http://schemas.microsoft.com/office/drawing/2014/main" id="{BECF2EFB-1FFD-0640-A59A-CE7F22635474}"/>
              </a:ext>
            </a:extLst>
          </p:cNvPr>
          <p:cNvSpPr>
            <a:spLocks noGrp="1"/>
          </p:cNvSpPr>
          <p:nvPr>
            <p:ph sz="half" idx="2" hasCustomPrompt="1"/>
          </p:nvPr>
        </p:nvSpPr>
        <p:spPr>
          <a:xfrm>
            <a:off x="609600" y="1402077"/>
            <a:ext cx="10972800" cy="4708975"/>
          </a:xfrm>
          <a:prstGeom prst="rect">
            <a:avLst/>
          </a:prstGeom>
        </p:spPr>
        <p:txBody>
          <a:bodyPr>
            <a:noAutofit/>
          </a:bodyPr>
          <a:lstStyle>
            <a:lvl1pPr marL="311143" indent="-300559">
              <a:buClr>
                <a:schemeClr val="accent1"/>
              </a:buClr>
              <a:buFont typeface="Arial" panose="020B0604020202020204" pitchFamily="34" charset="0"/>
              <a:buChar char="•"/>
              <a:tabLst/>
              <a:defRPr sz="2133" spc="0">
                <a:solidFill>
                  <a:schemeClr val="tx1"/>
                </a:solidFill>
              </a:defRPr>
            </a:lvl1pPr>
            <a:lvl2pPr marL="914377" indent="-300559">
              <a:buClr>
                <a:schemeClr val="accent1"/>
              </a:buClr>
              <a:buFont typeface="Arial" panose="020B0604020202020204" pitchFamily="34" charset="0"/>
              <a:buChar char="•"/>
              <a:tabLst/>
              <a:defRPr sz="1867" spc="0">
                <a:solidFill>
                  <a:schemeClr val="tx1"/>
                </a:solidFill>
              </a:defRPr>
            </a:lvl2pPr>
            <a:lvl3pPr marL="1523887" indent="-304776">
              <a:buClr>
                <a:schemeClr val="accent1"/>
              </a:buClr>
              <a:buFont typeface="Arial" panose="020B0604020202020204" pitchFamily="34" charset="0"/>
              <a:buChar char="•"/>
              <a:defRPr sz="1600" spc="0">
                <a:solidFill>
                  <a:schemeClr val="tx1"/>
                </a:solidFill>
              </a:defRPr>
            </a:lvl3pPr>
            <a:lvl4pPr>
              <a:defRPr sz="1600">
                <a:solidFill>
                  <a:srgbClr val="FFFFFF"/>
                </a:solidFill>
              </a:defRPr>
            </a:lvl4pPr>
            <a:lvl5pPr>
              <a:defRPr sz="1600">
                <a:solidFill>
                  <a:srgbClr val="FFFFFF"/>
                </a:solidFill>
              </a:defRPr>
            </a:lvl5pPr>
            <a:lvl6pPr>
              <a:defRPr sz="2133"/>
            </a:lvl6pPr>
            <a:lvl7pPr>
              <a:defRPr sz="2133"/>
            </a:lvl7pPr>
            <a:lvl8pPr>
              <a:defRPr sz="2133"/>
            </a:lvl8pPr>
            <a:lvl9pPr>
              <a:defRPr sz="2133"/>
            </a:lvl9pPr>
          </a:lstStyle>
          <a:p>
            <a:pPr lvl="0"/>
            <a:r>
              <a:rPr lang="en-US"/>
              <a:t>Click to edit master text styles</a:t>
            </a:r>
          </a:p>
          <a:p>
            <a:pPr lvl="1"/>
            <a:r>
              <a:rPr lang="en-US"/>
              <a:t>Second level</a:t>
            </a:r>
          </a:p>
          <a:p>
            <a:pPr lvl="2"/>
            <a:r>
              <a:rPr lang="en-US"/>
              <a:t>Third level</a:t>
            </a:r>
          </a:p>
        </p:txBody>
      </p:sp>
      <p:sp>
        <p:nvSpPr>
          <p:cNvPr id="5" name="Title 4">
            <a:extLst>
              <a:ext uri="{FF2B5EF4-FFF2-40B4-BE49-F238E27FC236}">
                <a16:creationId xmlns:a16="http://schemas.microsoft.com/office/drawing/2014/main" id="{A539C789-234B-0041-B311-916160AEFC21}"/>
              </a:ext>
            </a:extLst>
          </p:cNvPr>
          <p:cNvSpPr>
            <a:spLocks noGrp="1"/>
          </p:cNvSpPr>
          <p:nvPr>
            <p:ph type="title" hasCustomPrompt="1"/>
          </p:nvPr>
        </p:nvSpPr>
        <p:spPr/>
        <p:txBody>
          <a:bodyPr/>
          <a:lstStyle>
            <a:lvl1pPr>
              <a:defRPr spc="400" baseline="0"/>
            </a:lvl1pPr>
          </a:lstStyle>
          <a:p>
            <a:r>
              <a:rPr lang="en-US"/>
              <a:t>TITLE HERE. ALL CAPS. BLACK. 24 PT.</a:t>
            </a:r>
          </a:p>
        </p:txBody>
      </p:sp>
      <p:sp>
        <p:nvSpPr>
          <p:cNvPr id="2" name="Footer Placeholder 1">
            <a:extLst>
              <a:ext uri="{FF2B5EF4-FFF2-40B4-BE49-F238E27FC236}">
                <a16:creationId xmlns:a16="http://schemas.microsoft.com/office/drawing/2014/main" id="{99E5EA4B-59AD-415B-8D7A-5804883562D1}"/>
              </a:ext>
            </a:extLst>
          </p:cNvPr>
          <p:cNvSpPr>
            <a:spLocks noGrp="1"/>
          </p:cNvSpPr>
          <p:nvPr>
            <p:ph type="ftr" sz="quarter" idx="10"/>
          </p:nvPr>
        </p:nvSpPr>
        <p:spPr/>
        <p:txBody>
          <a:bodyPr/>
          <a:lstStyle>
            <a:lvl1pPr>
              <a:defRPr spc="0"/>
            </a:lvl1pPr>
          </a:lstStyle>
          <a:p>
            <a:r>
              <a:rPr lang="en-US"/>
              <a:t>CS Agentic Development</a:t>
            </a:r>
          </a:p>
        </p:txBody>
      </p:sp>
      <p:sp>
        <p:nvSpPr>
          <p:cNvPr id="3" name="Slide Number Placeholder 2">
            <a:extLst>
              <a:ext uri="{FF2B5EF4-FFF2-40B4-BE49-F238E27FC236}">
                <a16:creationId xmlns:a16="http://schemas.microsoft.com/office/drawing/2014/main" id="{A66F1E04-0B6C-4B81-9C54-243FC5DE3EB1}"/>
              </a:ext>
            </a:extLst>
          </p:cNvPr>
          <p:cNvSpPr>
            <a:spLocks noGrp="1"/>
          </p:cNvSpPr>
          <p:nvPr>
            <p:ph type="sldNum" sz="quarter" idx="11"/>
          </p:nvPr>
        </p:nvSpPr>
        <p:spPr/>
        <p:txBody>
          <a:bodyPr/>
          <a:lstStyle>
            <a:lvl1pPr>
              <a:defRPr spc="0"/>
            </a:lvl1pPr>
          </a:lstStyle>
          <a:p>
            <a:pPr algn="r"/>
            <a:fld id="{01517C5A-21C8-4A78-AA4B-D0D5DD5ADE52}" type="slidenum">
              <a:rPr lang="en-US" smtClean="0"/>
              <a:pPr algn="r"/>
              <a:t>‹#›</a:t>
            </a:fld>
            <a:endParaRPr lang="en-US"/>
          </a:p>
        </p:txBody>
      </p:sp>
    </p:spTree>
    <p:extLst>
      <p:ext uri="{BB962C8B-B14F-4D97-AF65-F5344CB8AC3E}">
        <p14:creationId xmlns:p14="http://schemas.microsoft.com/office/powerpoint/2010/main" val="1551633091"/>
      </p:ext>
    </p:extLst>
  </p:cSld>
  <p:clrMapOvr>
    <a:overrideClrMapping bg1="lt1" tx1="dk1" bg2="lt2" tx2="dk2" accent1="accent1" accent2="accent2" accent3="accent3" accent4="accent4" accent5="accent5" accent6="accent6" hlink="hlink" folHlink="folHlink"/>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Content | Headline + Sub | White">
    <p:bg>
      <p:bgRef idx="1001">
        <a:schemeClr val="bg1"/>
      </p:bgRef>
    </p:bg>
    <p:spTree>
      <p:nvGrpSpPr>
        <p:cNvPr id="1" name=""/>
        <p:cNvGrpSpPr/>
        <p:nvPr/>
      </p:nvGrpSpPr>
      <p:grpSpPr>
        <a:xfrm>
          <a:off x="0" y="0"/>
          <a:ext cx="0" cy="0"/>
          <a:chOff x="0" y="0"/>
          <a:chExt cx="0" cy="0"/>
        </a:xfrm>
      </p:grpSpPr>
      <p:sp>
        <p:nvSpPr>
          <p:cNvPr id="5" name="Text Placeholder 2">
            <a:extLst>
              <a:ext uri="{FF2B5EF4-FFF2-40B4-BE49-F238E27FC236}">
                <a16:creationId xmlns:a16="http://schemas.microsoft.com/office/drawing/2014/main" id="{D387E6DC-BC84-4C86-A9DE-0160AC1C9D99}"/>
              </a:ext>
            </a:extLst>
          </p:cNvPr>
          <p:cNvSpPr>
            <a:spLocks noGrp="1"/>
          </p:cNvSpPr>
          <p:nvPr>
            <p:ph type="body" idx="1" hasCustomPrompt="1"/>
          </p:nvPr>
        </p:nvSpPr>
        <p:spPr>
          <a:xfrm>
            <a:off x="609600" y="1166707"/>
            <a:ext cx="10972800" cy="411740"/>
          </a:xfrm>
          <a:prstGeom prst="rect">
            <a:avLst/>
          </a:prstGeom>
        </p:spPr>
        <p:txBody>
          <a:bodyPr anchor="t">
            <a:normAutofit/>
          </a:bodyPr>
          <a:lstStyle>
            <a:lvl1pPr marL="0" marR="0" indent="0" algn="l" defTabSz="609555" rtl="0" eaLnBrk="1" fontAlgn="auto" latinLnBrk="0" hangingPunct="1">
              <a:lnSpc>
                <a:spcPct val="100000"/>
              </a:lnSpc>
              <a:spcBef>
                <a:spcPct val="20000"/>
              </a:spcBef>
              <a:spcAft>
                <a:spcPts val="0"/>
              </a:spcAft>
              <a:buClr>
                <a:schemeClr val="accent1"/>
              </a:buClr>
              <a:buSzTx/>
              <a:buFont typeface="Arial" panose="020B0604020202020204" pitchFamily="34" charset="0"/>
              <a:buNone/>
              <a:tabLst/>
              <a:defRPr sz="1467" b="0" cap="all" spc="400" baseline="0">
                <a:solidFill>
                  <a:schemeClr val="accent1"/>
                </a:solidFill>
              </a:defRPr>
            </a:lvl1pPr>
            <a:lvl2pPr marL="609555" indent="0">
              <a:buNone/>
              <a:defRPr sz="2667" b="1"/>
            </a:lvl2pPr>
            <a:lvl3pPr marL="1219110" indent="0">
              <a:buNone/>
              <a:defRPr sz="2400" b="1"/>
            </a:lvl3pPr>
            <a:lvl4pPr marL="1828664" indent="0">
              <a:buNone/>
              <a:defRPr sz="2133" b="1"/>
            </a:lvl4pPr>
            <a:lvl5pPr marL="2438218" indent="0">
              <a:buNone/>
              <a:defRPr sz="2133" b="1"/>
            </a:lvl5pPr>
            <a:lvl6pPr marL="3047772" indent="0">
              <a:buNone/>
              <a:defRPr sz="2133" b="1"/>
            </a:lvl6pPr>
            <a:lvl7pPr marL="3657327" indent="0">
              <a:buNone/>
              <a:defRPr sz="2133" b="1"/>
            </a:lvl7pPr>
            <a:lvl8pPr marL="4266880" indent="0">
              <a:buNone/>
              <a:defRPr sz="2133" b="1"/>
            </a:lvl8pPr>
            <a:lvl9pPr marL="4876435" indent="0">
              <a:buNone/>
              <a:defRPr sz="2133" b="1"/>
            </a:lvl9pPr>
          </a:lstStyle>
          <a:p>
            <a:pPr marL="0" marR="0" lvl="0" indent="0" algn="l" defTabSz="609555" rtl="0" eaLnBrk="1" fontAlgn="auto" latinLnBrk="0" hangingPunct="1">
              <a:lnSpc>
                <a:spcPct val="100000"/>
              </a:lnSpc>
              <a:spcBef>
                <a:spcPct val="20000"/>
              </a:spcBef>
              <a:spcAft>
                <a:spcPts val="0"/>
              </a:spcAft>
              <a:buClr>
                <a:schemeClr val="accent1"/>
              </a:buClr>
              <a:buSzTx/>
              <a:buFont typeface="Arial" panose="020B0604020202020204" pitchFamily="34" charset="0"/>
              <a:buNone/>
              <a:tabLst/>
              <a:defRPr/>
            </a:pPr>
            <a:r>
              <a:rPr lang="en-US"/>
              <a:t>SUBHEAD HERE. ALL CAPS. TERRA COTTA. 11 PT.</a:t>
            </a:r>
          </a:p>
        </p:txBody>
      </p:sp>
      <p:sp>
        <p:nvSpPr>
          <p:cNvPr id="4" name="Title 3">
            <a:extLst>
              <a:ext uri="{FF2B5EF4-FFF2-40B4-BE49-F238E27FC236}">
                <a16:creationId xmlns:a16="http://schemas.microsoft.com/office/drawing/2014/main" id="{EE33CA67-2743-BE45-A4E6-B088ACBBAB8E}"/>
              </a:ext>
            </a:extLst>
          </p:cNvPr>
          <p:cNvSpPr>
            <a:spLocks noGrp="1"/>
          </p:cNvSpPr>
          <p:nvPr>
            <p:ph type="title" hasCustomPrompt="1"/>
          </p:nvPr>
        </p:nvSpPr>
        <p:spPr/>
        <p:txBody>
          <a:bodyPr/>
          <a:lstStyle>
            <a:lvl1pPr>
              <a:defRPr spc="400" baseline="0"/>
            </a:lvl1pPr>
          </a:lstStyle>
          <a:p>
            <a:r>
              <a:rPr lang="en-US"/>
              <a:t>TITLE HERE. ALL CAPS. Black. 24 PT.</a:t>
            </a:r>
          </a:p>
        </p:txBody>
      </p:sp>
      <p:sp>
        <p:nvSpPr>
          <p:cNvPr id="2" name="Footer Placeholder 1">
            <a:extLst>
              <a:ext uri="{FF2B5EF4-FFF2-40B4-BE49-F238E27FC236}">
                <a16:creationId xmlns:a16="http://schemas.microsoft.com/office/drawing/2014/main" id="{FDAD5D2E-A2AC-4899-90EB-41A4D9D5211C}"/>
              </a:ext>
            </a:extLst>
          </p:cNvPr>
          <p:cNvSpPr>
            <a:spLocks noGrp="1"/>
          </p:cNvSpPr>
          <p:nvPr>
            <p:ph type="ftr" sz="quarter" idx="10"/>
          </p:nvPr>
        </p:nvSpPr>
        <p:spPr/>
        <p:txBody>
          <a:bodyPr/>
          <a:lstStyle>
            <a:lvl1pPr>
              <a:defRPr spc="0"/>
            </a:lvl1pPr>
          </a:lstStyle>
          <a:p>
            <a:r>
              <a:rPr lang="en-US"/>
              <a:t>CS Agentic Development</a:t>
            </a:r>
          </a:p>
        </p:txBody>
      </p:sp>
      <p:sp>
        <p:nvSpPr>
          <p:cNvPr id="3" name="Slide Number Placeholder 2">
            <a:extLst>
              <a:ext uri="{FF2B5EF4-FFF2-40B4-BE49-F238E27FC236}">
                <a16:creationId xmlns:a16="http://schemas.microsoft.com/office/drawing/2014/main" id="{A43E2829-C632-4D45-94B3-B004173EEE88}"/>
              </a:ext>
            </a:extLst>
          </p:cNvPr>
          <p:cNvSpPr>
            <a:spLocks noGrp="1"/>
          </p:cNvSpPr>
          <p:nvPr>
            <p:ph type="sldNum" sz="quarter" idx="11"/>
          </p:nvPr>
        </p:nvSpPr>
        <p:spPr/>
        <p:txBody>
          <a:bodyPr/>
          <a:lstStyle>
            <a:lvl1pPr>
              <a:defRPr spc="0"/>
            </a:lvl1pPr>
          </a:lstStyle>
          <a:p>
            <a:pPr algn="r"/>
            <a:fld id="{01517C5A-21C8-4A78-AA4B-D0D5DD5ADE52}" type="slidenum">
              <a:rPr lang="en-US" smtClean="0"/>
              <a:pPr algn="r"/>
              <a:t>‹#›</a:t>
            </a:fld>
            <a:endParaRPr lang="en-US"/>
          </a:p>
        </p:txBody>
      </p:sp>
    </p:spTree>
    <p:extLst>
      <p:ext uri="{BB962C8B-B14F-4D97-AF65-F5344CB8AC3E}">
        <p14:creationId xmlns:p14="http://schemas.microsoft.com/office/powerpoint/2010/main" val="731235509"/>
      </p:ext>
    </p:extLst>
  </p:cSld>
  <p:clrMapOvr>
    <a:overrideClrMapping bg1="lt1" tx1="dk1" bg2="lt2" tx2="dk2" accent1="accent1" accent2="accent2" accent3="accent3" accent4="accent4" accent5="accent5" accent6="accent6" hlink="hlink" folHlink="folHlink"/>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Content | Headline | White">
    <p:bg>
      <p:bgRef idx="1001">
        <a:schemeClr val="bg1"/>
      </p:bgRef>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7D42A82-65F5-9643-8C5E-E126C1F2FFB1}"/>
              </a:ext>
            </a:extLst>
          </p:cNvPr>
          <p:cNvSpPr>
            <a:spLocks noGrp="1"/>
          </p:cNvSpPr>
          <p:nvPr>
            <p:ph type="title" hasCustomPrompt="1"/>
          </p:nvPr>
        </p:nvSpPr>
        <p:spPr/>
        <p:txBody>
          <a:bodyPr/>
          <a:lstStyle>
            <a:lvl1pPr>
              <a:defRPr spc="400" baseline="0"/>
            </a:lvl1pPr>
          </a:lstStyle>
          <a:p>
            <a:r>
              <a:rPr lang="en-US"/>
              <a:t>TITLE HERE. ALL CAPS. Black. 24 PT.</a:t>
            </a:r>
          </a:p>
        </p:txBody>
      </p:sp>
      <p:sp>
        <p:nvSpPr>
          <p:cNvPr id="2" name="Footer Placeholder 1">
            <a:extLst>
              <a:ext uri="{FF2B5EF4-FFF2-40B4-BE49-F238E27FC236}">
                <a16:creationId xmlns:a16="http://schemas.microsoft.com/office/drawing/2014/main" id="{C385A6D3-BFB1-4C67-96C5-155EB52E9927}"/>
              </a:ext>
            </a:extLst>
          </p:cNvPr>
          <p:cNvSpPr>
            <a:spLocks noGrp="1"/>
          </p:cNvSpPr>
          <p:nvPr>
            <p:ph type="ftr" sz="quarter" idx="10"/>
          </p:nvPr>
        </p:nvSpPr>
        <p:spPr/>
        <p:txBody>
          <a:bodyPr/>
          <a:lstStyle>
            <a:lvl1pPr>
              <a:defRPr spc="0"/>
            </a:lvl1pPr>
          </a:lstStyle>
          <a:p>
            <a:r>
              <a:rPr lang="en-US"/>
              <a:t>CS Agentic Development</a:t>
            </a:r>
          </a:p>
        </p:txBody>
      </p:sp>
      <p:sp>
        <p:nvSpPr>
          <p:cNvPr id="3" name="Slide Number Placeholder 2">
            <a:extLst>
              <a:ext uri="{FF2B5EF4-FFF2-40B4-BE49-F238E27FC236}">
                <a16:creationId xmlns:a16="http://schemas.microsoft.com/office/drawing/2014/main" id="{834C15CF-47DB-495F-9FCC-9F29980C5D44}"/>
              </a:ext>
            </a:extLst>
          </p:cNvPr>
          <p:cNvSpPr>
            <a:spLocks noGrp="1"/>
          </p:cNvSpPr>
          <p:nvPr>
            <p:ph type="sldNum" sz="quarter" idx="11"/>
          </p:nvPr>
        </p:nvSpPr>
        <p:spPr/>
        <p:txBody>
          <a:bodyPr/>
          <a:lstStyle>
            <a:lvl1pPr>
              <a:defRPr spc="0"/>
            </a:lvl1pPr>
          </a:lstStyle>
          <a:p>
            <a:pPr algn="r"/>
            <a:fld id="{01517C5A-21C8-4A78-AA4B-D0D5DD5ADE52}" type="slidenum">
              <a:rPr lang="en-US" smtClean="0"/>
              <a:pPr algn="r"/>
              <a:t>‹#›</a:t>
            </a:fld>
            <a:endParaRPr lang="en-US"/>
          </a:p>
        </p:txBody>
      </p:sp>
    </p:spTree>
    <p:extLst>
      <p:ext uri="{BB962C8B-B14F-4D97-AF65-F5344CB8AC3E}">
        <p14:creationId xmlns:p14="http://schemas.microsoft.com/office/powerpoint/2010/main" val="426434922"/>
      </p:ext>
    </p:extLst>
  </p:cSld>
  <p:clrMapOvr>
    <a:overrideClrMapping bg1="lt1" tx1="dk1" bg2="lt2" tx2="dk2" accent1="accent1" accent2="accent2" accent3="accent3" accent4="accent4" accent5="accent5" accent6="accent6" hlink="hlink" folHlink="folHlink"/>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Content | 3 Collage + Sub | White ">
    <p:bg>
      <p:bgPr>
        <a:solidFill>
          <a:schemeClr val="bg1"/>
        </a:solidFill>
        <a:effectLst/>
      </p:bgPr>
    </p:bg>
    <p:spTree>
      <p:nvGrpSpPr>
        <p:cNvPr id="1" name=""/>
        <p:cNvGrpSpPr/>
        <p:nvPr/>
      </p:nvGrpSpPr>
      <p:grpSpPr>
        <a:xfrm>
          <a:off x="0" y="0"/>
          <a:ext cx="0" cy="0"/>
          <a:chOff x="0" y="0"/>
          <a:chExt cx="0" cy="0"/>
        </a:xfrm>
      </p:grpSpPr>
      <p:sp>
        <p:nvSpPr>
          <p:cNvPr id="7" name="Text Placeholder 2">
            <a:extLst>
              <a:ext uri="{FF2B5EF4-FFF2-40B4-BE49-F238E27FC236}">
                <a16:creationId xmlns:a16="http://schemas.microsoft.com/office/drawing/2014/main" id="{845A6B3B-BED3-47B7-ABC7-94D4715C5117}"/>
              </a:ext>
            </a:extLst>
          </p:cNvPr>
          <p:cNvSpPr>
            <a:spLocks noGrp="1"/>
          </p:cNvSpPr>
          <p:nvPr>
            <p:ph type="body" idx="1" hasCustomPrompt="1"/>
          </p:nvPr>
        </p:nvSpPr>
        <p:spPr>
          <a:xfrm>
            <a:off x="609600" y="1166707"/>
            <a:ext cx="10972800" cy="411740"/>
          </a:xfrm>
          <a:prstGeom prst="rect">
            <a:avLst/>
          </a:prstGeom>
        </p:spPr>
        <p:txBody>
          <a:bodyPr anchor="t">
            <a:normAutofit/>
          </a:bodyPr>
          <a:lstStyle>
            <a:lvl1pPr marL="0" marR="0" indent="0" algn="l" defTabSz="609555" rtl="0" eaLnBrk="1" fontAlgn="auto" latinLnBrk="0" hangingPunct="1">
              <a:lnSpc>
                <a:spcPct val="100000"/>
              </a:lnSpc>
              <a:spcBef>
                <a:spcPct val="20000"/>
              </a:spcBef>
              <a:spcAft>
                <a:spcPts val="0"/>
              </a:spcAft>
              <a:buClr>
                <a:schemeClr val="accent1"/>
              </a:buClr>
              <a:buSzTx/>
              <a:buFont typeface="Arial" panose="020B0604020202020204" pitchFamily="34" charset="0"/>
              <a:buNone/>
              <a:tabLst/>
              <a:defRPr sz="1467" b="0" cap="all" spc="400" baseline="0">
                <a:solidFill>
                  <a:schemeClr val="accent1"/>
                </a:solidFill>
              </a:defRPr>
            </a:lvl1pPr>
            <a:lvl2pPr marL="609555" indent="0">
              <a:buNone/>
              <a:defRPr sz="2667" b="1"/>
            </a:lvl2pPr>
            <a:lvl3pPr marL="1219110" indent="0">
              <a:buNone/>
              <a:defRPr sz="2400" b="1"/>
            </a:lvl3pPr>
            <a:lvl4pPr marL="1828664" indent="0">
              <a:buNone/>
              <a:defRPr sz="2133" b="1"/>
            </a:lvl4pPr>
            <a:lvl5pPr marL="2438218" indent="0">
              <a:buNone/>
              <a:defRPr sz="2133" b="1"/>
            </a:lvl5pPr>
            <a:lvl6pPr marL="3047772" indent="0">
              <a:buNone/>
              <a:defRPr sz="2133" b="1"/>
            </a:lvl6pPr>
            <a:lvl7pPr marL="3657327" indent="0">
              <a:buNone/>
              <a:defRPr sz="2133" b="1"/>
            </a:lvl7pPr>
            <a:lvl8pPr marL="4266880" indent="0">
              <a:buNone/>
              <a:defRPr sz="2133" b="1"/>
            </a:lvl8pPr>
            <a:lvl9pPr marL="4876435" indent="0">
              <a:buNone/>
              <a:defRPr sz="2133" b="1"/>
            </a:lvl9pPr>
          </a:lstStyle>
          <a:p>
            <a:pPr marL="0" marR="0" lvl="0" indent="0" algn="l" defTabSz="609555" rtl="0" eaLnBrk="1" fontAlgn="auto" latinLnBrk="0" hangingPunct="1">
              <a:lnSpc>
                <a:spcPct val="100000"/>
              </a:lnSpc>
              <a:spcBef>
                <a:spcPct val="20000"/>
              </a:spcBef>
              <a:spcAft>
                <a:spcPts val="0"/>
              </a:spcAft>
              <a:buClr>
                <a:schemeClr val="accent1"/>
              </a:buClr>
              <a:buSzTx/>
              <a:buFont typeface="Arial" panose="020B0604020202020204" pitchFamily="34" charset="0"/>
              <a:buNone/>
              <a:tabLst/>
              <a:defRPr/>
            </a:pPr>
            <a:r>
              <a:rPr lang="en-US"/>
              <a:t>SUBHEAD HERE. ALL CAPS. TERRA COTTA. 11 PT.</a:t>
            </a:r>
          </a:p>
        </p:txBody>
      </p:sp>
      <p:sp>
        <p:nvSpPr>
          <p:cNvPr id="4" name="Title 3">
            <a:extLst>
              <a:ext uri="{FF2B5EF4-FFF2-40B4-BE49-F238E27FC236}">
                <a16:creationId xmlns:a16="http://schemas.microsoft.com/office/drawing/2014/main" id="{1CAFF837-9556-424F-BF3B-DC25B3885715}"/>
              </a:ext>
            </a:extLst>
          </p:cNvPr>
          <p:cNvSpPr>
            <a:spLocks noGrp="1"/>
          </p:cNvSpPr>
          <p:nvPr>
            <p:ph type="title" hasCustomPrompt="1"/>
          </p:nvPr>
        </p:nvSpPr>
        <p:spPr/>
        <p:txBody>
          <a:bodyPr/>
          <a:lstStyle>
            <a:lvl1pPr>
              <a:defRPr spc="400" baseline="0"/>
            </a:lvl1pPr>
          </a:lstStyle>
          <a:p>
            <a:r>
              <a:rPr lang="en-US"/>
              <a:t>TITLE HERE. ALL CAPS. BLACK. 24 PT.</a:t>
            </a:r>
          </a:p>
        </p:txBody>
      </p:sp>
      <p:sp>
        <p:nvSpPr>
          <p:cNvPr id="2" name="Footer Placeholder 1">
            <a:extLst>
              <a:ext uri="{FF2B5EF4-FFF2-40B4-BE49-F238E27FC236}">
                <a16:creationId xmlns:a16="http://schemas.microsoft.com/office/drawing/2014/main" id="{F0F5C344-815E-4E6C-A632-35A2661C7C86}"/>
              </a:ext>
            </a:extLst>
          </p:cNvPr>
          <p:cNvSpPr>
            <a:spLocks noGrp="1"/>
          </p:cNvSpPr>
          <p:nvPr>
            <p:ph type="ftr" sz="quarter" idx="18"/>
          </p:nvPr>
        </p:nvSpPr>
        <p:spPr/>
        <p:txBody>
          <a:bodyPr/>
          <a:lstStyle>
            <a:lvl1pPr>
              <a:defRPr spc="0"/>
            </a:lvl1pPr>
          </a:lstStyle>
          <a:p>
            <a:r>
              <a:rPr lang="en-US"/>
              <a:t>CS Agentic Development</a:t>
            </a:r>
          </a:p>
        </p:txBody>
      </p:sp>
      <p:sp>
        <p:nvSpPr>
          <p:cNvPr id="9" name="Picture Placeholder 3">
            <a:extLst>
              <a:ext uri="{FF2B5EF4-FFF2-40B4-BE49-F238E27FC236}">
                <a16:creationId xmlns:a16="http://schemas.microsoft.com/office/drawing/2014/main" id="{EFF72F07-E416-4EC9-BFB1-4C53521819A2}"/>
              </a:ext>
            </a:extLst>
          </p:cNvPr>
          <p:cNvSpPr>
            <a:spLocks noGrp="1"/>
          </p:cNvSpPr>
          <p:nvPr>
            <p:ph type="pic" sz="quarter" idx="10" hasCustomPrompt="1"/>
          </p:nvPr>
        </p:nvSpPr>
        <p:spPr>
          <a:xfrm>
            <a:off x="0" y="1973737"/>
            <a:ext cx="4145280" cy="913107"/>
          </a:xfrm>
          <a:prstGeom prst="rect">
            <a:avLst/>
          </a:prstGeom>
          <a:ln>
            <a:solidFill>
              <a:schemeClr val="bg1"/>
            </a:solidFill>
          </a:ln>
        </p:spPr>
        <p:txBody>
          <a:bodyPr anchor="ctr"/>
          <a:lstStyle>
            <a:lvl1pPr marL="0" indent="0" algn="ctr">
              <a:buNone/>
              <a:defRPr spc="0"/>
            </a:lvl1pPr>
          </a:lstStyle>
          <a:p>
            <a:r>
              <a:rPr lang="en-US"/>
              <a:t>INSERT PHOTO HERE</a:t>
            </a:r>
          </a:p>
        </p:txBody>
      </p:sp>
      <p:sp>
        <p:nvSpPr>
          <p:cNvPr id="10" name="Picture Placeholder 3">
            <a:extLst>
              <a:ext uri="{FF2B5EF4-FFF2-40B4-BE49-F238E27FC236}">
                <a16:creationId xmlns:a16="http://schemas.microsoft.com/office/drawing/2014/main" id="{B604ED8E-155F-4A46-8432-A06E849BF6DE}"/>
              </a:ext>
            </a:extLst>
          </p:cNvPr>
          <p:cNvSpPr>
            <a:spLocks noGrp="1"/>
          </p:cNvSpPr>
          <p:nvPr>
            <p:ph type="pic" sz="quarter" idx="14" hasCustomPrompt="1"/>
          </p:nvPr>
        </p:nvSpPr>
        <p:spPr>
          <a:xfrm>
            <a:off x="4130412" y="1973736"/>
            <a:ext cx="8046720" cy="3717557"/>
          </a:xfrm>
          <a:prstGeom prst="rect">
            <a:avLst/>
          </a:prstGeom>
          <a:ln>
            <a:solidFill>
              <a:schemeClr val="bg1"/>
            </a:solidFill>
          </a:ln>
        </p:spPr>
        <p:txBody>
          <a:bodyPr anchor="ctr"/>
          <a:lstStyle>
            <a:lvl1pPr marL="0" indent="0" algn="ctr">
              <a:buNone/>
              <a:defRPr spc="0"/>
            </a:lvl1pPr>
          </a:lstStyle>
          <a:p>
            <a:r>
              <a:rPr lang="en-US"/>
              <a:t>INSERT PHOTO HERE</a:t>
            </a:r>
          </a:p>
        </p:txBody>
      </p:sp>
      <p:sp>
        <p:nvSpPr>
          <p:cNvPr id="11" name="Picture Placeholder 3">
            <a:extLst>
              <a:ext uri="{FF2B5EF4-FFF2-40B4-BE49-F238E27FC236}">
                <a16:creationId xmlns:a16="http://schemas.microsoft.com/office/drawing/2014/main" id="{B83E9807-3886-4F79-9EE8-B285427DC91C}"/>
              </a:ext>
            </a:extLst>
          </p:cNvPr>
          <p:cNvSpPr>
            <a:spLocks noGrp="1"/>
          </p:cNvSpPr>
          <p:nvPr>
            <p:ph type="pic" sz="quarter" idx="17" hasCustomPrompt="1"/>
          </p:nvPr>
        </p:nvSpPr>
        <p:spPr>
          <a:xfrm>
            <a:off x="0" y="2886845"/>
            <a:ext cx="4145280" cy="2804449"/>
          </a:xfrm>
          <a:prstGeom prst="rect">
            <a:avLst/>
          </a:prstGeom>
          <a:ln>
            <a:solidFill>
              <a:schemeClr val="bg1"/>
            </a:solidFill>
          </a:ln>
        </p:spPr>
        <p:txBody>
          <a:bodyPr anchor="ctr"/>
          <a:lstStyle>
            <a:lvl1pPr marL="0" indent="0" algn="ctr">
              <a:buNone/>
              <a:defRPr spc="0"/>
            </a:lvl1pPr>
          </a:lstStyle>
          <a:p>
            <a:r>
              <a:rPr lang="en-US"/>
              <a:t>INSERT PHOTO HERE</a:t>
            </a:r>
          </a:p>
        </p:txBody>
      </p:sp>
      <p:sp>
        <p:nvSpPr>
          <p:cNvPr id="3" name="Slide Number Placeholder 2">
            <a:extLst>
              <a:ext uri="{FF2B5EF4-FFF2-40B4-BE49-F238E27FC236}">
                <a16:creationId xmlns:a16="http://schemas.microsoft.com/office/drawing/2014/main" id="{EFEC55EE-56F3-4C86-AA4D-E940CBB8B9F7}"/>
              </a:ext>
            </a:extLst>
          </p:cNvPr>
          <p:cNvSpPr>
            <a:spLocks noGrp="1"/>
          </p:cNvSpPr>
          <p:nvPr>
            <p:ph type="sldNum" sz="quarter" idx="19"/>
          </p:nvPr>
        </p:nvSpPr>
        <p:spPr/>
        <p:txBody>
          <a:bodyPr/>
          <a:lstStyle>
            <a:lvl1pPr>
              <a:defRPr spc="0"/>
            </a:lvl1pPr>
          </a:lstStyle>
          <a:p>
            <a:pPr algn="r"/>
            <a:fld id="{01517C5A-21C8-4A78-AA4B-D0D5DD5ADE52}" type="slidenum">
              <a:rPr lang="en-US" smtClean="0"/>
              <a:pPr algn="r"/>
              <a:t>‹#›</a:t>
            </a:fld>
            <a:endParaRPr lang="en-US"/>
          </a:p>
        </p:txBody>
      </p:sp>
    </p:spTree>
    <p:extLst>
      <p:ext uri="{BB962C8B-B14F-4D97-AF65-F5344CB8AC3E}">
        <p14:creationId xmlns:p14="http://schemas.microsoft.com/office/powerpoint/2010/main" val="1983984743"/>
      </p:ext>
    </p:extLst>
  </p:cSld>
  <p:clrMapOvr>
    <a:overrideClrMapping bg1="lt1" tx1="dk1" bg2="lt2" tx2="dk2" accent1="accent1" accent2="accent2" accent3="accent3" accent4="accent4" accent5="accent5" accent6="accent6" hlink="hlink" folHlink="folHlink"/>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Content | 3 Collage | White ">
    <p:bg>
      <p:bgPr>
        <a:solidFill>
          <a:schemeClr val="bg1"/>
        </a:soli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2A98B6A-953C-CB4D-B187-26021C9C7CD2}"/>
              </a:ext>
            </a:extLst>
          </p:cNvPr>
          <p:cNvSpPr>
            <a:spLocks noGrp="1"/>
          </p:cNvSpPr>
          <p:nvPr>
            <p:ph type="title" hasCustomPrompt="1"/>
          </p:nvPr>
        </p:nvSpPr>
        <p:spPr/>
        <p:txBody>
          <a:bodyPr/>
          <a:lstStyle>
            <a:lvl1pPr>
              <a:defRPr spc="400" baseline="0"/>
            </a:lvl1pPr>
          </a:lstStyle>
          <a:p>
            <a:r>
              <a:rPr lang="en-US"/>
              <a:t>TITLE HERE. ALL CAPS. BLACK. 24 PT.</a:t>
            </a:r>
          </a:p>
        </p:txBody>
      </p:sp>
      <p:sp>
        <p:nvSpPr>
          <p:cNvPr id="2" name="Footer Placeholder 1">
            <a:extLst>
              <a:ext uri="{FF2B5EF4-FFF2-40B4-BE49-F238E27FC236}">
                <a16:creationId xmlns:a16="http://schemas.microsoft.com/office/drawing/2014/main" id="{C595D5D8-5FFC-44B7-B3F9-A60157051E28}"/>
              </a:ext>
            </a:extLst>
          </p:cNvPr>
          <p:cNvSpPr>
            <a:spLocks noGrp="1"/>
          </p:cNvSpPr>
          <p:nvPr>
            <p:ph type="ftr" sz="quarter" idx="18"/>
          </p:nvPr>
        </p:nvSpPr>
        <p:spPr/>
        <p:txBody>
          <a:bodyPr/>
          <a:lstStyle>
            <a:lvl1pPr>
              <a:defRPr spc="0"/>
            </a:lvl1pPr>
          </a:lstStyle>
          <a:p>
            <a:r>
              <a:rPr lang="en-US"/>
              <a:t>CS Agentic Development</a:t>
            </a:r>
          </a:p>
        </p:txBody>
      </p:sp>
      <p:sp>
        <p:nvSpPr>
          <p:cNvPr id="8" name="Picture Placeholder 3">
            <a:extLst>
              <a:ext uri="{FF2B5EF4-FFF2-40B4-BE49-F238E27FC236}">
                <a16:creationId xmlns:a16="http://schemas.microsoft.com/office/drawing/2014/main" id="{B9372DE6-DCF8-476C-A783-0468C556516F}"/>
              </a:ext>
            </a:extLst>
          </p:cNvPr>
          <p:cNvSpPr>
            <a:spLocks noGrp="1"/>
          </p:cNvSpPr>
          <p:nvPr>
            <p:ph type="pic" sz="quarter" idx="10" hasCustomPrompt="1"/>
          </p:nvPr>
        </p:nvSpPr>
        <p:spPr>
          <a:xfrm>
            <a:off x="0" y="1552919"/>
            <a:ext cx="4145280" cy="1221812"/>
          </a:xfrm>
          <a:prstGeom prst="rect">
            <a:avLst/>
          </a:prstGeom>
          <a:ln>
            <a:solidFill>
              <a:schemeClr val="bg1"/>
            </a:solidFill>
          </a:ln>
        </p:spPr>
        <p:txBody>
          <a:bodyPr anchor="ctr"/>
          <a:lstStyle>
            <a:lvl1pPr marL="0" indent="0" algn="ctr">
              <a:buNone/>
              <a:defRPr spc="0"/>
            </a:lvl1pPr>
          </a:lstStyle>
          <a:p>
            <a:r>
              <a:rPr lang="en-US"/>
              <a:t>INSERT PHOTO HERE</a:t>
            </a:r>
          </a:p>
        </p:txBody>
      </p:sp>
      <p:sp>
        <p:nvSpPr>
          <p:cNvPr id="9" name="Picture Placeholder 3">
            <a:extLst>
              <a:ext uri="{FF2B5EF4-FFF2-40B4-BE49-F238E27FC236}">
                <a16:creationId xmlns:a16="http://schemas.microsoft.com/office/drawing/2014/main" id="{A05D7251-2D12-4ED9-B64E-0883A8600CE4}"/>
              </a:ext>
            </a:extLst>
          </p:cNvPr>
          <p:cNvSpPr>
            <a:spLocks noGrp="1"/>
          </p:cNvSpPr>
          <p:nvPr>
            <p:ph type="pic" sz="quarter" idx="16" hasCustomPrompt="1"/>
          </p:nvPr>
        </p:nvSpPr>
        <p:spPr>
          <a:xfrm>
            <a:off x="4130412" y="1555531"/>
            <a:ext cx="8046720" cy="4081300"/>
          </a:xfrm>
          <a:prstGeom prst="rect">
            <a:avLst/>
          </a:prstGeom>
          <a:ln>
            <a:solidFill>
              <a:schemeClr val="bg1"/>
            </a:solidFill>
          </a:ln>
        </p:spPr>
        <p:txBody>
          <a:bodyPr anchor="ctr"/>
          <a:lstStyle>
            <a:lvl1pPr marL="0" indent="0" algn="ctr">
              <a:buNone/>
              <a:defRPr spc="0"/>
            </a:lvl1pPr>
          </a:lstStyle>
          <a:p>
            <a:r>
              <a:rPr lang="en-US"/>
              <a:t>INSERT PHOTO HERE</a:t>
            </a:r>
          </a:p>
        </p:txBody>
      </p:sp>
      <p:sp>
        <p:nvSpPr>
          <p:cNvPr id="10" name="Picture Placeholder 3">
            <a:extLst>
              <a:ext uri="{FF2B5EF4-FFF2-40B4-BE49-F238E27FC236}">
                <a16:creationId xmlns:a16="http://schemas.microsoft.com/office/drawing/2014/main" id="{A891B195-2B7F-4952-BE48-9C09438F1A3D}"/>
              </a:ext>
            </a:extLst>
          </p:cNvPr>
          <p:cNvSpPr>
            <a:spLocks noGrp="1"/>
          </p:cNvSpPr>
          <p:nvPr>
            <p:ph type="pic" sz="quarter" idx="17" hasCustomPrompt="1"/>
          </p:nvPr>
        </p:nvSpPr>
        <p:spPr>
          <a:xfrm>
            <a:off x="0" y="2774731"/>
            <a:ext cx="4145280" cy="2862100"/>
          </a:xfrm>
          <a:prstGeom prst="rect">
            <a:avLst/>
          </a:prstGeom>
          <a:ln>
            <a:solidFill>
              <a:schemeClr val="bg1"/>
            </a:solidFill>
          </a:ln>
        </p:spPr>
        <p:txBody>
          <a:bodyPr anchor="ctr"/>
          <a:lstStyle>
            <a:lvl1pPr marL="0" indent="0" algn="ctr">
              <a:buNone/>
              <a:defRPr spc="0"/>
            </a:lvl1pPr>
          </a:lstStyle>
          <a:p>
            <a:r>
              <a:rPr lang="en-US"/>
              <a:t>INSERT PHOTO HERE</a:t>
            </a:r>
          </a:p>
        </p:txBody>
      </p:sp>
      <p:sp>
        <p:nvSpPr>
          <p:cNvPr id="3" name="Slide Number Placeholder 2">
            <a:extLst>
              <a:ext uri="{FF2B5EF4-FFF2-40B4-BE49-F238E27FC236}">
                <a16:creationId xmlns:a16="http://schemas.microsoft.com/office/drawing/2014/main" id="{FD13834E-16A5-4F30-87AB-A27ECFD0766B}"/>
              </a:ext>
            </a:extLst>
          </p:cNvPr>
          <p:cNvSpPr>
            <a:spLocks noGrp="1"/>
          </p:cNvSpPr>
          <p:nvPr>
            <p:ph type="sldNum" sz="quarter" idx="19"/>
          </p:nvPr>
        </p:nvSpPr>
        <p:spPr/>
        <p:txBody>
          <a:bodyPr/>
          <a:lstStyle>
            <a:lvl1pPr>
              <a:defRPr spc="0"/>
            </a:lvl1pPr>
          </a:lstStyle>
          <a:p>
            <a:pPr algn="r"/>
            <a:fld id="{01517C5A-21C8-4A78-AA4B-D0D5DD5ADE52}" type="slidenum">
              <a:rPr lang="en-US" smtClean="0"/>
              <a:pPr algn="r"/>
              <a:t>‹#›</a:t>
            </a:fld>
            <a:endParaRPr lang="en-US"/>
          </a:p>
        </p:txBody>
      </p:sp>
    </p:spTree>
    <p:extLst>
      <p:ext uri="{BB962C8B-B14F-4D97-AF65-F5344CB8AC3E}">
        <p14:creationId xmlns:p14="http://schemas.microsoft.com/office/powerpoint/2010/main" val="2655599004"/>
      </p:ext>
    </p:extLst>
  </p:cSld>
  <p:clrMapOvr>
    <a:overrideClrMapping bg1="lt1" tx1="dk1" bg2="lt2" tx2="dk2" accent1="accent1" accent2="accent2" accent3="accent3" accent4="accent4" accent5="accent5" accent6="accent6" hlink="hlink" folHlink="folHlink"/>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Content | Two Columns | White">
    <p:bg>
      <p:bgRef idx="1001">
        <a:schemeClr val="bg1"/>
      </p:bgRef>
    </p:bg>
    <p:spTree>
      <p:nvGrpSpPr>
        <p:cNvPr id="1" name=""/>
        <p:cNvGrpSpPr/>
        <p:nvPr/>
      </p:nvGrpSpPr>
      <p:grpSpPr>
        <a:xfrm>
          <a:off x="0" y="0"/>
          <a:ext cx="0" cy="0"/>
          <a:chOff x="0" y="0"/>
          <a:chExt cx="0" cy="0"/>
        </a:xfrm>
      </p:grpSpPr>
      <p:sp>
        <p:nvSpPr>
          <p:cNvPr id="11" name="Text Placeholder 2">
            <a:extLst>
              <a:ext uri="{FF2B5EF4-FFF2-40B4-BE49-F238E27FC236}">
                <a16:creationId xmlns:a16="http://schemas.microsoft.com/office/drawing/2014/main" id="{CDB3C81C-40F3-42DA-9512-9E80A45B2215}"/>
              </a:ext>
            </a:extLst>
          </p:cNvPr>
          <p:cNvSpPr>
            <a:spLocks noGrp="1"/>
          </p:cNvSpPr>
          <p:nvPr>
            <p:ph type="body" idx="1" hasCustomPrompt="1"/>
          </p:nvPr>
        </p:nvSpPr>
        <p:spPr>
          <a:xfrm>
            <a:off x="609600" y="1166707"/>
            <a:ext cx="10972800" cy="411740"/>
          </a:xfrm>
          <a:prstGeom prst="rect">
            <a:avLst/>
          </a:prstGeom>
        </p:spPr>
        <p:txBody>
          <a:bodyPr anchor="t">
            <a:normAutofit/>
          </a:bodyPr>
          <a:lstStyle>
            <a:lvl1pPr marL="0" marR="0" indent="0" algn="l" defTabSz="609555" rtl="0" eaLnBrk="1" fontAlgn="auto" latinLnBrk="0" hangingPunct="1">
              <a:lnSpc>
                <a:spcPct val="100000"/>
              </a:lnSpc>
              <a:spcBef>
                <a:spcPct val="20000"/>
              </a:spcBef>
              <a:spcAft>
                <a:spcPts val="0"/>
              </a:spcAft>
              <a:buClr>
                <a:schemeClr val="accent1"/>
              </a:buClr>
              <a:buSzTx/>
              <a:buFont typeface="Arial" panose="020B0604020202020204" pitchFamily="34" charset="0"/>
              <a:buNone/>
              <a:tabLst/>
              <a:defRPr sz="1467" b="0" cap="all" spc="400" baseline="0">
                <a:solidFill>
                  <a:schemeClr val="accent1"/>
                </a:solidFill>
              </a:defRPr>
            </a:lvl1pPr>
            <a:lvl2pPr marL="609555" indent="0">
              <a:buNone/>
              <a:defRPr sz="2667" b="1"/>
            </a:lvl2pPr>
            <a:lvl3pPr marL="1219110" indent="0">
              <a:buNone/>
              <a:defRPr sz="2400" b="1"/>
            </a:lvl3pPr>
            <a:lvl4pPr marL="1828664" indent="0">
              <a:buNone/>
              <a:defRPr sz="2133" b="1"/>
            </a:lvl4pPr>
            <a:lvl5pPr marL="2438218" indent="0">
              <a:buNone/>
              <a:defRPr sz="2133" b="1"/>
            </a:lvl5pPr>
            <a:lvl6pPr marL="3047772" indent="0">
              <a:buNone/>
              <a:defRPr sz="2133" b="1"/>
            </a:lvl6pPr>
            <a:lvl7pPr marL="3657327" indent="0">
              <a:buNone/>
              <a:defRPr sz="2133" b="1"/>
            </a:lvl7pPr>
            <a:lvl8pPr marL="4266880" indent="0">
              <a:buNone/>
              <a:defRPr sz="2133" b="1"/>
            </a:lvl8pPr>
            <a:lvl9pPr marL="4876435" indent="0">
              <a:buNone/>
              <a:defRPr sz="2133" b="1"/>
            </a:lvl9pPr>
          </a:lstStyle>
          <a:p>
            <a:pPr marL="0" marR="0" lvl="0" indent="0" algn="l" defTabSz="609555" rtl="0" eaLnBrk="1" fontAlgn="auto" latinLnBrk="0" hangingPunct="1">
              <a:lnSpc>
                <a:spcPct val="100000"/>
              </a:lnSpc>
              <a:spcBef>
                <a:spcPct val="20000"/>
              </a:spcBef>
              <a:spcAft>
                <a:spcPts val="0"/>
              </a:spcAft>
              <a:buClr>
                <a:schemeClr val="accent1"/>
              </a:buClr>
              <a:buSzTx/>
              <a:buFont typeface="Arial" panose="020B0604020202020204" pitchFamily="34" charset="0"/>
              <a:buNone/>
              <a:tabLst/>
              <a:defRPr/>
            </a:pPr>
            <a:r>
              <a:rPr lang="en-US"/>
              <a:t>SUBHEAD HERE. ALL CAPS. TERRA COTTA. 11 PT.</a:t>
            </a:r>
          </a:p>
        </p:txBody>
      </p:sp>
      <p:sp>
        <p:nvSpPr>
          <p:cNvPr id="3" name="Title 2">
            <a:extLst>
              <a:ext uri="{FF2B5EF4-FFF2-40B4-BE49-F238E27FC236}">
                <a16:creationId xmlns:a16="http://schemas.microsoft.com/office/drawing/2014/main" id="{670FBF85-F908-9543-AF8C-C05EF7A1286E}"/>
              </a:ext>
            </a:extLst>
          </p:cNvPr>
          <p:cNvSpPr>
            <a:spLocks noGrp="1"/>
          </p:cNvSpPr>
          <p:nvPr>
            <p:ph type="title" hasCustomPrompt="1"/>
          </p:nvPr>
        </p:nvSpPr>
        <p:spPr/>
        <p:txBody>
          <a:bodyPr/>
          <a:lstStyle>
            <a:lvl1pPr>
              <a:defRPr spc="400" baseline="0"/>
            </a:lvl1pPr>
          </a:lstStyle>
          <a:p>
            <a:r>
              <a:rPr lang="en-US"/>
              <a:t>TITLE HERE. ALL CAPS. BLACK. 24 PT.</a:t>
            </a:r>
          </a:p>
        </p:txBody>
      </p:sp>
      <p:sp>
        <p:nvSpPr>
          <p:cNvPr id="2" name="Footer Placeholder 1">
            <a:extLst>
              <a:ext uri="{FF2B5EF4-FFF2-40B4-BE49-F238E27FC236}">
                <a16:creationId xmlns:a16="http://schemas.microsoft.com/office/drawing/2014/main" id="{449D82DC-4516-4CFC-A86F-BFEA28FF5E60}"/>
              </a:ext>
            </a:extLst>
          </p:cNvPr>
          <p:cNvSpPr>
            <a:spLocks noGrp="1"/>
          </p:cNvSpPr>
          <p:nvPr>
            <p:ph type="ftr" sz="quarter" idx="10"/>
          </p:nvPr>
        </p:nvSpPr>
        <p:spPr/>
        <p:txBody>
          <a:bodyPr/>
          <a:lstStyle>
            <a:lvl1pPr>
              <a:defRPr spc="0"/>
            </a:lvl1pPr>
          </a:lstStyle>
          <a:p>
            <a:r>
              <a:rPr lang="en-US"/>
              <a:t>CS Agentic Development</a:t>
            </a:r>
          </a:p>
        </p:txBody>
      </p:sp>
      <p:sp>
        <p:nvSpPr>
          <p:cNvPr id="12" name="Content Placeholder 4">
            <a:extLst>
              <a:ext uri="{FF2B5EF4-FFF2-40B4-BE49-F238E27FC236}">
                <a16:creationId xmlns:a16="http://schemas.microsoft.com/office/drawing/2014/main" id="{4C5A4B9D-E5EB-4E0B-9B27-98BCC447BCEE}"/>
              </a:ext>
            </a:extLst>
          </p:cNvPr>
          <p:cNvSpPr>
            <a:spLocks noGrp="1"/>
          </p:cNvSpPr>
          <p:nvPr>
            <p:ph sz="quarter" idx="11"/>
          </p:nvPr>
        </p:nvSpPr>
        <p:spPr>
          <a:xfrm>
            <a:off x="609600" y="1753432"/>
            <a:ext cx="5386917" cy="4372672"/>
          </a:xfrm>
        </p:spPr>
        <p:txBody>
          <a:bodyPr/>
          <a:lstStyle>
            <a:lvl1pPr>
              <a:defRPr spc="0"/>
            </a:lvl1pPr>
            <a:lvl2pPr>
              <a:defRPr spc="0"/>
            </a:lvl2pPr>
            <a:lvl3pPr>
              <a:defRPr spc="0"/>
            </a:lvl3pPr>
            <a:lvl4pPr>
              <a:defRPr spc="0"/>
            </a:lvl4pPr>
            <a:lvl5pPr>
              <a:defRPr spc="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8">
            <a:extLst>
              <a:ext uri="{FF2B5EF4-FFF2-40B4-BE49-F238E27FC236}">
                <a16:creationId xmlns:a16="http://schemas.microsoft.com/office/drawing/2014/main" id="{F1C83059-51E5-4C78-98F2-FD7F352BC5B4}"/>
              </a:ext>
            </a:extLst>
          </p:cNvPr>
          <p:cNvSpPr>
            <a:spLocks noGrp="1"/>
          </p:cNvSpPr>
          <p:nvPr>
            <p:ph sz="quarter" idx="12"/>
          </p:nvPr>
        </p:nvSpPr>
        <p:spPr>
          <a:xfrm>
            <a:off x="6193367" y="1754661"/>
            <a:ext cx="5386917" cy="4363921"/>
          </a:xfrm>
        </p:spPr>
        <p:txBody>
          <a:bodyPr/>
          <a:lstStyle>
            <a:lvl1pPr>
              <a:defRPr spc="0"/>
            </a:lvl1pPr>
            <a:lvl2pPr>
              <a:defRPr spc="0"/>
            </a:lvl2pPr>
            <a:lvl3pPr>
              <a:defRPr spc="0"/>
            </a:lvl3pPr>
            <a:lvl4pPr>
              <a:defRPr spc="0"/>
            </a:lvl4pPr>
            <a:lvl5pPr>
              <a:defRPr spc="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3">
            <a:extLst>
              <a:ext uri="{FF2B5EF4-FFF2-40B4-BE49-F238E27FC236}">
                <a16:creationId xmlns:a16="http://schemas.microsoft.com/office/drawing/2014/main" id="{7DD22D29-83B6-4887-8B46-FACDF1A79E7A}"/>
              </a:ext>
            </a:extLst>
          </p:cNvPr>
          <p:cNvSpPr>
            <a:spLocks noGrp="1"/>
          </p:cNvSpPr>
          <p:nvPr>
            <p:ph type="sldNum" sz="quarter" idx="13"/>
          </p:nvPr>
        </p:nvSpPr>
        <p:spPr/>
        <p:txBody>
          <a:bodyPr/>
          <a:lstStyle>
            <a:lvl1pPr>
              <a:defRPr spc="0"/>
            </a:lvl1pPr>
          </a:lstStyle>
          <a:p>
            <a:pPr algn="r"/>
            <a:fld id="{01517C5A-21C8-4A78-AA4B-D0D5DD5ADE52}" type="slidenum">
              <a:rPr lang="en-US" smtClean="0"/>
              <a:pPr algn="r"/>
              <a:t>‹#›</a:t>
            </a:fld>
            <a:endParaRPr lang="en-US"/>
          </a:p>
        </p:txBody>
      </p:sp>
    </p:spTree>
    <p:extLst>
      <p:ext uri="{BB962C8B-B14F-4D97-AF65-F5344CB8AC3E}">
        <p14:creationId xmlns:p14="http://schemas.microsoft.com/office/powerpoint/2010/main" val="1769209738"/>
      </p:ext>
    </p:extLst>
  </p:cSld>
  <p:clrMapOvr>
    <a:overrideClrMapping bg1="lt1" tx1="dk1" bg2="lt2" tx2="dk2" accent1="accent1" accent2="accent2" accent3="accent3" accent4="accent4" accent5="accent5" accent6="accent6" hlink="hlink" folHlink="folHlink"/>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Content | Three Columns | White">
    <p:bg>
      <p:bgRef idx="1001">
        <a:schemeClr val="bg1"/>
      </p:bgRef>
    </p:bg>
    <p:spTree>
      <p:nvGrpSpPr>
        <p:cNvPr id="1" name=""/>
        <p:cNvGrpSpPr/>
        <p:nvPr/>
      </p:nvGrpSpPr>
      <p:grpSpPr>
        <a:xfrm>
          <a:off x="0" y="0"/>
          <a:ext cx="0" cy="0"/>
          <a:chOff x="0" y="0"/>
          <a:chExt cx="0" cy="0"/>
        </a:xfrm>
      </p:grpSpPr>
      <p:sp>
        <p:nvSpPr>
          <p:cNvPr id="7" name="Text Placeholder 2">
            <a:extLst>
              <a:ext uri="{FF2B5EF4-FFF2-40B4-BE49-F238E27FC236}">
                <a16:creationId xmlns:a16="http://schemas.microsoft.com/office/drawing/2014/main" id="{6958B17C-FE6E-4F59-A161-671D59ABF973}"/>
              </a:ext>
            </a:extLst>
          </p:cNvPr>
          <p:cNvSpPr>
            <a:spLocks noGrp="1"/>
          </p:cNvSpPr>
          <p:nvPr>
            <p:ph type="body" idx="13" hasCustomPrompt="1"/>
          </p:nvPr>
        </p:nvSpPr>
        <p:spPr>
          <a:xfrm>
            <a:off x="609600" y="1166707"/>
            <a:ext cx="10972800" cy="411740"/>
          </a:xfrm>
          <a:prstGeom prst="rect">
            <a:avLst/>
          </a:prstGeom>
        </p:spPr>
        <p:txBody>
          <a:bodyPr anchor="t">
            <a:normAutofit/>
          </a:bodyPr>
          <a:lstStyle>
            <a:lvl1pPr marL="0" marR="0" indent="0" algn="l" defTabSz="609555" rtl="0" eaLnBrk="1" fontAlgn="auto" latinLnBrk="0" hangingPunct="1">
              <a:lnSpc>
                <a:spcPct val="100000"/>
              </a:lnSpc>
              <a:spcBef>
                <a:spcPct val="20000"/>
              </a:spcBef>
              <a:spcAft>
                <a:spcPts val="0"/>
              </a:spcAft>
              <a:buClr>
                <a:schemeClr val="accent1"/>
              </a:buClr>
              <a:buSzTx/>
              <a:buFont typeface="Arial" panose="020B0604020202020204" pitchFamily="34" charset="0"/>
              <a:buNone/>
              <a:tabLst/>
              <a:defRPr sz="1467" b="0" cap="all" spc="400" baseline="0">
                <a:solidFill>
                  <a:schemeClr val="accent1"/>
                </a:solidFill>
              </a:defRPr>
            </a:lvl1pPr>
            <a:lvl2pPr marL="609555" indent="0">
              <a:buNone/>
              <a:defRPr sz="2667" b="1"/>
            </a:lvl2pPr>
            <a:lvl3pPr marL="1219110" indent="0">
              <a:buNone/>
              <a:defRPr sz="2400" b="1"/>
            </a:lvl3pPr>
            <a:lvl4pPr marL="1828664" indent="0">
              <a:buNone/>
              <a:defRPr sz="2133" b="1"/>
            </a:lvl4pPr>
            <a:lvl5pPr marL="2438218" indent="0">
              <a:buNone/>
              <a:defRPr sz="2133" b="1"/>
            </a:lvl5pPr>
            <a:lvl6pPr marL="3047772" indent="0">
              <a:buNone/>
              <a:defRPr sz="2133" b="1"/>
            </a:lvl6pPr>
            <a:lvl7pPr marL="3657327" indent="0">
              <a:buNone/>
              <a:defRPr sz="2133" b="1"/>
            </a:lvl7pPr>
            <a:lvl8pPr marL="4266880" indent="0">
              <a:buNone/>
              <a:defRPr sz="2133" b="1"/>
            </a:lvl8pPr>
            <a:lvl9pPr marL="4876435" indent="0">
              <a:buNone/>
              <a:defRPr sz="2133" b="1"/>
            </a:lvl9pPr>
          </a:lstStyle>
          <a:p>
            <a:pPr marL="0" marR="0" lvl="0" indent="0" algn="l" defTabSz="609555" rtl="0" eaLnBrk="1" fontAlgn="auto" latinLnBrk="0" hangingPunct="1">
              <a:lnSpc>
                <a:spcPct val="100000"/>
              </a:lnSpc>
              <a:spcBef>
                <a:spcPct val="20000"/>
              </a:spcBef>
              <a:spcAft>
                <a:spcPts val="0"/>
              </a:spcAft>
              <a:buClr>
                <a:schemeClr val="accent1"/>
              </a:buClr>
              <a:buSzTx/>
              <a:buFont typeface="Arial" panose="020B0604020202020204" pitchFamily="34" charset="0"/>
              <a:buNone/>
              <a:tabLst/>
              <a:defRPr/>
            </a:pPr>
            <a:r>
              <a:rPr lang="en-US"/>
              <a:t>SUBHEAD HERE. ALL CAPS. TERRA COTTA. 11 PT.</a:t>
            </a:r>
          </a:p>
        </p:txBody>
      </p:sp>
      <p:sp>
        <p:nvSpPr>
          <p:cNvPr id="3" name="Title 2">
            <a:extLst>
              <a:ext uri="{FF2B5EF4-FFF2-40B4-BE49-F238E27FC236}">
                <a16:creationId xmlns:a16="http://schemas.microsoft.com/office/drawing/2014/main" id="{7F82CE58-32D5-3345-8D45-4B2911CEFF06}"/>
              </a:ext>
            </a:extLst>
          </p:cNvPr>
          <p:cNvSpPr>
            <a:spLocks noGrp="1"/>
          </p:cNvSpPr>
          <p:nvPr>
            <p:ph type="title" hasCustomPrompt="1"/>
          </p:nvPr>
        </p:nvSpPr>
        <p:spPr/>
        <p:txBody>
          <a:bodyPr/>
          <a:lstStyle>
            <a:lvl1pPr>
              <a:defRPr spc="400" baseline="0"/>
            </a:lvl1pPr>
          </a:lstStyle>
          <a:p>
            <a:r>
              <a:rPr lang="en-US"/>
              <a:t>TITLE HERE. ALL CAPS. BLACK. 24 PT.</a:t>
            </a:r>
          </a:p>
        </p:txBody>
      </p:sp>
      <p:sp>
        <p:nvSpPr>
          <p:cNvPr id="2" name="Footer Placeholder 1">
            <a:extLst>
              <a:ext uri="{FF2B5EF4-FFF2-40B4-BE49-F238E27FC236}">
                <a16:creationId xmlns:a16="http://schemas.microsoft.com/office/drawing/2014/main" id="{2CD36293-A803-4765-A0C6-F9722EFE8E97}"/>
              </a:ext>
            </a:extLst>
          </p:cNvPr>
          <p:cNvSpPr>
            <a:spLocks noGrp="1"/>
          </p:cNvSpPr>
          <p:nvPr>
            <p:ph type="ftr" sz="quarter" idx="14"/>
          </p:nvPr>
        </p:nvSpPr>
        <p:spPr/>
        <p:txBody>
          <a:bodyPr/>
          <a:lstStyle>
            <a:lvl1pPr>
              <a:defRPr spc="0"/>
            </a:lvl1pPr>
          </a:lstStyle>
          <a:p>
            <a:r>
              <a:rPr lang="en-US"/>
              <a:t>CS Agentic Development</a:t>
            </a:r>
          </a:p>
        </p:txBody>
      </p:sp>
      <p:sp>
        <p:nvSpPr>
          <p:cNvPr id="13" name="Content Placeholder 2"/>
          <p:cNvSpPr>
            <a:spLocks noGrp="1"/>
          </p:cNvSpPr>
          <p:nvPr>
            <p:ph sz="half" idx="1" hasCustomPrompt="1"/>
          </p:nvPr>
        </p:nvSpPr>
        <p:spPr>
          <a:xfrm>
            <a:off x="609600" y="1688176"/>
            <a:ext cx="3535680" cy="4407824"/>
          </a:xfrm>
        </p:spPr>
        <p:txBody>
          <a:bodyPr>
            <a:noAutofit/>
          </a:bodyPr>
          <a:lstStyle>
            <a:lvl1pPr>
              <a:buClr>
                <a:schemeClr val="accent1"/>
              </a:buClr>
              <a:defRPr sz="2133" spc="0"/>
            </a:lvl1pPr>
            <a:lvl2pPr>
              <a:buClr>
                <a:schemeClr val="accent1"/>
              </a:buClr>
              <a:defRPr sz="1867" spc="0"/>
            </a:lvl2pPr>
            <a:lvl3pPr>
              <a:buClr>
                <a:schemeClr val="accent1"/>
              </a:buClr>
              <a:defRPr sz="1600" spc="0"/>
            </a:lvl3pPr>
            <a:lvl4pPr marL="1828664" indent="0">
              <a:buClr>
                <a:schemeClr val="bg2"/>
              </a:buClr>
              <a:buNone/>
              <a:defRPr sz="1600"/>
            </a:lvl4pPr>
            <a:lvl5pPr>
              <a:buClr>
                <a:schemeClr val="bg2"/>
              </a:buClr>
              <a:defRPr sz="1600"/>
            </a:lvl5pPr>
            <a:lvl6pPr>
              <a:defRPr sz="2400"/>
            </a:lvl6pPr>
            <a:lvl7pPr>
              <a:defRPr sz="2400"/>
            </a:lvl7pPr>
            <a:lvl8pPr>
              <a:defRPr sz="2400"/>
            </a:lvl8pPr>
            <a:lvl9pPr>
              <a:defRPr sz="2400"/>
            </a:lvl9pPr>
          </a:lstStyle>
          <a:p>
            <a:pPr lvl="0"/>
            <a:r>
              <a:rPr lang="en-US"/>
              <a:t>Click to edit Master text styles</a:t>
            </a:r>
          </a:p>
          <a:p>
            <a:pPr lvl="1"/>
            <a:r>
              <a:rPr lang="en-US"/>
              <a:t>Second level</a:t>
            </a:r>
          </a:p>
          <a:p>
            <a:pPr lvl="2"/>
            <a:r>
              <a:rPr lang="en-US"/>
              <a:t>Third level</a:t>
            </a:r>
          </a:p>
        </p:txBody>
      </p:sp>
      <p:sp>
        <p:nvSpPr>
          <p:cNvPr id="14" name="Content Placeholder 3"/>
          <p:cNvSpPr>
            <a:spLocks noGrp="1"/>
          </p:cNvSpPr>
          <p:nvPr>
            <p:ph sz="half" idx="2" hasCustomPrompt="1"/>
          </p:nvPr>
        </p:nvSpPr>
        <p:spPr>
          <a:xfrm>
            <a:off x="8046720" y="1688176"/>
            <a:ext cx="3535680" cy="4407824"/>
          </a:xfrm>
        </p:spPr>
        <p:txBody>
          <a:bodyPr>
            <a:noAutofit/>
          </a:bodyPr>
          <a:lstStyle>
            <a:lvl1pPr>
              <a:buClr>
                <a:schemeClr val="accent1"/>
              </a:buClr>
              <a:defRPr sz="2133" spc="0"/>
            </a:lvl1pPr>
            <a:lvl2pPr>
              <a:buClr>
                <a:schemeClr val="accent1"/>
              </a:buClr>
              <a:defRPr sz="1867" spc="0"/>
            </a:lvl2pPr>
            <a:lvl3pPr>
              <a:buClr>
                <a:schemeClr val="accent1"/>
              </a:buClr>
              <a:defRPr sz="1600" spc="0"/>
            </a:lvl3pPr>
            <a:lvl4pPr>
              <a:buClr>
                <a:schemeClr val="bg2"/>
              </a:buClr>
              <a:defRPr sz="1600"/>
            </a:lvl4pPr>
            <a:lvl5pPr>
              <a:buClr>
                <a:schemeClr val="bg2"/>
              </a:buClr>
              <a:defRPr sz="1600"/>
            </a:lvl5pPr>
            <a:lvl6pPr>
              <a:defRPr sz="2400"/>
            </a:lvl6pPr>
            <a:lvl7pPr>
              <a:defRPr sz="2400"/>
            </a:lvl7pPr>
            <a:lvl8pPr>
              <a:defRPr sz="2400"/>
            </a:lvl8pPr>
            <a:lvl9pPr>
              <a:defRPr sz="2400"/>
            </a:lvl9pPr>
          </a:lstStyle>
          <a:p>
            <a:pPr lvl="0"/>
            <a:r>
              <a:rPr lang="en-US"/>
              <a:t>Click to edit Master text styles</a:t>
            </a:r>
          </a:p>
          <a:p>
            <a:pPr lvl="1"/>
            <a:r>
              <a:rPr lang="en-US"/>
              <a:t>Second level</a:t>
            </a:r>
          </a:p>
          <a:p>
            <a:pPr lvl="2"/>
            <a:r>
              <a:rPr lang="en-US"/>
              <a:t>Third level</a:t>
            </a:r>
          </a:p>
        </p:txBody>
      </p:sp>
      <p:sp>
        <p:nvSpPr>
          <p:cNvPr id="15" name="Content Placeholder 3"/>
          <p:cNvSpPr>
            <a:spLocks noGrp="1"/>
          </p:cNvSpPr>
          <p:nvPr>
            <p:ph sz="half" idx="12" hasCustomPrompt="1"/>
          </p:nvPr>
        </p:nvSpPr>
        <p:spPr>
          <a:xfrm>
            <a:off x="4328160" y="1688176"/>
            <a:ext cx="3535680" cy="4407824"/>
          </a:xfrm>
        </p:spPr>
        <p:txBody>
          <a:bodyPr>
            <a:noAutofit/>
          </a:bodyPr>
          <a:lstStyle>
            <a:lvl1pPr>
              <a:buClr>
                <a:schemeClr val="accent1"/>
              </a:buClr>
              <a:defRPr sz="2133" spc="0"/>
            </a:lvl1pPr>
            <a:lvl2pPr>
              <a:buClr>
                <a:schemeClr val="accent1"/>
              </a:buClr>
              <a:defRPr sz="1867" spc="0"/>
            </a:lvl2pPr>
            <a:lvl3pPr>
              <a:buClr>
                <a:schemeClr val="accent1"/>
              </a:buClr>
              <a:defRPr sz="1600" spc="0"/>
            </a:lvl3pPr>
            <a:lvl4pPr>
              <a:buClr>
                <a:schemeClr val="bg2"/>
              </a:buClr>
              <a:defRPr sz="1600"/>
            </a:lvl4pPr>
            <a:lvl5pPr>
              <a:buClr>
                <a:schemeClr val="bg2"/>
              </a:buClr>
              <a:defRPr sz="1600"/>
            </a:lvl5pPr>
            <a:lvl6pPr>
              <a:defRPr sz="2400"/>
            </a:lvl6pPr>
            <a:lvl7pPr>
              <a:defRPr sz="2400"/>
            </a:lvl7pPr>
            <a:lvl8pPr>
              <a:defRPr sz="2400"/>
            </a:lvl8pPr>
            <a:lvl9pPr>
              <a:defRPr sz="2400"/>
            </a:lvl9pPr>
          </a:lstStyle>
          <a:p>
            <a:pPr lvl="0"/>
            <a:r>
              <a:rPr lang="en-US"/>
              <a:t>Click to edit Master text styles</a:t>
            </a:r>
          </a:p>
          <a:p>
            <a:pPr lvl="1"/>
            <a:r>
              <a:rPr lang="en-US"/>
              <a:t>Second level</a:t>
            </a:r>
          </a:p>
          <a:p>
            <a:pPr lvl="2"/>
            <a:r>
              <a:rPr lang="en-US"/>
              <a:t>Third level</a:t>
            </a:r>
          </a:p>
        </p:txBody>
      </p:sp>
      <p:sp>
        <p:nvSpPr>
          <p:cNvPr id="4" name="Slide Number Placeholder 3">
            <a:extLst>
              <a:ext uri="{FF2B5EF4-FFF2-40B4-BE49-F238E27FC236}">
                <a16:creationId xmlns:a16="http://schemas.microsoft.com/office/drawing/2014/main" id="{37C4BAAF-F2D1-459C-AC12-D3DB70C08661}"/>
              </a:ext>
            </a:extLst>
          </p:cNvPr>
          <p:cNvSpPr>
            <a:spLocks noGrp="1"/>
          </p:cNvSpPr>
          <p:nvPr>
            <p:ph type="sldNum" sz="quarter" idx="15"/>
          </p:nvPr>
        </p:nvSpPr>
        <p:spPr/>
        <p:txBody>
          <a:bodyPr/>
          <a:lstStyle>
            <a:lvl1pPr>
              <a:defRPr spc="0"/>
            </a:lvl1pPr>
          </a:lstStyle>
          <a:p>
            <a:pPr algn="r"/>
            <a:fld id="{01517C5A-21C8-4A78-AA4B-D0D5DD5ADE52}" type="slidenum">
              <a:rPr lang="en-US" smtClean="0"/>
              <a:pPr algn="r"/>
              <a:t>‹#›</a:t>
            </a:fld>
            <a:endParaRPr lang="en-US"/>
          </a:p>
        </p:txBody>
      </p:sp>
    </p:spTree>
    <p:extLst>
      <p:ext uri="{BB962C8B-B14F-4D97-AF65-F5344CB8AC3E}">
        <p14:creationId xmlns:p14="http://schemas.microsoft.com/office/powerpoint/2010/main" val="3291135224"/>
      </p:ext>
    </p:extLst>
  </p:cSld>
  <p:clrMapOvr>
    <a:overrideClrMapping bg1="lt1" tx1="dk1" bg2="lt2" tx2="dk2" accent1="accent1" accent2="accent2" accent3="accent3" accent4="accent4" accent5="accent5" accent6="accent6" hlink="hlink" folHlink="folHlink"/>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Cover Slide | White | Airbus A340">
    <p:bg>
      <p:bgRef idx="1001">
        <a:schemeClr val="bg1"/>
      </p:bgRef>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BF0AE72-72D5-774B-BB51-17A7F91B79B5}"/>
              </a:ext>
            </a:extLst>
          </p:cNvPr>
          <p:cNvPicPr>
            <a:picLocks noChangeAspect="1"/>
          </p:cNvPicPr>
          <p:nvPr userDrawn="1"/>
        </p:nvPicPr>
        <p:blipFill>
          <a:blip r:embed="rId2"/>
          <a:srcRect/>
          <a:stretch/>
        </p:blipFill>
        <p:spPr>
          <a:xfrm>
            <a:off x="0" y="1844"/>
            <a:ext cx="12192000" cy="6858000"/>
          </a:xfrm>
          <a:prstGeom prst="rect">
            <a:avLst/>
          </a:prstGeom>
        </p:spPr>
      </p:pic>
      <p:sp>
        <p:nvSpPr>
          <p:cNvPr id="3" name="Footer Placeholder 2">
            <a:extLst>
              <a:ext uri="{FF2B5EF4-FFF2-40B4-BE49-F238E27FC236}">
                <a16:creationId xmlns:a16="http://schemas.microsoft.com/office/drawing/2014/main" id="{C9FB4238-3694-49D7-BE0D-0692B3D5F89A}"/>
              </a:ext>
            </a:extLst>
          </p:cNvPr>
          <p:cNvSpPr>
            <a:spLocks noGrp="1"/>
          </p:cNvSpPr>
          <p:nvPr>
            <p:ph type="ftr" sz="quarter" idx="10"/>
          </p:nvPr>
        </p:nvSpPr>
        <p:spPr/>
        <p:txBody>
          <a:bodyPr/>
          <a:lstStyle>
            <a:lvl1pPr>
              <a:defRPr spc="0"/>
            </a:lvl1pPr>
          </a:lstStyle>
          <a:p>
            <a:r>
              <a:rPr lang="en-US">
                <a:cs typeface="DIN-Light"/>
              </a:rPr>
              <a:t>CS Agentic Development</a:t>
            </a:r>
            <a:endParaRPr lang="en-US"/>
          </a:p>
        </p:txBody>
      </p:sp>
      <p:sp>
        <p:nvSpPr>
          <p:cNvPr id="10" name="Title Placeholder 1"/>
          <p:cNvSpPr>
            <a:spLocks noGrp="1"/>
          </p:cNvSpPr>
          <p:nvPr>
            <p:ph type="title" hasCustomPrompt="1"/>
          </p:nvPr>
        </p:nvSpPr>
        <p:spPr>
          <a:xfrm>
            <a:off x="609600" y="466828"/>
            <a:ext cx="6495845" cy="1617613"/>
          </a:xfrm>
          <a:prstGeom prst="rect">
            <a:avLst/>
          </a:prstGeom>
        </p:spPr>
        <p:txBody>
          <a:bodyPr vert="horz" lIns="91440" tIns="45720" rIns="91440" bIns="45720" rtlCol="0" anchor="b">
            <a:noAutofit/>
          </a:bodyPr>
          <a:lstStyle>
            <a:lvl1pPr>
              <a:defRPr spc="400" baseline="0"/>
            </a:lvl1pPr>
          </a:lstStyle>
          <a:p>
            <a:pPr lvl="0"/>
            <a:r>
              <a:rPr lang="en-US"/>
              <a:t>TITLE HERE. ALL CAPS. BLACK. 24 PT.</a:t>
            </a:r>
          </a:p>
        </p:txBody>
      </p:sp>
      <p:sp>
        <p:nvSpPr>
          <p:cNvPr id="12" name="Text Placeholder 17">
            <a:extLst>
              <a:ext uri="{FF2B5EF4-FFF2-40B4-BE49-F238E27FC236}">
                <a16:creationId xmlns:a16="http://schemas.microsoft.com/office/drawing/2014/main" id="{C085BA19-55C6-4C03-91B2-521DB5A34C4F}"/>
              </a:ext>
            </a:extLst>
          </p:cNvPr>
          <p:cNvSpPr>
            <a:spLocks noGrp="1"/>
          </p:cNvSpPr>
          <p:nvPr>
            <p:ph type="body" sz="quarter" idx="28" hasCustomPrompt="1"/>
          </p:nvPr>
        </p:nvSpPr>
        <p:spPr>
          <a:xfrm>
            <a:off x="609600" y="2138819"/>
            <a:ext cx="6507888" cy="613853"/>
          </a:xfrm>
        </p:spPr>
        <p:txBody>
          <a:bodyPr anchor="t">
            <a:noAutofit/>
          </a:bodyPr>
          <a:lstStyle>
            <a:lvl1pPr marL="0" indent="0">
              <a:buNone/>
              <a:defRPr sz="1467" cap="all" spc="400" baseline="0">
                <a:solidFill>
                  <a:schemeClr val="accent1"/>
                </a:solidFill>
              </a:defRPr>
            </a:lvl1pPr>
          </a:lstStyle>
          <a:p>
            <a:pPr lvl="0"/>
            <a:r>
              <a:rPr lang="en-US"/>
              <a:t>SUBHEAD HERE. ALL CAPS. TERRA COTTA. 11 PT.</a:t>
            </a:r>
          </a:p>
        </p:txBody>
      </p:sp>
      <p:sp>
        <p:nvSpPr>
          <p:cNvPr id="41" name="Footer Placeholder 3">
            <a:extLst>
              <a:ext uri="{FF2B5EF4-FFF2-40B4-BE49-F238E27FC236}">
                <a16:creationId xmlns:a16="http://schemas.microsoft.com/office/drawing/2014/main" id="{D6AA15C9-8D19-4E6A-9E7D-3E46D2F67B30}"/>
              </a:ext>
            </a:extLst>
          </p:cNvPr>
          <p:cNvSpPr txBox="1">
            <a:spLocks/>
          </p:cNvSpPr>
          <p:nvPr userDrawn="1"/>
        </p:nvSpPr>
        <p:spPr>
          <a:xfrm>
            <a:off x="5296102" y="6279969"/>
            <a:ext cx="5997303" cy="183091"/>
          </a:xfrm>
          <a:prstGeom prst="rect">
            <a:avLst/>
          </a:prstGeom>
        </p:spPr>
        <p:txBody>
          <a:bodyPr vert="horz" lIns="0" tIns="0" rIns="0" bIns="0" rtlCol="0" anchor="ctr"/>
          <a:lstStyle>
            <a:defPPr>
              <a:defRPr lang="en-US"/>
            </a:defPPr>
            <a:lvl1pPr marL="0" algn="r" defTabSz="457200" rtl="0" eaLnBrk="1" latinLnBrk="0" hangingPunct="1">
              <a:defRPr sz="600" b="0" kern="800" spc="40" baseline="0">
                <a:solidFill>
                  <a:schemeClr val="tx2"/>
                </a:solidFill>
                <a:latin typeface="+mj-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800" spc="0" baseline="0">
                <a:solidFill>
                  <a:schemeClr val="tx1"/>
                </a:solidFill>
                <a:cs typeface="DIN-Light"/>
              </a:rPr>
              <a:t>© 2021 </a:t>
            </a:r>
            <a:r>
              <a:rPr lang="en-US" sz="800" spc="0" baseline="0">
                <a:solidFill>
                  <a:schemeClr val="tx1"/>
                </a:solidFill>
              </a:rPr>
              <a:t>Collins Aerospace</a:t>
            </a:r>
            <a:endParaRPr lang="en-US" sz="800" spc="0" baseline="0">
              <a:solidFill>
                <a:schemeClr val="tx1"/>
              </a:solidFill>
              <a:cs typeface="DIN-Light"/>
              <a:sym typeface="Verdana"/>
            </a:endParaRPr>
          </a:p>
        </p:txBody>
      </p:sp>
      <p:sp>
        <p:nvSpPr>
          <p:cNvPr id="42" name="Logo">
            <a:extLst>
              <a:ext uri="{FF2B5EF4-FFF2-40B4-BE49-F238E27FC236}">
                <a16:creationId xmlns:a16="http://schemas.microsoft.com/office/drawing/2014/main" id="{F04D1304-469D-47D9-A0A8-AE71ECC27F6D}"/>
              </a:ext>
            </a:extLst>
          </p:cNvPr>
          <p:cNvSpPr>
            <a:spLocks noChangeAspect="1" noEditPoints="1"/>
          </p:cNvSpPr>
          <p:nvPr userDrawn="1"/>
        </p:nvSpPr>
        <p:spPr bwMode="auto">
          <a:xfrm>
            <a:off x="623147" y="6264635"/>
            <a:ext cx="2087917" cy="353568"/>
          </a:xfrm>
          <a:custGeom>
            <a:avLst/>
            <a:gdLst>
              <a:gd name="T0" fmla="*/ 1871 w 1887"/>
              <a:gd name="T1" fmla="*/ 204 h 319"/>
              <a:gd name="T2" fmla="*/ 1811 w 1887"/>
              <a:gd name="T3" fmla="*/ 126 h 319"/>
              <a:gd name="T4" fmla="*/ 1886 w 1887"/>
              <a:gd name="T5" fmla="*/ 168 h 319"/>
              <a:gd name="T6" fmla="*/ 1779 w 1887"/>
              <a:gd name="T7" fmla="*/ 204 h 319"/>
              <a:gd name="T8" fmla="*/ 1728 w 1887"/>
              <a:gd name="T9" fmla="*/ 126 h 319"/>
              <a:gd name="T10" fmla="*/ 1751 w 1887"/>
              <a:gd name="T11" fmla="*/ 146 h 319"/>
              <a:gd name="T12" fmla="*/ 1656 w 1887"/>
              <a:gd name="T13" fmla="*/ 179 h 319"/>
              <a:gd name="T14" fmla="*/ 1643 w 1887"/>
              <a:gd name="T15" fmla="*/ 174 h 319"/>
              <a:gd name="T16" fmla="*/ 1611 w 1887"/>
              <a:gd name="T17" fmla="*/ 141 h 319"/>
              <a:gd name="T18" fmla="*/ 1703 w 1887"/>
              <a:gd name="T19" fmla="*/ 115 h 319"/>
              <a:gd name="T20" fmla="*/ 1562 w 1887"/>
              <a:gd name="T21" fmla="*/ 174 h 319"/>
              <a:gd name="T22" fmla="*/ 1549 w 1887"/>
              <a:gd name="T23" fmla="*/ 179 h 319"/>
              <a:gd name="T24" fmla="*/ 1587 w 1887"/>
              <a:gd name="T25" fmla="*/ 126 h 319"/>
              <a:gd name="T26" fmla="*/ 1543 w 1887"/>
              <a:gd name="T27" fmla="*/ 204 h 319"/>
              <a:gd name="T28" fmla="*/ 1448 w 1887"/>
              <a:gd name="T29" fmla="*/ 145 h 319"/>
              <a:gd name="T30" fmla="*/ 1414 w 1887"/>
              <a:gd name="T31" fmla="*/ 198 h 319"/>
              <a:gd name="T32" fmla="*/ 1452 w 1887"/>
              <a:gd name="T33" fmla="*/ 173 h 319"/>
              <a:gd name="T34" fmla="*/ 1453 w 1887"/>
              <a:gd name="T35" fmla="*/ 113 h 319"/>
              <a:gd name="T36" fmla="*/ 1370 w 1887"/>
              <a:gd name="T37" fmla="*/ 175 h 319"/>
              <a:gd name="T38" fmla="*/ 1356 w 1887"/>
              <a:gd name="T39" fmla="*/ 181 h 319"/>
              <a:gd name="T40" fmla="*/ 1321 w 1887"/>
              <a:gd name="T41" fmla="*/ 126 h 319"/>
              <a:gd name="T42" fmla="*/ 1401 w 1887"/>
              <a:gd name="T43" fmla="*/ 178 h 319"/>
              <a:gd name="T44" fmla="*/ 1278 w 1887"/>
              <a:gd name="T45" fmla="*/ 118 h 319"/>
              <a:gd name="T46" fmla="*/ 1270 w 1887"/>
              <a:gd name="T47" fmla="*/ 204 h 319"/>
              <a:gd name="T48" fmla="*/ 1195 w 1887"/>
              <a:gd name="T49" fmla="*/ 150 h 319"/>
              <a:gd name="T50" fmla="*/ 1134 w 1887"/>
              <a:gd name="T51" fmla="*/ 160 h 319"/>
              <a:gd name="T52" fmla="*/ 1221 w 1887"/>
              <a:gd name="T53" fmla="*/ 138 h 319"/>
              <a:gd name="T54" fmla="*/ 1224 w 1887"/>
              <a:gd name="T55" fmla="*/ 197 h 319"/>
              <a:gd name="T56" fmla="*/ 1133 w 1887"/>
              <a:gd name="T57" fmla="*/ 204 h 319"/>
              <a:gd name="T58" fmla="*/ 921 w 1887"/>
              <a:gd name="T59" fmla="*/ 135 h 319"/>
              <a:gd name="T60" fmla="*/ 915 w 1887"/>
              <a:gd name="T61" fmla="*/ 207 h 319"/>
              <a:gd name="T62" fmla="*/ 924 w 1887"/>
              <a:gd name="T63" fmla="*/ 176 h 319"/>
              <a:gd name="T64" fmla="*/ 881 w 1887"/>
              <a:gd name="T65" fmla="*/ 141 h 319"/>
              <a:gd name="T66" fmla="*/ 921 w 1887"/>
              <a:gd name="T67" fmla="*/ 135 h 319"/>
              <a:gd name="T68" fmla="*/ 866 w 1887"/>
              <a:gd name="T69" fmla="*/ 150 h 319"/>
              <a:gd name="T70" fmla="*/ 810 w 1887"/>
              <a:gd name="T71" fmla="*/ 204 h 319"/>
              <a:gd name="T72" fmla="*/ 729 w 1887"/>
              <a:gd name="T73" fmla="*/ 115 h 319"/>
              <a:gd name="T74" fmla="*/ 762 w 1887"/>
              <a:gd name="T75" fmla="*/ 85 h 319"/>
              <a:gd name="T76" fmla="*/ 676 w 1887"/>
              <a:gd name="T77" fmla="*/ 73 h 319"/>
              <a:gd name="T78" fmla="*/ 578 w 1887"/>
              <a:gd name="T79" fmla="*/ 175 h 319"/>
              <a:gd name="T80" fmla="*/ 564 w 1887"/>
              <a:gd name="T81" fmla="*/ 181 h 319"/>
              <a:gd name="T82" fmla="*/ 529 w 1887"/>
              <a:gd name="T83" fmla="*/ 125 h 319"/>
              <a:gd name="T84" fmla="*/ 609 w 1887"/>
              <a:gd name="T85" fmla="*/ 178 h 319"/>
              <a:gd name="T86" fmla="*/ 432 w 1887"/>
              <a:gd name="T87" fmla="*/ 201 h 319"/>
              <a:gd name="T88" fmla="*/ 464 w 1887"/>
              <a:gd name="T89" fmla="*/ 72 h 319"/>
              <a:gd name="T90" fmla="*/ 480 w 1887"/>
              <a:gd name="T91" fmla="*/ 104 h 319"/>
              <a:gd name="T92" fmla="*/ 449 w 1887"/>
              <a:gd name="T93" fmla="*/ 173 h 319"/>
              <a:gd name="T94" fmla="*/ 154 w 1887"/>
              <a:gd name="T95" fmla="*/ 95 h 319"/>
              <a:gd name="T96" fmla="*/ 122 w 1887"/>
              <a:gd name="T97" fmla="*/ 107 h 319"/>
              <a:gd name="T98" fmla="*/ 95 w 1887"/>
              <a:gd name="T99" fmla="*/ 160 h 319"/>
              <a:gd name="T100" fmla="*/ 30 w 1887"/>
              <a:gd name="T101" fmla="*/ 253 h 319"/>
              <a:gd name="T102" fmla="*/ 146 w 1887"/>
              <a:gd name="T103" fmla="*/ 319 h 319"/>
              <a:gd name="T104" fmla="*/ 220 w 1887"/>
              <a:gd name="T105" fmla="*/ 231 h 319"/>
              <a:gd name="T106" fmla="*/ 318 w 1887"/>
              <a:gd name="T107" fmla="*/ 177 h 319"/>
              <a:gd name="T108" fmla="*/ 13 w 1887"/>
              <a:gd name="T109" fmla="*/ 96 h 319"/>
              <a:gd name="T110" fmla="*/ 280 w 1887"/>
              <a:gd name="T111" fmla="*/ 54 h 319"/>
              <a:gd name="T112" fmla="*/ 42 w 1887"/>
              <a:gd name="T113" fmla="*/ 50 h 319"/>
              <a:gd name="T114" fmla="*/ 183 w 1887"/>
              <a:gd name="T115" fmla="*/ 0 h 3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887" h="319">
                <a:moveTo>
                  <a:pt x="1859" y="150"/>
                </a:moveTo>
                <a:cubicBezTo>
                  <a:pt x="1858" y="145"/>
                  <a:pt x="1856" y="142"/>
                  <a:pt x="1854" y="139"/>
                </a:cubicBezTo>
                <a:cubicBezTo>
                  <a:pt x="1851" y="136"/>
                  <a:pt x="1848" y="135"/>
                  <a:pt x="1844" y="135"/>
                </a:cubicBezTo>
                <a:cubicBezTo>
                  <a:pt x="1835" y="135"/>
                  <a:pt x="1830" y="140"/>
                  <a:pt x="1828" y="150"/>
                </a:cubicBezTo>
                <a:lnTo>
                  <a:pt x="1859" y="150"/>
                </a:lnTo>
                <a:close/>
                <a:moveTo>
                  <a:pt x="1887" y="197"/>
                </a:moveTo>
                <a:cubicBezTo>
                  <a:pt x="1883" y="200"/>
                  <a:pt x="1877" y="203"/>
                  <a:pt x="1871" y="204"/>
                </a:cubicBezTo>
                <a:cubicBezTo>
                  <a:pt x="1865" y="206"/>
                  <a:pt x="1858" y="207"/>
                  <a:pt x="1851" y="207"/>
                </a:cubicBezTo>
                <a:cubicBezTo>
                  <a:pt x="1843" y="207"/>
                  <a:pt x="1835" y="206"/>
                  <a:pt x="1829" y="203"/>
                </a:cubicBezTo>
                <a:cubicBezTo>
                  <a:pt x="1822" y="201"/>
                  <a:pt x="1817" y="198"/>
                  <a:pt x="1812" y="194"/>
                </a:cubicBezTo>
                <a:cubicBezTo>
                  <a:pt x="1807" y="190"/>
                  <a:pt x="1804" y="185"/>
                  <a:pt x="1801" y="179"/>
                </a:cubicBezTo>
                <a:cubicBezTo>
                  <a:pt x="1799" y="173"/>
                  <a:pt x="1798" y="167"/>
                  <a:pt x="1798" y="160"/>
                </a:cubicBezTo>
                <a:cubicBezTo>
                  <a:pt x="1798" y="153"/>
                  <a:pt x="1799" y="146"/>
                  <a:pt x="1801" y="141"/>
                </a:cubicBezTo>
                <a:cubicBezTo>
                  <a:pt x="1803" y="135"/>
                  <a:pt x="1806" y="130"/>
                  <a:pt x="1811" y="126"/>
                </a:cubicBezTo>
                <a:cubicBezTo>
                  <a:pt x="1815" y="122"/>
                  <a:pt x="1820" y="118"/>
                  <a:pt x="1825" y="116"/>
                </a:cubicBezTo>
                <a:cubicBezTo>
                  <a:pt x="1831" y="114"/>
                  <a:pt x="1837" y="113"/>
                  <a:pt x="1844" y="113"/>
                </a:cubicBezTo>
                <a:cubicBezTo>
                  <a:pt x="1851" y="113"/>
                  <a:pt x="1857" y="114"/>
                  <a:pt x="1862" y="116"/>
                </a:cubicBezTo>
                <a:cubicBezTo>
                  <a:pt x="1867" y="118"/>
                  <a:pt x="1872" y="121"/>
                  <a:pt x="1876" y="125"/>
                </a:cubicBezTo>
                <a:cubicBezTo>
                  <a:pt x="1880" y="128"/>
                  <a:pt x="1882" y="133"/>
                  <a:pt x="1884" y="138"/>
                </a:cubicBezTo>
                <a:cubicBezTo>
                  <a:pt x="1886" y="144"/>
                  <a:pt x="1887" y="150"/>
                  <a:pt x="1887" y="157"/>
                </a:cubicBezTo>
                <a:cubicBezTo>
                  <a:pt x="1887" y="161"/>
                  <a:pt x="1887" y="165"/>
                  <a:pt x="1886" y="168"/>
                </a:cubicBezTo>
                <a:cubicBezTo>
                  <a:pt x="1828" y="168"/>
                  <a:pt x="1828" y="168"/>
                  <a:pt x="1828" y="168"/>
                </a:cubicBezTo>
                <a:cubicBezTo>
                  <a:pt x="1831" y="178"/>
                  <a:pt x="1840" y="183"/>
                  <a:pt x="1854" y="183"/>
                </a:cubicBezTo>
                <a:cubicBezTo>
                  <a:pt x="1858" y="183"/>
                  <a:pt x="1862" y="182"/>
                  <a:pt x="1866" y="181"/>
                </a:cubicBezTo>
                <a:cubicBezTo>
                  <a:pt x="1870" y="180"/>
                  <a:pt x="1874" y="179"/>
                  <a:pt x="1877" y="178"/>
                </a:cubicBezTo>
                <a:lnTo>
                  <a:pt x="1887" y="197"/>
                </a:lnTo>
                <a:close/>
                <a:moveTo>
                  <a:pt x="1794" y="198"/>
                </a:moveTo>
                <a:cubicBezTo>
                  <a:pt x="1790" y="201"/>
                  <a:pt x="1785" y="203"/>
                  <a:pt x="1779" y="204"/>
                </a:cubicBezTo>
                <a:cubicBezTo>
                  <a:pt x="1774" y="206"/>
                  <a:pt x="1769" y="206"/>
                  <a:pt x="1763" y="206"/>
                </a:cubicBezTo>
                <a:cubicBezTo>
                  <a:pt x="1755" y="206"/>
                  <a:pt x="1748" y="205"/>
                  <a:pt x="1742" y="203"/>
                </a:cubicBezTo>
                <a:cubicBezTo>
                  <a:pt x="1736" y="201"/>
                  <a:pt x="1731" y="198"/>
                  <a:pt x="1727" y="194"/>
                </a:cubicBezTo>
                <a:cubicBezTo>
                  <a:pt x="1723" y="190"/>
                  <a:pt x="1719" y="185"/>
                  <a:pt x="1717" y="179"/>
                </a:cubicBezTo>
                <a:cubicBezTo>
                  <a:pt x="1715" y="173"/>
                  <a:pt x="1714" y="167"/>
                  <a:pt x="1714" y="160"/>
                </a:cubicBezTo>
                <a:cubicBezTo>
                  <a:pt x="1714" y="153"/>
                  <a:pt x="1715" y="147"/>
                  <a:pt x="1718" y="141"/>
                </a:cubicBezTo>
                <a:cubicBezTo>
                  <a:pt x="1720" y="135"/>
                  <a:pt x="1723" y="130"/>
                  <a:pt x="1728" y="126"/>
                </a:cubicBezTo>
                <a:cubicBezTo>
                  <a:pt x="1732" y="122"/>
                  <a:pt x="1737" y="119"/>
                  <a:pt x="1743" y="116"/>
                </a:cubicBezTo>
                <a:cubicBezTo>
                  <a:pt x="1749" y="114"/>
                  <a:pt x="1756" y="113"/>
                  <a:pt x="1763" y="113"/>
                </a:cubicBezTo>
                <a:cubicBezTo>
                  <a:pt x="1773" y="113"/>
                  <a:pt x="1781" y="115"/>
                  <a:pt x="1788" y="118"/>
                </a:cubicBezTo>
                <a:cubicBezTo>
                  <a:pt x="1784" y="144"/>
                  <a:pt x="1784" y="144"/>
                  <a:pt x="1784" y="144"/>
                </a:cubicBezTo>
                <a:cubicBezTo>
                  <a:pt x="1782" y="143"/>
                  <a:pt x="1779" y="142"/>
                  <a:pt x="1775" y="141"/>
                </a:cubicBezTo>
                <a:cubicBezTo>
                  <a:pt x="1772" y="141"/>
                  <a:pt x="1769" y="140"/>
                  <a:pt x="1767" y="140"/>
                </a:cubicBezTo>
                <a:cubicBezTo>
                  <a:pt x="1760" y="140"/>
                  <a:pt x="1755" y="142"/>
                  <a:pt x="1751" y="146"/>
                </a:cubicBezTo>
                <a:cubicBezTo>
                  <a:pt x="1747" y="149"/>
                  <a:pt x="1745" y="154"/>
                  <a:pt x="1745" y="160"/>
                </a:cubicBezTo>
                <a:cubicBezTo>
                  <a:pt x="1745" y="166"/>
                  <a:pt x="1747" y="170"/>
                  <a:pt x="1751" y="174"/>
                </a:cubicBezTo>
                <a:cubicBezTo>
                  <a:pt x="1755" y="177"/>
                  <a:pt x="1760" y="179"/>
                  <a:pt x="1767" y="179"/>
                </a:cubicBezTo>
                <a:cubicBezTo>
                  <a:pt x="1770" y="179"/>
                  <a:pt x="1772" y="179"/>
                  <a:pt x="1775" y="178"/>
                </a:cubicBezTo>
                <a:cubicBezTo>
                  <a:pt x="1778" y="178"/>
                  <a:pt x="1780" y="177"/>
                  <a:pt x="1782" y="176"/>
                </a:cubicBezTo>
                <a:lnTo>
                  <a:pt x="1794" y="198"/>
                </a:lnTo>
                <a:close/>
                <a:moveTo>
                  <a:pt x="1656" y="179"/>
                </a:moveTo>
                <a:cubicBezTo>
                  <a:pt x="1662" y="179"/>
                  <a:pt x="1666" y="177"/>
                  <a:pt x="1669" y="174"/>
                </a:cubicBezTo>
                <a:cubicBezTo>
                  <a:pt x="1673" y="170"/>
                  <a:pt x="1674" y="165"/>
                  <a:pt x="1674" y="160"/>
                </a:cubicBezTo>
                <a:cubicBezTo>
                  <a:pt x="1674" y="154"/>
                  <a:pt x="1673" y="149"/>
                  <a:pt x="1669" y="145"/>
                </a:cubicBezTo>
                <a:cubicBezTo>
                  <a:pt x="1666" y="142"/>
                  <a:pt x="1662" y="140"/>
                  <a:pt x="1656" y="140"/>
                </a:cubicBezTo>
                <a:cubicBezTo>
                  <a:pt x="1651" y="140"/>
                  <a:pt x="1647" y="142"/>
                  <a:pt x="1643" y="145"/>
                </a:cubicBezTo>
                <a:cubicBezTo>
                  <a:pt x="1640" y="149"/>
                  <a:pt x="1638" y="154"/>
                  <a:pt x="1638" y="160"/>
                </a:cubicBezTo>
                <a:cubicBezTo>
                  <a:pt x="1638" y="165"/>
                  <a:pt x="1640" y="170"/>
                  <a:pt x="1643" y="174"/>
                </a:cubicBezTo>
                <a:cubicBezTo>
                  <a:pt x="1647" y="177"/>
                  <a:pt x="1651" y="179"/>
                  <a:pt x="1656" y="179"/>
                </a:cubicBezTo>
                <a:moveTo>
                  <a:pt x="1648" y="207"/>
                </a:moveTo>
                <a:cubicBezTo>
                  <a:pt x="1642" y="207"/>
                  <a:pt x="1637" y="206"/>
                  <a:pt x="1632" y="203"/>
                </a:cubicBezTo>
                <a:cubicBezTo>
                  <a:pt x="1627" y="201"/>
                  <a:pt x="1622" y="198"/>
                  <a:pt x="1619" y="194"/>
                </a:cubicBezTo>
                <a:cubicBezTo>
                  <a:pt x="1615" y="189"/>
                  <a:pt x="1613" y="185"/>
                  <a:pt x="1611" y="179"/>
                </a:cubicBezTo>
                <a:cubicBezTo>
                  <a:pt x="1609" y="173"/>
                  <a:pt x="1608" y="167"/>
                  <a:pt x="1608" y="160"/>
                </a:cubicBezTo>
                <a:cubicBezTo>
                  <a:pt x="1608" y="153"/>
                  <a:pt x="1609" y="147"/>
                  <a:pt x="1611" y="141"/>
                </a:cubicBezTo>
                <a:cubicBezTo>
                  <a:pt x="1613" y="135"/>
                  <a:pt x="1616" y="130"/>
                  <a:pt x="1619" y="126"/>
                </a:cubicBezTo>
                <a:cubicBezTo>
                  <a:pt x="1623" y="122"/>
                  <a:pt x="1627" y="119"/>
                  <a:pt x="1633" y="116"/>
                </a:cubicBezTo>
                <a:cubicBezTo>
                  <a:pt x="1638" y="114"/>
                  <a:pt x="1643" y="113"/>
                  <a:pt x="1649" y="113"/>
                </a:cubicBezTo>
                <a:cubicBezTo>
                  <a:pt x="1654" y="113"/>
                  <a:pt x="1659" y="114"/>
                  <a:pt x="1663" y="116"/>
                </a:cubicBezTo>
                <a:cubicBezTo>
                  <a:pt x="1668" y="118"/>
                  <a:pt x="1671" y="122"/>
                  <a:pt x="1674" y="126"/>
                </a:cubicBezTo>
                <a:cubicBezTo>
                  <a:pt x="1674" y="115"/>
                  <a:pt x="1674" y="115"/>
                  <a:pt x="1674" y="115"/>
                </a:cubicBezTo>
                <a:cubicBezTo>
                  <a:pt x="1703" y="115"/>
                  <a:pt x="1703" y="115"/>
                  <a:pt x="1703" y="115"/>
                </a:cubicBezTo>
                <a:cubicBezTo>
                  <a:pt x="1703" y="204"/>
                  <a:pt x="1703" y="204"/>
                  <a:pt x="1703" y="204"/>
                </a:cubicBezTo>
                <a:cubicBezTo>
                  <a:pt x="1674" y="204"/>
                  <a:pt x="1674" y="204"/>
                  <a:pt x="1674" y="204"/>
                </a:cubicBezTo>
                <a:cubicBezTo>
                  <a:pt x="1674" y="194"/>
                  <a:pt x="1674" y="194"/>
                  <a:pt x="1674" y="194"/>
                </a:cubicBezTo>
                <a:cubicBezTo>
                  <a:pt x="1671" y="198"/>
                  <a:pt x="1668" y="201"/>
                  <a:pt x="1663" y="203"/>
                </a:cubicBezTo>
                <a:cubicBezTo>
                  <a:pt x="1659" y="206"/>
                  <a:pt x="1654" y="207"/>
                  <a:pt x="1648" y="207"/>
                </a:cubicBezTo>
                <a:moveTo>
                  <a:pt x="1549" y="179"/>
                </a:moveTo>
                <a:cubicBezTo>
                  <a:pt x="1554" y="179"/>
                  <a:pt x="1559" y="177"/>
                  <a:pt x="1562" y="174"/>
                </a:cubicBezTo>
                <a:cubicBezTo>
                  <a:pt x="1565" y="170"/>
                  <a:pt x="1567" y="165"/>
                  <a:pt x="1567" y="160"/>
                </a:cubicBezTo>
                <a:cubicBezTo>
                  <a:pt x="1567" y="154"/>
                  <a:pt x="1565" y="149"/>
                  <a:pt x="1562" y="145"/>
                </a:cubicBezTo>
                <a:cubicBezTo>
                  <a:pt x="1559" y="142"/>
                  <a:pt x="1554" y="140"/>
                  <a:pt x="1549" y="140"/>
                </a:cubicBezTo>
                <a:cubicBezTo>
                  <a:pt x="1544" y="140"/>
                  <a:pt x="1540" y="142"/>
                  <a:pt x="1536" y="145"/>
                </a:cubicBezTo>
                <a:cubicBezTo>
                  <a:pt x="1533" y="149"/>
                  <a:pt x="1531" y="154"/>
                  <a:pt x="1531" y="160"/>
                </a:cubicBezTo>
                <a:cubicBezTo>
                  <a:pt x="1531" y="165"/>
                  <a:pt x="1533" y="170"/>
                  <a:pt x="1536" y="174"/>
                </a:cubicBezTo>
                <a:cubicBezTo>
                  <a:pt x="1540" y="177"/>
                  <a:pt x="1544" y="179"/>
                  <a:pt x="1549" y="179"/>
                </a:cubicBezTo>
                <a:moveTo>
                  <a:pt x="1502" y="115"/>
                </a:moveTo>
                <a:cubicBezTo>
                  <a:pt x="1531" y="115"/>
                  <a:pt x="1531" y="115"/>
                  <a:pt x="1531" y="115"/>
                </a:cubicBezTo>
                <a:cubicBezTo>
                  <a:pt x="1531" y="125"/>
                  <a:pt x="1531" y="125"/>
                  <a:pt x="1531" y="125"/>
                </a:cubicBezTo>
                <a:cubicBezTo>
                  <a:pt x="1534" y="121"/>
                  <a:pt x="1538" y="118"/>
                  <a:pt x="1542" y="116"/>
                </a:cubicBezTo>
                <a:cubicBezTo>
                  <a:pt x="1547" y="114"/>
                  <a:pt x="1552" y="113"/>
                  <a:pt x="1558" y="113"/>
                </a:cubicBezTo>
                <a:cubicBezTo>
                  <a:pt x="1563" y="113"/>
                  <a:pt x="1569" y="114"/>
                  <a:pt x="1574" y="116"/>
                </a:cubicBezTo>
                <a:cubicBezTo>
                  <a:pt x="1579" y="118"/>
                  <a:pt x="1583" y="122"/>
                  <a:pt x="1587" y="126"/>
                </a:cubicBezTo>
                <a:cubicBezTo>
                  <a:pt x="1590" y="130"/>
                  <a:pt x="1593" y="135"/>
                  <a:pt x="1595" y="140"/>
                </a:cubicBezTo>
                <a:cubicBezTo>
                  <a:pt x="1597" y="146"/>
                  <a:pt x="1598" y="152"/>
                  <a:pt x="1598" y="159"/>
                </a:cubicBezTo>
                <a:cubicBezTo>
                  <a:pt x="1598" y="166"/>
                  <a:pt x="1597" y="172"/>
                  <a:pt x="1595" y="178"/>
                </a:cubicBezTo>
                <a:cubicBezTo>
                  <a:pt x="1593" y="184"/>
                  <a:pt x="1590" y="189"/>
                  <a:pt x="1586" y="193"/>
                </a:cubicBezTo>
                <a:cubicBezTo>
                  <a:pt x="1582" y="197"/>
                  <a:pt x="1578" y="201"/>
                  <a:pt x="1573" y="203"/>
                </a:cubicBezTo>
                <a:cubicBezTo>
                  <a:pt x="1568" y="205"/>
                  <a:pt x="1563" y="207"/>
                  <a:pt x="1557" y="207"/>
                </a:cubicBezTo>
                <a:cubicBezTo>
                  <a:pt x="1552" y="207"/>
                  <a:pt x="1547" y="206"/>
                  <a:pt x="1543" y="204"/>
                </a:cubicBezTo>
                <a:cubicBezTo>
                  <a:pt x="1539" y="202"/>
                  <a:pt x="1536" y="199"/>
                  <a:pt x="1533" y="196"/>
                </a:cubicBezTo>
                <a:cubicBezTo>
                  <a:pt x="1533" y="243"/>
                  <a:pt x="1533" y="243"/>
                  <a:pt x="1533" y="243"/>
                </a:cubicBezTo>
                <a:cubicBezTo>
                  <a:pt x="1502" y="243"/>
                  <a:pt x="1502" y="243"/>
                  <a:pt x="1502" y="243"/>
                </a:cubicBezTo>
                <a:lnTo>
                  <a:pt x="1502" y="115"/>
                </a:lnTo>
                <a:close/>
                <a:moveTo>
                  <a:pt x="1455" y="135"/>
                </a:moveTo>
                <a:cubicBezTo>
                  <a:pt x="1449" y="135"/>
                  <a:pt x="1445" y="137"/>
                  <a:pt x="1445" y="140"/>
                </a:cubicBezTo>
                <a:cubicBezTo>
                  <a:pt x="1445" y="142"/>
                  <a:pt x="1446" y="144"/>
                  <a:pt x="1448" y="145"/>
                </a:cubicBezTo>
                <a:cubicBezTo>
                  <a:pt x="1450" y="146"/>
                  <a:pt x="1454" y="147"/>
                  <a:pt x="1459" y="148"/>
                </a:cubicBezTo>
                <a:cubicBezTo>
                  <a:pt x="1469" y="151"/>
                  <a:pt x="1477" y="154"/>
                  <a:pt x="1482" y="159"/>
                </a:cubicBezTo>
                <a:cubicBezTo>
                  <a:pt x="1487" y="164"/>
                  <a:pt x="1489" y="170"/>
                  <a:pt x="1489" y="179"/>
                </a:cubicBezTo>
                <a:cubicBezTo>
                  <a:pt x="1489" y="187"/>
                  <a:pt x="1486" y="194"/>
                  <a:pt x="1479" y="199"/>
                </a:cubicBezTo>
                <a:cubicBezTo>
                  <a:pt x="1472" y="204"/>
                  <a:pt x="1462" y="207"/>
                  <a:pt x="1449" y="207"/>
                </a:cubicBezTo>
                <a:cubicBezTo>
                  <a:pt x="1442" y="207"/>
                  <a:pt x="1436" y="206"/>
                  <a:pt x="1429" y="204"/>
                </a:cubicBezTo>
                <a:cubicBezTo>
                  <a:pt x="1423" y="203"/>
                  <a:pt x="1418" y="201"/>
                  <a:pt x="1414" y="198"/>
                </a:cubicBezTo>
                <a:cubicBezTo>
                  <a:pt x="1424" y="180"/>
                  <a:pt x="1424" y="180"/>
                  <a:pt x="1424" y="180"/>
                </a:cubicBezTo>
                <a:cubicBezTo>
                  <a:pt x="1427" y="181"/>
                  <a:pt x="1431" y="182"/>
                  <a:pt x="1436" y="183"/>
                </a:cubicBezTo>
                <a:cubicBezTo>
                  <a:pt x="1440" y="184"/>
                  <a:pt x="1444" y="184"/>
                  <a:pt x="1447" y="184"/>
                </a:cubicBezTo>
                <a:cubicBezTo>
                  <a:pt x="1455" y="184"/>
                  <a:pt x="1458" y="182"/>
                  <a:pt x="1458" y="179"/>
                </a:cubicBezTo>
                <a:cubicBezTo>
                  <a:pt x="1458" y="178"/>
                  <a:pt x="1458" y="177"/>
                  <a:pt x="1458" y="176"/>
                </a:cubicBezTo>
                <a:cubicBezTo>
                  <a:pt x="1458" y="176"/>
                  <a:pt x="1457" y="175"/>
                  <a:pt x="1456" y="175"/>
                </a:cubicBezTo>
                <a:cubicBezTo>
                  <a:pt x="1455" y="174"/>
                  <a:pt x="1454" y="173"/>
                  <a:pt x="1452" y="173"/>
                </a:cubicBezTo>
                <a:cubicBezTo>
                  <a:pt x="1450" y="172"/>
                  <a:pt x="1448" y="172"/>
                  <a:pt x="1445" y="171"/>
                </a:cubicBezTo>
                <a:cubicBezTo>
                  <a:pt x="1440" y="170"/>
                  <a:pt x="1435" y="168"/>
                  <a:pt x="1432" y="166"/>
                </a:cubicBezTo>
                <a:cubicBezTo>
                  <a:pt x="1428" y="164"/>
                  <a:pt x="1425" y="162"/>
                  <a:pt x="1422" y="160"/>
                </a:cubicBezTo>
                <a:cubicBezTo>
                  <a:pt x="1420" y="157"/>
                  <a:pt x="1418" y="155"/>
                  <a:pt x="1417" y="152"/>
                </a:cubicBezTo>
                <a:cubicBezTo>
                  <a:pt x="1416" y="148"/>
                  <a:pt x="1415" y="145"/>
                  <a:pt x="1415" y="141"/>
                </a:cubicBezTo>
                <a:cubicBezTo>
                  <a:pt x="1415" y="132"/>
                  <a:pt x="1418" y="125"/>
                  <a:pt x="1425" y="120"/>
                </a:cubicBezTo>
                <a:cubicBezTo>
                  <a:pt x="1432" y="115"/>
                  <a:pt x="1441" y="113"/>
                  <a:pt x="1453" y="113"/>
                </a:cubicBezTo>
                <a:cubicBezTo>
                  <a:pt x="1459" y="113"/>
                  <a:pt x="1465" y="113"/>
                  <a:pt x="1471" y="115"/>
                </a:cubicBezTo>
                <a:cubicBezTo>
                  <a:pt x="1476" y="116"/>
                  <a:pt x="1481" y="117"/>
                  <a:pt x="1485" y="120"/>
                </a:cubicBezTo>
                <a:cubicBezTo>
                  <a:pt x="1482" y="142"/>
                  <a:pt x="1482" y="142"/>
                  <a:pt x="1482" y="142"/>
                </a:cubicBezTo>
                <a:cubicBezTo>
                  <a:pt x="1478" y="140"/>
                  <a:pt x="1473" y="138"/>
                  <a:pt x="1468" y="137"/>
                </a:cubicBezTo>
                <a:cubicBezTo>
                  <a:pt x="1464" y="136"/>
                  <a:pt x="1459" y="135"/>
                  <a:pt x="1455" y="135"/>
                </a:cubicBezTo>
                <a:moveTo>
                  <a:pt x="1356" y="181"/>
                </a:moveTo>
                <a:cubicBezTo>
                  <a:pt x="1362" y="181"/>
                  <a:pt x="1366" y="179"/>
                  <a:pt x="1370" y="175"/>
                </a:cubicBezTo>
                <a:cubicBezTo>
                  <a:pt x="1373" y="171"/>
                  <a:pt x="1375" y="166"/>
                  <a:pt x="1375" y="160"/>
                </a:cubicBezTo>
                <a:cubicBezTo>
                  <a:pt x="1375" y="153"/>
                  <a:pt x="1373" y="148"/>
                  <a:pt x="1370" y="144"/>
                </a:cubicBezTo>
                <a:cubicBezTo>
                  <a:pt x="1366" y="140"/>
                  <a:pt x="1362" y="139"/>
                  <a:pt x="1356" y="139"/>
                </a:cubicBezTo>
                <a:cubicBezTo>
                  <a:pt x="1350" y="139"/>
                  <a:pt x="1345" y="140"/>
                  <a:pt x="1342" y="144"/>
                </a:cubicBezTo>
                <a:cubicBezTo>
                  <a:pt x="1338" y="148"/>
                  <a:pt x="1337" y="153"/>
                  <a:pt x="1337" y="160"/>
                </a:cubicBezTo>
                <a:cubicBezTo>
                  <a:pt x="1337" y="166"/>
                  <a:pt x="1338" y="171"/>
                  <a:pt x="1342" y="175"/>
                </a:cubicBezTo>
                <a:cubicBezTo>
                  <a:pt x="1345" y="179"/>
                  <a:pt x="1350" y="181"/>
                  <a:pt x="1356" y="181"/>
                </a:cubicBezTo>
                <a:moveTo>
                  <a:pt x="1356" y="207"/>
                </a:moveTo>
                <a:cubicBezTo>
                  <a:pt x="1349" y="207"/>
                  <a:pt x="1342" y="205"/>
                  <a:pt x="1336" y="203"/>
                </a:cubicBezTo>
                <a:cubicBezTo>
                  <a:pt x="1330" y="201"/>
                  <a:pt x="1325" y="198"/>
                  <a:pt x="1321" y="193"/>
                </a:cubicBezTo>
                <a:cubicBezTo>
                  <a:pt x="1317" y="189"/>
                  <a:pt x="1313" y="184"/>
                  <a:pt x="1311" y="178"/>
                </a:cubicBezTo>
                <a:cubicBezTo>
                  <a:pt x="1308" y="173"/>
                  <a:pt x="1307" y="166"/>
                  <a:pt x="1307" y="160"/>
                </a:cubicBezTo>
                <a:cubicBezTo>
                  <a:pt x="1307" y="153"/>
                  <a:pt x="1308" y="147"/>
                  <a:pt x="1311" y="141"/>
                </a:cubicBezTo>
                <a:cubicBezTo>
                  <a:pt x="1313" y="135"/>
                  <a:pt x="1317" y="130"/>
                  <a:pt x="1321" y="126"/>
                </a:cubicBezTo>
                <a:cubicBezTo>
                  <a:pt x="1325" y="122"/>
                  <a:pt x="1331" y="118"/>
                  <a:pt x="1337" y="116"/>
                </a:cubicBezTo>
                <a:cubicBezTo>
                  <a:pt x="1342" y="114"/>
                  <a:pt x="1349" y="113"/>
                  <a:pt x="1356" y="113"/>
                </a:cubicBezTo>
                <a:cubicBezTo>
                  <a:pt x="1363" y="113"/>
                  <a:pt x="1369" y="114"/>
                  <a:pt x="1375" y="116"/>
                </a:cubicBezTo>
                <a:cubicBezTo>
                  <a:pt x="1381" y="118"/>
                  <a:pt x="1386" y="122"/>
                  <a:pt x="1391" y="126"/>
                </a:cubicBezTo>
                <a:cubicBezTo>
                  <a:pt x="1395" y="130"/>
                  <a:pt x="1398" y="135"/>
                  <a:pt x="1401" y="141"/>
                </a:cubicBezTo>
                <a:cubicBezTo>
                  <a:pt x="1403" y="147"/>
                  <a:pt x="1404" y="153"/>
                  <a:pt x="1404" y="160"/>
                </a:cubicBezTo>
                <a:cubicBezTo>
                  <a:pt x="1404" y="166"/>
                  <a:pt x="1403" y="173"/>
                  <a:pt x="1401" y="178"/>
                </a:cubicBezTo>
                <a:cubicBezTo>
                  <a:pt x="1398" y="184"/>
                  <a:pt x="1395" y="189"/>
                  <a:pt x="1391" y="193"/>
                </a:cubicBezTo>
                <a:cubicBezTo>
                  <a:pt x="1386" y="197"/>
                  <a:pt x="1381" y="201"/>
                  <a:pt x="1375" y="203"/>
                </a:cubicBezTo>
                <a:cubicBezTo>
                  <a:pt x="1369" y="205"/>
                  <a:pt x="1363" y="207"/>
                  <a:pt x="1356" y="207"/>
                </a:cubicBezTo>
                <a:moveTo>
                  <a:pt x="1239" y="115"/>
                </a:moveTo>
                <a:cubicBezTo>
                  <a:pt x="1269" y="115"/>
                  <a:pt x="1269" y="115"/>
                  <a:pt x="1269" y="115"/>
                </a:cubicBezTo>
                <a:cubicBezTo>
                  <a:pt x="1269" y="129"/>
                  <a:pt x="1269" y="129"/>
                  <a:pt x="1269" y="129"/>
                </a:cubicBezTo>
                <a:cubicBezTo>
                  <a:pt x="1271" y="124"/>
                  <a:pt x="1274" y="120"/>
                  <a:pt x="1278" y="118"/>
                </a:cubicBezTo>
                <a:cubicBezTo>
                  <a:pt x="1282" y="115"/>
                  <a:pt x="1286" y="114"/>
                  <a:pt x="1291" y="114"/>
                </a:cubicBezTo>
                <a:cubicBezTo>
                  <a:pt x="1295" y="114"/>
                  <a:pt x="1299" y="114"/>
                  <a:pt x="1301" y="116"/>
                </a:cubicBezTo>
                <a:cubicBezTo>
                  <a:pt x="1299" y="145"/>
                  <a:pt x="1299" y="145"/>
                  <a:pt x="1299" y="145"/>
                </a:cubicBezTo>
                <a:cubicBezTo>
                  <a:pt x="1297" y="144"/>
                  <a:pt x="1296" y="143"/>
                  <a:pt x="1293" y="143"/>
                </a:cubicBezTo>
                <a:cubicBezTo>
                  <a:pt x="1291" y="143"/>
                  <a:pt x="1289" y="142"/>
                  <a:pt x="1288" y="142"/>
                </a:cubicBezTo>
                <a:cubicBezTo>
                  <a:pt x="1276" y="142"/>
                  <a:pt x="1270" y="150"/>
                  <a:pt x="1270" y="166"/>
                </a:cubicBezTo>
                <a:cubicBezTo>
                  <a:pt x="1270" y="204"/>
                  <a:pt x="1270" y="204"/>
                  <a:pt x="1270" y="204"/>
                </a:cubicBezTo>
                <a:cubicBezTo>
                  <a:pt x="1239" y="204"/>
                  <a:pt x="1239" y="204"/>
                  <a:pt x="1239" y="204"/>
                </a:cubicBezTo>
                <a:lnTo>
                  <a:pt x="1239" y="115"/>
                </a:lnTo>
                <a:close/>
                <a:moveTo>
                  <a:pt x="1195" y="150"/>
                </a:moveTo>
                <a:cubicBezTo>
                  <a:pt x="1195" y="145"/>
                  <a:pt x="1193" y="142"/>
                  <a:pt x="1191" y="139"/>
                </a:cubicBezTo>
                <a:cubicBezTo>
                  <a:pt x="1188" y="136"/>
                  <a:pt x="1184" y="135"/>
                  <a:pt x="1180" y="135"/>
                </a:cubicBezTo>
                <a:cubicBezTo>
                  <a:pt x="1172" y="135"/>
                  <a:pt x="1166" y="140"/>
                  <a:pt x="1164" y="150"/>
                </a:cubicBezTo>
                <a:lnTo>
                  <a:pt x="1195" y="150"/>
                </a:lnTo>
                <a:close/>
                <a:moveTo>
                  <a:pt x="1224" y="197"/>
                </a:moveTo>
                <a:cubicBezTo>
                  <a:pt x="1219" y="200"/>
                  <a:pt x="1214" y="203"/>
                  <a:pt x="1208" y="204"/>
                </a:cubicBezTo>
                <a:cubicBezTo>
                  <a:pt x="1201" y="206"/>
                  <a:pt x="1195" y="207"/>
                  <a:pt x="1188" y="207"/>
                </a:cubicBezTo>
                <a:cubicBezTo>
                  <a:pt x="1180" y="207"/>
                  <a:pt x="1172" y="206"/>
                  <a:pt x="1166" y="203"/>
                </a:cubicBezTo>
                <a:cubicBezTo>
                  <a:pt x="1159" y="201"/>
                  <a:pt x="1153" y="198"/>
                  <a:pt x="1149" y="194"/>
                </a:cubicBezTo>
                <a:cubicBezTo>
                  <a:pt x="1144" y="190"/>
                  <a:pt x="1141" y="185"/>
                  <a:pt x="1138" y="179"/>
                </a:cubicBezTo>
                <a:cubicBezTo>
                  <a:pt x="1136" y="173"/>
                  <a:pt x="1134" y="167"/>
                  <a:pt x="1134" y="160"/>
                </a:cubicBezTo>
                <a:cubicBezTo>
                  <a:pt x="1134" y="153"/>
                  <a:pt x="1136" y="146"/>
                  <a:pt x="1138" y="141"/>
                </a:cubicBezTo>
                <a:cubicBezTo>
                  <a:pt x="1140" y="135"/>
                  <a:pt x="1143" y="130"/>
                  <a:pt x="1147" y="126"/>
                </a:cubicBezTo>
                <a:cubicBezTo>
                  <a:pt x="1151" y="122"/>
                  <a:pt x="1156" y="118"/>
                  <a:pt x="1162" y="116"/>
                </a:cubicBezTo>
                <a:cubicBezTo>
                  <a:pt x="1168" y="114"/>
                  <a:pt x="1174" y="113"/>
                  <a:pt x="1181" y="113"/>
                </a:cubicBezTo>
                <a:cubicBezTo>
                  <a:pt x="1187" y="113"/>
                  <a:pt x="1193" y="114"/>
                  <a:pt x="1199" y="116"/>
                </a:cubicBezTo>
                <a:cubicBezTo>
                  <a:pt x="1204" y="118"/>
                  <a:pt x="1209" y="121"/>
                  <a:pt x="1212" y="125"/>
                </a:cubicBezTo>
                <a:cubicBezTo>
                  <a:pt x="1216" y="128"/>
                  <a:pt x="1219" y="133"/>
                  <a:pt x="1221" y="138"/>
                </a:cubicBezTo>
                <a:cubicBezTo>
                  <a:pt x="1223" y="144"/>
                  <a:pt x="1224" y="150"/>
                  <a:pt x="1224" y="157"/>
                </a:cubicBezTo>
                <a:cubicBezTo>
                  <a:pt x="1224" y="161"/>
                  <a:pt x="1224" y="165"/>
                  <a:pt x="1223" y="168"/>
                </a:cubicBezTo>
                <a:cubicBezTo>
                  <a:pt x="1165" y="168"/>
                  <a:pt x="1165" y="168"/>
                  <a:pt x="1165" y="168"/>
                </a:cubicBezTo>
                <a:cubicBezTo>
                  <a:pt x="1168" y="178"/>
                  <a:pt x="1176" y="183"/>
                  <a:pt x="1191" y="183"/>
                </a:cubicBezTo>
                <a:cubicBezTo>
                  <a:pt x="1194" y="183"/>
                  <a:pt x="1198" y="182"/>
                  <a:pt x="1203" y="181"/>
                </a:cubicBezTo>
                <a:cubicBezTo>
                  <a:pt x="1207" y="180"/>
                  <a:pt x="1211" y="179"/>
                  <a:pt x="1214" y="178"/>
                </a:cubicBezTo>
                <a:lnTo>
                  <a:pt x="1224" y="197"/>
                </a:lnTo>
                <a:close/>
                <a:moveTo>
                  <a:pt x="1077" y="148"/>
                </a:moveTo>
                <a:cubicBezTo>
                  <a:pt x="1062" y="103"/>
                  <a:pt x="1062" y="103"/>
                  <a:pt x="1062" y="103"/>
                </a:cubicBezTo>
                <a:cubicBezTo>
                  <a:pt x="1047" y="148"/>
                  <a:pt x="1047" y="148"/>
                  <a:pt x="1047" y="148"/>
                </a:cubicBezTo>
                <a:lnTo>
                  <a:pt x="1077" y="148"/>
                </a:lnTo>
                <a:close/>
                <a:moveTo>
                  <a:pt x="1046" y="73"/>
                </a:moveTo>
                <a:cubicBezTo>
                  <a:pt x="1081" y="73"/>
                  <a:pt x="1081" y="73"/>
                  <a:pt x="1081" y="73"/>
                </a:cubicBezTo>
                <a:cubicBezTo>
                  <a:pt x="1133" y="204"/>
                  <a:pt x="1133" y="204"/>
                  <a:pt x="1133" y="204"/>
                </a:cubicBezTo>
                <a:cubicBezTo>
                  <a:pt x="1096" y="204"/>
                  <a:pt x="1096" y="204"/>
                  <a:pt x="1096" y="204"/>
                </a:cubicBezTo>
                <a:cubicBezTo>
                  <a:pt x="1086" y="174"/>
                  <a:pt x="1086" y="174"/>
                  <a:pt x="1086" y="174"/>
                </a:cubicBezTo>
                <a:cubicBezTo>
                  <a:pt x="1039" y="174"/>
                  <a:pt x="1039" y="174"/>
                  <a:pt x="1039" y="174"/>
                </a:cubicBezTo>
                <a:cubicBezTo>
                  <a:pt x="1029" y="204"/>
                  <a:pt x="1029" y="204"/>
                  <a:pt x="1029" y="204"/>
                </a:cubicBezTo>
                <a:cubicBezTo>
                  <a:pt x="995" y="204"/>
                  <a:pt x="995" y="204"/>
                  <a:pt x="995" y="204"/>
                </a:cubicBezTo>
                <a:lnTo>
                  <a:pt x="1046" y="73"/>
                </a:lnTo>
                <a:close/>
                <a:moveTo>
                  <a:pt x="921" y="135"/>
                </a:moveTo>
                <a:cubicBezTo>
                  <a:pt x="914" y="135"/>
                  <a:pt x="911" y="137"/>
                  <a:pt x="911" y="140"/>
                </a:cubicBezTo>
                <a:cubicBezTo>
                  <a:pt x="911" y="142"/>
                  <a:pt x="912" y="144"/>
                  <a:pt x="914" y="145"/>
                </a:cubicBezTo>
                <a:cubicBezTo>
                  <a:pt x="916" y="146"/>
                  <a:pt x="919" y="147"/>
                  <a:pt x="924" y="148"/>
                </a:cubicBezTo>
                <a:cubicBezTo>
                  <a:pt x="935" y="151"/>
                  <a:pt x="943" y="154"/>
                  <a:pt x="948" y="159"/>
                </a:cubicBezTo>
                <a:cubicBezTo>
                  <a:pt x="952" y="164"/>
                  <a:pt x="955" y="170"/>
                  <a:pt x="955" y="179"/>
                </a:cubicBezTo>
                <a:cubicBezTo>
                  <a:pt x="955" y="187"/>
                  <a:pt x="951" y="194"/>
                  <a:pt x="944" y="199"/>
                </a:cubicBezTo>
                <a:cubicBezTo>
                  <a:pt x="937" y="204"/>
                  <a:pt x="928" y="207"/>
                  <a:pt x="915" y="207"/>
                </a:cubicBezTo>
                <a:cubicBezTo>
                  <a:pt x="908" y="207"/>
                  <a:pt x="901" y="206"/>
                  <a:pt x="895" y="204"/>
                </a:cubicBezTo>
                <a:cubicBezTo>
                  <a:pt x="888" y="203"/>
                  <a:pt x="883" y="201"/>
                  <a:pt x="880" y="198"/>
                </a:cubicBezTo>
                <a:cubicBezTo>
                  <a:pt x="890" y="180"/>
                  <a:pt x="890" y="180"/>
                  <a:pt x="890" y="180"/>
                </a:cubicBezTo>
                <a:cubicBezTo>
                  <a:pt x="893" y="181"/>
                  <a:pt x="897" y="182"/>
                  <a:pt x="901" y="183"/>
                </a:cubicBezTo>
                <a:cubicBezTo>
                  <a:pt x="905" y="184"/>
                  <a:pt x="909" y="184"/>
                  <a:pt x="913" y="184"/>
                </a:cubicBezTo>
                <a:cubicBezTo>
                  <a:pt x="920" y="184"/>
                  <a:pt x="924" y="182"/>
                  <a:pt x="924" y="179"/>
                </a:cubicBezTo>
                <a:cubicBezTo>
                  <a:pt x="924" y="178"/>
                  <a:pt x="924" y="177"/>
                  <a:pt x="924" y="176"/>
                </a:cubicBezTo>
                <a:cubicBezTo>
                  <a:pt x="923" y="176"/>
                  <a:pt x="923" y="175"/>
                  <a:pt x="922" y="175"/>
                </a:cubicBezTo>
                <a:cubicBezTo>
                  <a:pt x="921" y="174"/>
                  <a:pt x="919" y="173"/>
                  <a:pt x="918" y="173"/>
                </a:cubicBezTo>
                <a:cubicBezTo>
                  <a:pt x="916" y="172"/>
                  <a:pt x="914" y="172"/>
                  <a:pt x="911" y="171"/>
                </a:cubicBezTo>
                <a:cubicBezTo>
                  <a:pt x="906" y="170"/>
                  <a:pt x="901" y="168"/>
                  <a:pt x="897" y="166"/>
                </a:cubicBezTo>
                <a:cubicBezTo>
                  <a:pt x="893" y="164"/>
                  <a:pt x="890" y="162"/>
                  <a:pt x="888" y="160"/>
                </a:cubicBezTo>
                <a:cubicBezTo>
                  <a:pt x="885" y="157"/>
                  <a:pt x="884" y="155"/>
                  <a:pt x="883" y="152"/>
                </a:cubicBezTo>
                <a:cubicBezTo>
                  <a:pt x="881" y="148"/>
                  <a:pt x="881" y="145"/>
                  <a:pt x="881" y="141"/>
                </a:cubicBezTo>
                <a:cubicBezTo>
                  <a:pt x="881" y="132"/>
                  <a:pt x="884" y="125"/>
                  <a:pt x="891" y="120"/>
                </a:cubicBezTo>
                <a:cubicBezTo>
                  <a:pt x="898" y="115"/>
                  <a:pt x="907" y="113"/>
                  <a:pt x="919" y="113"/>
                </a:cubicBezTo>
                <a:cubicBezTo>
                  <a:pt x="925" y="113"/>
                  <a:pt x="931" y="113"/>
                  <a:pt x="936" y="115"/>
                </a:cubicBezTo>
                <a:cubicBezTo>
                  <a:pt x="942" y="116"/>
                  <a:pt x="947" y="117"/>
                  <a:pt x="951" y="120"/>
                </a:cubicBezTo>
                <a:cubicBezTo>
                  <a:pt x="948" y="142"/>
                  <a:pt x="948" y="142"/>
                  <a:pt x="948" y="142"/>
                </a:cubicBezTo>
                <a:cubicBezTo>
                  <a:pt x="943" y="140"/>
                  <a:pt x="939" y="138"/>
                  <a:pt x="934" y="137"/>
                </a:cubicBezTo>
                <a:cubicBezTo>
                  <a:pt x="929" y="136"/>
                  <a:pt x="925" y="135"/>
                  <a:pt x="921" y="135"/>
                </a:cubicBezTo>
                <a:moveTo>
                  <a:pt x="780" y="115"/>
                </a:moveTo>
                <a:cubicBezTo>
                  <a:pt x="810" y="115"/>
                  <a:pt x="810" y="115"/>
                  <a:pt x="810" y="115"/>
                </a:cubicBezTo>
                <a:cubicBezTo>
                  <a:pt x="810" y="126"/>
                  <a:pt x="810" y="126"/>
                  <a:pt x="810" y="126"/>
                </a:cubicBezTo>
                <a:cubicBezTo>
                  <a:pt x="812" y="122"/>
                  <a:pt x="816" y="119"/>
                  <a:pt x="820" y="116"/>
                </a:cubicBezTo>
                <a:cubicBezTo>
                  <a:pt x="825" y="114"/>
                  <a:pt x="830" y="113"/>
                  <a:pt x="836" y="113"/>
                </a:cubicBezTo>
                <a:cubicBezTo>
                  <a:pt x="846" y="113"/>
                  <a:pt x="853" y="116"/>
                  <a:pt x="859" y="122"/>
                </a:cubicBezTo>
                <a:cubicBezTo>
                  <a:pt x="864" y="128"/>
                  <a:pt x="866" y="138"/>
                  <a:pt x="866" y="150"/>
                </a:cubicBezTo>
                <a:cubicBezTo>
                  <a:pt x="866" y="204"/>
                  <a:pt x="866" y="204"/>
                  <a:pt x="866" y="204"/>
                </a:cubicBezTo>
                <a:cubicBezTo>
                  <a:pt x="836" y="204"/>
                  <a:pt x="836" y="204"/>
                  <a:pt x="836" y="204"/>
                </a:cubicBezTo>
                <a:cubicBezTo>
                  <a:pt x="836" y="156"/>
                  <a:pt x="836" y="156"/>
                  <a:pt x="836" y="156"/>
                </a:cubicBezTo>
                <a:cubicBezTo>
                  <a:pt x="836" y="145"/>
                  <a:pt x="832" y="140"/>
                  <a:pt x="824" y="140"/>
                </a:cubicBezTo>
                <a:cubicBezTo>
                  <a:pt x="819" y="140"/>
                  <a:pt x="816" y="142"/>
                  <a:pt x="814" y="144"/>
                </a:cubicBezTo>
                <a:cubicBezTo>
                  <a:pt x="812" y="147"/>
                  <a:pt x="810" y="152"/>
                  <a:pt x="810" y="157"/>
                </a:cubicBezTo>
                <a:cubicBezTo>
                  <a:pt x="810" y="204"/>
                  <a:pt x="810" y="204"/>
                  <a:pt x="810" y="204"/>
                </a:cubicBezTo>
                <a:cubicBezTo>
                  <a:pt x="780" y="204"/>
                  <a:pt x="780" y="204"/>
                  <a:pt x="780" y="204"/>
                </a:cubicBezTo>
                <a:lnTo>
                  <a:pt x="780" y="115"/>
                </a:lnTo>
                <a:close/>
                <a:moveTo>
                  <a:pt x="729" y="115"/>
                </a:moveTo>
                <a:cubicBezTo>
                  <a:pt x="760" y="115"/>
                  <a:pt x="760" y="115"/>
                  <a:pt x="760" y="115"/>
                </a:cubicBezTo>
                <a:cubicBezTo>
                  <a:pt x="760" y="204"/>
                  <a:pt x="760" y="204"/>
                  <a:pt x="760" y="204"/>
                </a:cubicBezTo>
                <a:cubicBezTo>
                  <a:pt x="729" y="204"/>
                  <a:pt x="729" y="204"/>
                  <a:pt x="729" y="204"/>
                </a:cubicBezTo>
                <a:lnTo>
                  <a:pt x="729" y="115"/>
                </a:lnTo>
                <a:close/>
                <a:moveTo>
                  <a:pt x="744" y="101"/>
                </a:moveTo>
                <a:cubicBezTo>
                  <a:pt x="739" y="101"/>
                  <a:pt x="735" y="100"/>
                  <a:pt x="732" y="97"/>
                </a:cubicBezTo>
                <a:cubicBezTo>
                  <a:pt x="729" y="94"/>
                  <a:pt x="727" y="90"/>
                  <a:pt x="727" y="85"/>
                </a:cubicBezTo>
                <a:cubicBezTo>
                  <a:pt x="727" y="80"/>
                  <a:pt x="729" y="76"/>
                  <a:pt x="732" y="73"/>
                </a:cubicBezTo>
                <a:cubicBezTo>
                  <a:pt x="735" y="70"/>
                  <a:pt x="739" y="68"/>
                  <a:pt x="744" y="68"/>
                </a:cubicBezTo>
                <a:cubicBezTo>
                  <a:pt x="749" y="68"/>
                  <a:pt x="753" y="70"/>
                  <a:pt x="757" y="73"/>
                </a:cubicBezTo>
                <a:cubicBezTo>
                  <a:pt x="760" y="76"/>
                  <a:pt x="762" y="80"/>
                  <a:pt x="762" y="85"/>
                </a:cubicBezTo>
                <a:cubicBezTo>
                  <a:pt x="762" y="90"/>
                  <a:pt x="760" y="94"/>
                  <a:pt x="757" y="97"/>
                </a:cubicBezTo>
                <a:cubicBezTo>
                  <a:pt x="753" y="100"/>
                  <a:pt x="749" y="101"/>
                  <a:pt x="744" y="101"/>
                </a:cubicBezTo>
                <a:moveTo>
                  <a:pt x="676" y="73"/>
                </a:moveTo>
                <a:cubicBezTo>
                  <a:pt x="707" y="73"/>
                  <a:pt x="707" y="73"/>
                  <a:pt x="707" y="73"/>
                </a:cubicBezTo>
                <a:cubicBezTo>
                  <a:pt x="707" y="204"/>
                  <a:pt x="707" y="204"/>
                  <a:pt x="707" y="204"/>
                </a:cubicBezTo>
                <a:cubicBezTo>
                  <a:pt x="676" y="204"/>
                  <a:pt x="676" y="204"/>
                  <a:pt x="676" y="204"/>
                </a:cubicBezTo>
                <a:lnTo>
                  <a:pt x="676" y="73"/>
                </a:lnTo>
                <a:close/>
                <a:moveTo>
                  <a:pt x="625" y="73"/>
                </a:moveTo>
                <a:cubicBezTo>
                  <a:pt x="656" y="73"/>
                  <a:pt x="656" y="73"/>
                  <a:pt x="656" y="73"/>
                </a:cubicBezTo>
                <a:cubicBezTo>
                  <a:pt x="656" y="204"/>
                  <a:pt x="656" y="204"/>
                  <a:pt x="656" y="204"/>
                </a:cubicBezTo>
                <a:cubicBezTo>
                  <a:pt x="625" y="204"/>
                  <a:pt x="625" y="204"/>
                  <a:pt x="625" y="204"/>
                </a:cubicBezTo>
                <a:lnTo>
                  <a:pt x="625" y="73"/>
                </a:lnTo>
                <a:close/>
                <a:moveTo>
                  <a:pt x="564" y="181"/>
                </a:moveTo>
                <a:cubicBezTo>
                  <a:pt x="570" y="181"/>
                  <a:pt x="574" y="179"/>
                  <a:pt x="578" y="175"/>
                </a:cubicBezTo>
                <a:cubicBezTo>
                  <a:pt x="581" y="171"/>
                  <a:pt x="583" y="166"/>
                  <a:pt x="583" y="160"/>
                </a:cubicBezTo>
                <a:cubicBezTo>
                  <a:pt x="583" y="153"/>
                  <a:pt x="581" y="148"/>
                  <a:pt x="578" y="144"/>
                </a:cubicBezTo>
                <a:cubicBezTo>
                  <a:pt x="574" y="140"/>
                  <a:pt x="570" y="139"/>
                  <a:pt x="564" y="139"/>
                </a:cubicBezTo>
                <a:cubicBezTo>
                  <a:pt x="558" y="139"/>
                  <a:pt x="553" y="140"/>
                  <a:pt x="550" y="144"/>
                </a:cubicBezTo>
                <a:cubicBezTo>
                  <a:pt x="546" y="148"/>
                  <a:pt x="544" y="153"/>
                  <a:pt x="544" y="160"/>
                </a:cubicBezTo>
                <a:cubicBezTo>
                  <a:pt x="544" y="166"/>
                  <a:pt x="546" y="171"/>
                  <a:pt x="550" y="175"/>
                </a:cubicBezTo>
                <a:cubicBezTo>
                  <a:pt x="553" y="179"/>
                  <a:pt x="558" y="181"/>
                  <a:pt x="564" y="181"/>
                </a:cubicBezTo>
                <a:moveTo>
                  <a:pt x="564" y="207"/>
                </a:moveTo>
                <a:cubicBezTo>
                  <a:pt x="557" y="207"/>
                  <a:pt x="550" y="205"/>
                  <a:pt x="544" y="203"/>
                </a:cubicBezTo>
                <a:cubicBezTo>
                  <a:pt x="538" y="200"/>
                  <a:pt x="533" y="197"/>
                  <a:pt x="529" y="192"/>
                </a:cubicBezTo>
                <a:cubicBezTo>
                  <a:pt x="524" y="188"/>
                  <a:pt x="521" y="183"/>
                  <a:pt x="518" y="177"/>
                </a:cubicBezTo>
                <a:cubicBezTo>
                  <a:pt x="516" y="171"/>
                  <a:pt x="515" y="164"/>
                  <a:pt x="515" y="158"/>
                </a:cubicBezTo>
                <a:cubicBezTo>
                  <a:pt x="515" y="151"/>
                  <a:pt x="516" y="145"/>
                  <a:pt x="518" y="139"/>
                </a:cubicBezTo>
                <a:cubicBezTo>
                  <a:pt x="521" y="134"/>
                  <a:pt x="524" y="129"/>
                  <a:pt x="529" y="125"/>
                </a:cubicBezTo>
                <a:cubicBezTo>
                  <a:pt x="533" y="121"/>
                  <a:pt x="538" y="118"/>
                  <a:pt x="544" y="116"/>
                </a:cubicBezTo>
                <a:cubicBezTo>
                  <a:pt x="550" y="114"/>
                  <a:pt x="557" y="113"/>
                  <a:pt x="564" y="113"/>
                </a:cubicBezTo>
                <a:cubicBezTo>
                  <a:pt x="571" y="113"/>
                  <a:pt x="577" y="114"/>
                  <a:pt x="583" y="116"/>
                </a:cubicBezTo>
                <a:cubicBezTo>
                  <a:pt x="589" y="118"/>
                  <a:pt x="594" y="122"/>
                  <a:pt x="599" y="126"/>
                </a:cubicBezTo>
                <a:cubicBezTo>
                  <a:pt x="603" y="130"/>
                  <a:pt x="606" y="135"/>
                  <a:pt x="609" y="141"/>
                </a:cubicBezTo>
                <a:cubicBezTo>
                  <a:pt x="611" y="147"/>
                  <a:pt x="612" y="153"/>
                  <a:pt x="612" y="160"/>
                </a:cubicBezTo>
                <a:cubicBezTo>
                  <a:pt x="612" y="166"/>
                  <a:pt x="611" y="173"/>
                  <a:pt x="609" y="178"/>
                </a:cubicBezTo>
                <a:cubicBezTo>
                  <a:pt x="606" y="184"/>
                  <a:pt x="603" y="189"/>
                  <a:pt x="599" y="193"/>
                </a:cubicBezTo>
                <a:cubicBezTo>
                  <a:pt x="594" y="197"/>
                  <a:pt x="589" y="201"/>
                  <a:pt x="583" y="203"/>
                </a:cubicBezTo>
                <a:cubicBezTo>
                  <a:pt x="577" y="205"/>
                  <a:pt x="571" y="207"/>
                  <a:pt x="564" y="207"/>
                </a:cubicBezTo>
                <a:moveTo>
                  <a:pt x="507" y="192"/>
                </a:moveTo>
                <a:cubicBezTo>
                  <a:pt x="501" y="196"/>
                  <a:pt x="494" y="200"/>
                  <a:pt x="486" y="202"/>
                </a:cubicBezTo>
                <a:cubicBezTo>
                  <a:pt x="478" y="205"/>
                  <a:pt x="469" y="206"/>
                  <a:pt x="460" y="206"/>
                </a:cubicBezTo>
                <a:cubicBezTo>
                  <a:pt x="450" y="206"/>
                  <a:pt x="440" y="204"/>
                  <a:pt x="432" y="201"/>
                </a:cubicBezTo>
                <a:cubicBezTo>
                  <a:pt x="424" y="198"/>
                  <a:pt x="417" y="194"/>
                  <a:pt x="411" y="188"/>
                </a:cubicBezTo>
                <a:cubicBezTo>
                  <a:pt x="405" y="183"/>
                  <a:pt x="401" y="176"/>
                  <a:pt x="398" y="167"/>
                </a:cubicBezTo>
                <a:cubicBezTo>
                  <a:pt x="394" y="159"/>
                  <a:pt x="393" y="150"/>
                  <a:pt x="393" y="139"/>
                </a:cubicBezTo>
                <a:cubicBezTo>
                  <a:pt x="393" y="129"/>
                  <a:pt x="395" y="120"/>
                  <a:pt x="398" y="112"/>
                </a:cubicBezTo>
                <a:cubicBezTo>
                  <a:pt x="402" y="104"/>
                  <a:pt x="406" y="96"/>
                  <a:pt x="413" y="90"/>
                </a:cubicBezTo>
                <a:cubicBezTo>
                  <a:pt x="419" y="85"/>
                  <a:pt x="427" y="80"/>
                  <a:pt x="435" y="77"/>
                </a:cubicBezTo>
                <a:cubicBezTo>
                  <a:pt x="444" y="73"/>
                  <a:pt x="454" y="72"/>
                  <a:pt x="464" y="72"/>
                </a:cubicBezTo>
                <a:cubicBezTo>
                  <a:pt x="468" y="72"/>
                  <a:pt x="472" y="72"/>
                  <a:pt x="476" y="72"/>
                </a:cubicBezTo>
                <a:cubicBezTo>
                  <a:pt x="480" y="73"/>
                  <a:pt x="484" y="74"/>
                  <a:pt x="487" y="75"/>
                </a:cubicBezTo>
                <a:cubicBezTo>
                  <a:pt x="491" y="76"/>
                  <a:pt x="495" y="77"/>
                  <a:pt x="498" y="78"/>
                </a:cubicBezTo>
                <a:cubicBezTo>
                  <a:pt x="501" y="79"/>
                  <a:pt x="504" y="81"/>
                  <a:pt x="507" y="82"/>
                </a:cubicBezTo>
                <a:cubicBezTo>
                  <a:pt x="493" y="109"/>
                  <a:pt x="493" y="109"/>
                  <a:pt x="493" y="109"/>
                </a:cubicBezTo>
                <a:cubicBezTo>
                  <a:pt x="490" y="108"/>
                  <a:pt x="488" y="107"/>
                  <a:pt x="486" y="106"/>
                </a:cubicBezTo>
                <a:cubicBezTo>
                  <a:pt x="484" y="105"/>
                  <a:pt x="482" y="104"/>
                  <a:pt x="480" y="104"/>
                </a:cubicBezTo>
                <a:cubicBezTo>
                  <a:pt x="478" y="103"/>
                  <a:pt x="476" y="103"/>
                  <a:pt x="474" y="102"/>
                </a:cubicBezTo>
                <a:cubicBezTo>
                  <a:pt x="472" y="102"/>
                  <a:pt x="469" y="102"/>
                  <a:pt x="466" y="102"/>
                </a:cubicBezTo>
                <a:cubicBezTo>
                  <a:pt x="455" y="102"/>
                  <a:pt x="445" y="105"/>
                  <a:pt x="439" y="112"/>
                </a:cubicBezTo>
                <a:cubicBezTo>
                  <a:pt x="432" y="118"/>
                  <a:pt x="428" y="127"/>
                  <a:pt x="428" y="139"/>
                </a:cubicBezTo>
                <a:cubicBezTo>
                  <a:pt x="428" y="144"/>
                  <a:pt x="429" y="149"/>
                  <a:pt x="431" y="154"/>
                </a:cubicBezTo>
                <a:cubicBezTo>
                  <a:pt x="433" y="158"/>
                  <a:pt x="435" y="162"/>
                  <a:pt x="438" y="165"/>
                </a:cubicBezTo>
                <a:cubicBezTo>
                  <a:pt x="441" y="168"/>
                  <a:pt x="445" y="171"/>
                  <a:pt x="449" y="173"/>
                </a:cubicBezTo>
                <a:cubicBezTo>
                  <a:pt x="454" y="175"/>
                  <a:pt x="459" y="175"/>
                  <a:pt x="464" y="175"/>
                </a:cubicBezTo>
                <a:cubicBezTo>
                  <a:pt x="469" y="175"/>
                  <a:pt x="474" y="175"/>
                  <a:pt x="479" y="173"/>
                </a:cubicBezTo>
                <a:cubicBezTo>
                  <a:pt x="484" y="171"/>
                  <a:pt x="489" y="168"/>
                  <a:pt x="493" y="165"/>
                </a:cubicBezTo>
                <a:lnTo>
                  <a:pt x="507" y="192"/>
                </a:lnTo>
                <a:close/>
                <a:moveTo>
                  <a:pt x="126" y="2"/>
                </a:moveTo>
                <a:cubicBezTo>
                  <a:pt x="130" y="1"/>
                  <a:pt x="133" y="1"/>
                  <a:pt x="137" y="0"/>
                </a:cubicBezTo>
                <a:cubicBezTo>
                  <a:pt x="154" y="95"/>
                  <a:pt x="154" y="95"/>
                  <a:pt x="154" y="95"/>
                </a:cubicBezTo>
                <a:cubicBezTo>
                  <a:pt x="150" y="96"/>
                  <a:pt x="146" y="96"/>
                  <a:pt x="143" y="97"/>
                </a:cubicBezTo>
                <a:lnTo>
                  <a:pt x="126" y="2"/>
                </a:lnTo>
                <a:close/>
                <a:moveTo>
                  <a:pt x="122" y="107"/>
                </a:moveTo>
                <a:cubicBezTo>
                  <a:pt x="126" y="105"/>
                  <a:pt x="129" y="102"/>
                  <a:pt x="133" y="101"/>
                </a:cubicBezTo>
                <a:cubicBezTo>
                  <a:pt x="85" y="17"/>
                  <a:pt x="85" y="17"/>
                  <a:pt x="85" y="17"/>
                </a:cubicBezTo>
                <a:cubicBezTo>
                  <a:pt x="82" y="19"/>
                  <a:pt x="78" y="21"/>
                  <a:pt x="74" y="24"/>
                </a:cubicBezTo>
                <a:lnTo>
                  <a:pt x="122" y="107"/>
                </a:lnTo>
                <a:close/>
                <a:moveTo>
                  <a:pt x="95" y="160"/>
                </a:moveTo>
                <a:cubicBezTo>
                  <a:pt x="95" y="156"/>
                  <a:pt x="95" y="153"/>
                  <a:pt x="96" y="149"/>
                </a:cubicBezTo>
                <a:cubicBezTo>
                  <a:pt x="0" y="149"/>
                  <a:pt x="0" y="149"/>
                  <a:pt x="0" y="149"/>
                </a:cubicBezTo>
                <a:cubicBezTo>
                  <a:pt x="0" y="152"/>
                  <a:pt x="0" y="156"/>
                  <a:pt x="0" y="159"/>
                </a:cubicBezTo>
                <a:cubicBezTo>
                  <a:pt x="0" y="162"/>
                  <a:pt x="0" y="165"/>
                  <a:pt x="0" y="169"/>
                </a:cubicBezTo>
                <a:cubicBezTo>
                  <a:pt x="95" y="169"/>
                  <a:pt x="95" y="169"/>
                  <a:pt x="95" y="169"/>
                </a:cubicBezTo>
                <a:cubicBezTo>
                  <a:pt x="95" y="166"/>
                  <a:pt x="95" y="163"/>
                  <a:pt x="95" y="160"/>
                </a:cubicBezTo>
                <a:moveTo>
                  <a:pt x="224" y="160"/>
                </a:moveTo>
                <a:cubicBezTo>
                  <a:pt x="224" y="195"/>
                  <a:pt x="195" y="224"/>
                  <a:pt x="159" y="224"/>
                </a:cubicBezTo>
                <a:cubicBezTo>
                  <a:pt x="128" y="224"/>
                  <a:pt x="101" y="201"/>
                  <a:pt x="96" y="171"/>
                </a:cubicBezTo>
                <a:cubicBezTo>
                  <a:pt x="6" y="203"/>
                  <a:pt x="6" y="203"/>
                  <a:pt x="6" y="203"/>
                </a:cubicBezTo>
                <a:cubicBezTo>
                  <a:pt x="8" y="210"/>
                  <a:pt x="11" y="217"/>
                  <a:pt x="14" y="224"/>
                </a:cubicBezTo>
                <a:cubicBezTo>
                  <a:pt x="103" y="191"/>
                  <a:pt x="103" y="191"/>
                  <a:pt x="103" y="191"/>
                </a:cubicBezTo>
                <a:cubicBezTo>
                  <a:pt x="30" y="253"/>
                  <a:pt x="30" y="253"/>
                  <a:pt x="30" y="253"/>
                </a:cubicBezTo>
                <a:cubicBezTo>
                  <a:pt x="34" y="259"/>
                  <a:pt x="40" y="265"/>
                  <a:pt x="45" y="271"/>
                </a:cubicBezTo>
                <a:cubicBezTo>
                  <a:pt x="113" y="213"/>
                  <a:pt x="113" y="213"/>
                  <a:pt x="113" y="213"/>
                </a:cubicBezTo>
                <a:cubicBezTo>
                  <a:pt x="69" y="291"/>
                  <a:pt x="69" y="291"/>
                  <a:pt x="69" y="291"/>
                </a:cubicBezTo>
                <a:cubicBezTo>
                  <a:pt x="76" y="296"/>
                  <a:pt x="83" y="300"/>
                  <a:pt x="91" y="304"/>
                </a:cubicBezTo>
                <a:cubicBezTo>
                  <a:pt x="133" y="231"/>
                  <a:pt x="133" y="231"/>
                  <a:pt x="133" y="231"/>
                </a:cubicBezTo>
                <a:cubicBezTo>
                  <a:pt x="118" y="314"/>
                  <a:pt x="118" y="314"/>
                  <a:pt x="118" y="314"/>
                </a:cubicBezTo>
                <a:cubicBezTo>
                  <a:pt x="127" y="317"/>
                  <a:pt x="136" y="318"/>
                  <a:pt x="146" y="319"/>
                </a:cubicBezTo>
                <a:cubicBezTo>
                  <a:pt x="159" y="241"/>
                  <a:pt x="159" y="241"/>
                  <a:pt x="159" y="241"/>
                </a:cubicBezTo>
                <a:cubicBezTo>
                  <a:pt x="173" y="319"/>
                  <a:pt x="173" y="319"/>
                  <a:pt x="173" y="319"/>
                </a:cubicBezTo>
                <a:cubicBezTo>
                  <a:pt x="183" y="318"/>
                  <a:pt x="192" y="317"/>
                  <a:pt x="202" y="314"/>
                </a:cubicBezTo>
                <a:cubicBezTo>
                  <a:pt x="189" y="242"/>
                  <a:pt x="189" y="242"/>
                  <a:pt x="189" y="242"/>
                </a:cubicBezTo>
                <a:cubicBezTo>
                  <a:pt x="225" y="305"/>
                  <a:pt x="225" y="305"/>
                  <a:pt x="225" y="305"/>
                </a:cubicBezTo>
                <a:cubicBezTo>
                  <a:pt x="235" y="301"/>
                  <a:pt x="245" y="295"/>
                  <a:pt x="253" y="289"/>
                </a:cubicBezTo>
                <a:cubicBezTo>
                  <a:pt x="220" y="231"/>
                  <a:pt x="220" y="231"/>
                  <a:pt x="220" y="231"/>
                </a:cubicBezTo>
                <a:cubicBezTo>
                  <a:pt x="271" y="274"/>
                  <a:pt x="271" y="274"/>
                  <a:pt x="271" y="274"/>
                </a:cubicBezTo>
                <a:cubicBezTo>
                  <a:pt x="279" y="266"/>
                  <a:pt x="286" y="257"/>
                  <a:pt x="293" y="247"/>
                </a:cubicBezTo>
                <a:cubicBezTo>
                  <a:pt x="247" y="209"/>
                  <a:pt x="247" y="209"/>
                  <a:pt x="247" y="209"/>
                </a:cubicBezTo>
                <a:cubicBezTo>
                  <a:pt x="303" y="229"/>
                  <a:pt x="303" y="229"/>
                  <a:pt x="303" y="229"/>
                </a:cubicBezTo>
                <a:cubicBezTo>
                  <a:pt x="308" y="219"/>
                  <a:pt x="312" y="207"/>
                  <a:pt x="315" y="195"/>
                </a:cubicBezTo>
                <a:cubicBezTo>
                  <a:pt x="266" y="177"/>
                  <a:pt x="266" y="177"/>
                  <a:pt x="266" y="177"/>
                </a:cubicBezTo>
                <a:cubicBezTo>
                  <a:pt x="318" y="177"/>
                  <a:pt x="318" y="177"/>
                  <a:pt x="318" y="177"/>
                </a:cubicBezTo>
                <a:cubicBezTo>
                  <a:pt x="319" y="171"/>
                  <a:pt x="319" y="165"/>
                  <a:pt x="319" y="159"/>
                </a:cubicBezTo>
                <a:cubicBezTo>
                  <a:pt x="319" y="152"/>
                  <a:pt x="318" y="145"/>
                  <a:pt x="317" y="138"/>
                </a:cubicBezTo>
                <a:cubicBezTo>
                  <a:pt x="220" y="138"/>
                  <a:pt x="220" y="138"/>
                  <a:pt x="220" y="138"/>
                </a:cubicBezTo>
                <a:cubicBezTo>
                  <a:pt x="223" y="145"/>
                  <a:pt x="224" y="152"/>
                  <a:pt x="224" y="160"/>
                </a:cubicBezTo>
                <a:moveTo>
                  <a:pt x="97" y="145"/>
                </a:moveTo>
                <a:cubicBezTo>
                  <a:pt x="98" y="139"/>
                  <a:pt x="100" y="134"/>
                  <a:pt x="103" y="129"/>
                </a:cubicBezTo>
                <a:cubicBezTo>
                  <a:pt x="13" y="96"/>
                  <a:pt x="13" y="96"/>
                  <a:pt x="13" y="96"/>
                </a:cubicBezTo>
                <a:cubicBezTo>
                  <a:pt x="11" y="101"/>
                  <a:pt x="9" y="107"/>
                  <a:pt x="7" y="112"/>
                </a:cubicBezTo>
                <a:lnTo>
                  <a:pt x="97" y="145"/>
                </a:lnTo>
                <a:close/>
                <a:moveTo>
                  <a:pt x="280" y="54"/>
                </a:moveTo>
                <a:cubicBezTo>
                  <a:pt x="207" y="115"/>
                  <a:pt x="207" y="115"/>
                  <a:pt x="207" y="115"/>
                </a:cubicBezTo>
                <a:cubicBezTo>
                  <a:pt x="208" y="117"/>
                  <a:pt x="210" y="119"/>
                  <a:pt x="212" y="121"/>
                </a:cubicBezTo>
                <a:cubicBezTo>
                  <a:pt x="285" y="60"/>
                  <a:pt x="285" y="60"/>
                  <a:pt x="285" y="60"/>
                </a:cubicBezTo>
                <a:cubicBezTo>
                  <a:pt x="283" y="58"/>
                  <a:pt x="281" y="56"/>
                  <a:pt x="280" y="54"/>
                </a:cubicBezTo>
                <a:moveTo>
                  <a:pt x="243" y="23"/>
                </a:moveTo>
                <a:cubicBezTo>
                  <a:pt x="241" y="21"/>
                  <a:pt x="238" y="20"/>
                  <a:pt x="236" y="18"/>
                </a:cubicBezTo>
                <a:cubicBezTo>
                  <a:pt x="188" y="102"/>
                  <a:pt x="188" y="102"/>
                  <a:pt x="188" y="102"/>
                </a:cubicBezTo>
                <a:cubicBezTo>
                  <a:pt x="190" y="103"/>
                  <a:pt x="193" y="104"/>
                  <a:pt x="196" y="106"/>
                </a:cubicBezTo>
                <a:lnTo>
                  <a:pt x="243" y="23"/>
                </a:lnTo>
                <a:close/>
                <a:moveTo>
                  <a:pt x="116" y="112"/>
                </a:moveTo>
                <a:cubicBezTo>
                  <a:pt x="42" y="50"/>
                  <a:pt x="42" y="50"/>
                  <a:pt x="42" y="50"/>
                </a:cubicBezTo>
                <a:cubicBezTo>
                  <a:pt x="39" y="54"/>
                  <a:pt x="36" y="58"/>
                  <a:pt x="33" y="62"/>
                </a:cubicBezTo>
                <a:cubicBezTo>
                  <a:pt x="106" y="124"/>
                  <a:pt x="106" y="124"/>
                  <a:pt x="106" y="124"/>
                </a:cubicBezTo>
                <a:cubicBezTo>
                  <a:pt x="109" y="119"/>
                  <a:pt x="112" y="116"/>
                  <a:pt x="116" y="112"/>
                </a:cubicBezTo>
                <a:moveTo>
                  <a:pt x="166" y="95"/>
                </a:moveTo>
                <a:cubicBezTo>
                  <a:pt x="169" y="96"/>
                  <a:pt x="172" y="96"/>
                  <a:pt x="175" y="97"/>
                </a:cubicBezTo>
                <a:cubicBezTo>
                  <a:pt x="192" y="2"/>
                  <a:pt x="192" y="2"/>
                  <a:pt x="192" y="2"/>
                </a:cubicBezTo>
                <a:cubicBezTo>
                  <a:pt x="189" y="1"/>
                  <a:pt x="186" y="1"/>
                  <a:pt x="183" y="0"/>
                </a:cubicBezTo>
                <a:lnTo>
                  <a:pt x="166" y="95"/>
                </a:lnTo>
                <a:close/>
              </a:path>
            </a:pathLst>
          </a:custGeom>
          <a:solidFill>
            <a:schemeClr val="tx1"/>
          </a:solidFill>
          <a:ln>
            <a:noFill/>
          </a:ln>
        </p:spPr>
        <p:txBody>
          <a:bodyPr vert="horz" wrap="square" lIns="121920" tIns="60960" rIns="121920" bIns="60960" numCol="1" anchor="t" anchorCtr="0" compatLnSpc="1">
            <a:prstTxWarp prst="textNoShape">
              <a:avLst/>
            </a:prstTxWarp>
          </a:bodyPr>
          <a:lstStyle/>
          <a:p>
            <a:endParaRPr lang="en-US" sz="2400"/>
          </a:p>
        </p:txBody>
      </p:sp>
    </p:spTree>
    <p:extLst>
      <p:ext uri="{BB962C8B-B14F-4D97-AF65-F5344CB8AC3E}">
        <p14:creationId xmlns:p14="http://schemas.microsoft.com/office/powerpoint/2010/main" val="2307357157"/>
      </p:ext>
    </p:extLst>
  </p:cSld>
  <p:clrMapOvr>
    <a:overrideClrMapping bg1="lt1" tx1="dk1" bg2="lt2" tx2="dk2" accent1="accent1" accent2="accent2" accent3="accent3" accent4="accent4" accent5="accent5" accent6="accent6" hlink="hlink" folHlink="folHlink"/>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Rectangle 17"/>
          <p:cNvSpPr>
            <a:spLocks noChangeArrowheads="1"/>
          </p:cNvSpPr>
          <p:nvPr userDrawn="1"/>
        </p:nvSpPr>
        <p:spPr bwMode="auto">
          <a:xfrm>
            <a:off x="0" y="0"/>
            <a:ext cx="12192000" cy="1295400"/>
          </a:xfrm>
          <a:prstGeom prst="rect">
            <a:avLst/>
          </a:prstGeom>
          <a:gradFill rotWithShape="0">
            <a:gsLst>
              <a:gs pos="0">
                <a:srgbClr val="9900CC"/>
              </a:gs>
              <a:gs pos="100000">
                <a:srgbClr val="FFFFFF"/>
              </a:gs>
            </a:gsLst>
            <a:lin ang="0" scaled="1"/>
          </a:gradFill>
          <a:ln w="9525">
            <a:noFill/>
            <a:miter lim="800000"/>
            <a:headEnd/>
            <a:tailEnd/>
          </a:ln>
          <a:effectLst/>
        </p:spPr>
        <p:txBody>
          <a:bodyPr wrap="none" anchor="ctr">
            <a:prstTxWarp prst="textNoShape">
              <a:avLst/>
            </a:prstTxWarp>
          </a:bodyPr>
          <a:lstStyle/>
          <a:p>
            <a:pPr>
              <a:defRPr/>
            </a:pPr>
            <a:endParaRPr lang="en-US" sz="1800">
              <a:latin typeface="Tahoma" pitchFamily="-84" charset="0"/>
            </a:endParaRPr>
          </a:p>
        </p:txBody>
      </p:sp>
      <p:sp>
        <p:nvSpPr>
          <p:cNvPr id="5" name="Rectangle 18"/>
          <p:cNvSpPr>
            <a:spLocks noChangeArrowheads="1"/>
          </p:cNvSpPr>
          <p:nvPr userDrawn="1"/>
        </p:nvSpPr>
        <p:spPr bwMode="auto">
          <a:xfrm rot="16200000">
            <a:off x="-2425700" y="3721100"/>
            <a:ext cx="5562600" cy="711200"/>
          </a:xfrm>
          <a:prstGeom prst="rect">
            <a:avLst/>
          </a:prstGeom>
          <a:gradFill rotWithShape="0">
            <a:gsLst>
              <a:gs pos="0">
                <a:srgbClr val="9900CC"/>
              </a:gs>
              <a:gs pos="100000">
                <a:srgbClr val="FFFFFF"/>
              </a:gs>
            </a:gsLst>
            <a:lin ang="5400000" scaled="1"/>
          </a:gradFill>
          <a:ln w="9525">
            <a:noFill/>
            <a:miter lim="800000"/>
            <a:headEnd/>
            <a:tailEnd/>
          </a:ln>
          <a:effectLst/>
        </p:spPr>
        <p:txBody>
          <a:bodyPr wrap="none" anchor="ctr">
            <a:prstTxWarp prst="textNoShape">
              <a:avLst/>
            </a:prstTxWarp>
          </a:bodyPr>
          <a:lstStyle/>
          <a:p>
            <a:pPr>
              <a:defRPr/>
            </a:pPr>
            <a:endParaRPr lang="en-US" sz="1800">
              <a:latin typeface="Tahoma" pitchFamily="-84" charset="0"/>
            </a:endParaRPr>
          </a:p>
        </p:txBody>
      </p:sp>
      <p:sp>
        <p:nvSpPr>
          <p:cNvPr id="6156" name="Rectangle 12"/>
          <p:cNvSpPr>
            <a:spLocks noGrp="1" noChangeArrowheads="1"/>
          </p:cNvSpPr>
          <p:nvPr>
            <p:ph type="ctrTitle"/>
          </p:nvPr>
        </p:nvSpPr>
        <p:spPr>
          <a:xfrm>
            <a:off x="1320800" y="1828800"/>
            <a:ext cx="10363200" cy="1143000"/>
          </a:xfrm>
        </p:spPr>
        <p:txBody>
          <a:bodyPr/>
          <a:lstStyle>
            <a:lvl1pPr>
              <a:defRPr/>
            </a:lvl1pPr>
          </a:lstStyle>
          <a:p>
            <a:r>
              <a:rPr lang="en-US"/>
              <a:t>Click to edit Master title style</a:t>
            </a:r>
          </a:p>
        </p:txBody>
      </p:sp>
      <p:sp>
        <p:nvSpPr>
          <p:cNvPr id="6157" name="Rectangle 13"/>
          <p:cNvSpPr>
            <a:spLocks noGrp="1" noChangeArrowheads="1"/>
          </p:cNvSpPr>
          <p:nvPr>
            <p:ph type="subTitle" idx="1"/>
          </p:nvPr>
        </p:nvSpPr>
        <p:spPr>
          <a:xfrm>
            <a:off x="1828800" y="3886200"/>
            <a:ext cx="8534400" cy="1752600"/>
          </a:xfrm>
        </p:spPr>
        <p:txBody>
          <a:bodyPr/>
          <a:lstStyle>
            <a:lvl1pPr marL="0" indent="0" algn="ctr">
              <a:buFont typeface="Wingdings" charset="2"/>
              <a:buNone/>
              <a:defRPr/>
            </a:lvl1pPr>
          </a:lstStyle>
          <a:p>
            <a:r>
              <a:rPr lang="en-US"/>
              <a:t>Click to edit Master subtitle style</a:t>
            </a:r>
          </a:p>
        </p:txBody>
      </p:sp>
      <p:sp>
        <p:nvSpPr>
          <p:cNvPr id="6" name="Rectangle 14"/>
          <p:cNvSpPr>
            <a:spLocks noGrp="1" noChangeArrowheads="1"/>
          </p:cNvSpPr>
          <p:nvPr>
            <p:ph type="dt" sz="half" idx="10"/>
          </p:nvPr>
        </p:nvSpPr>
        <p:spPr bwMode="auto">
          <a:xfrm>
            <a:off x="1320800" y="6248400"/>
            <a:ext cx="2540000" cy="457200"/>
          </a:xfrm>
          <a:prstGeom prst="rect">
            <a:avLst/>
          </a:prstGeom>
          <a:ln>
            <a:miter lim="800000"/>
            <a:headEnd/>
            <a:tailEnd/>
          </a:ln>
        </p:spPr>
        <p:txBody>
          <a:bodyPr vert="horz" wrap="square" lIns="91440" tIns="45720" rIns="91440" bIns="45720" numCol="1" anchor="b" anchorCtr="0" compatLnSpc="1">
            <a:prstTxWarp prst="textNoShape">
              <a:avLst/>
            </a:prstTxWarp>
          </a:bodyPr>
          <a:lstStyle>
            <a:lvl1pPr>
              <a:defRPr sz="1400">
                <a:solidFill>
                  <a:schemeClr val="bg2"/>
                </a:solidFill>
                <a:latin typeface="Tahoma" pitchFamily="-84" charset="0"/>
              </a:defRPr>
            </a:lvl1pPr>
          </a:lstStyle>
          <a:p>
            <a:pPr>
              <a:defRPr/>
            </a:pPr>
            <a:endParaRPr lang="en-US"/>
          </a:p>
        </p:txBody>
      </p:sp>
      <p:sp>
        <p:nvSpPr>
          <p:cNvPr id="7" name="Rectangle 15"/>
          <p:cNvSpPr>
            <a:spLocks noGrp="1" noChangeArrowheads="1"/>
          </p:cNvSpPr>
          <p:nvPr>
            <p:ph type="ftr" sz="quarter" idx="11"/>
          </p:nvPr>
        </p:nvSpPr>
        <p:spPr>
          <a:xfrm>
            <a:off x="4572000" y="6248400"/>
            <a:ext cx="3860800" cy="457200"/>
          </a:xfrm>
        </p:spPr>
        <p:txBody>
          <a:bodyPr/>
          <a:lstStyle>
            <a:lvl1pPr>
              <a:defRPr>
                <a:solidFill>
                  <a:schemeClr val="bg2"/>
                </a:solidFill>
              </a:defRPr>
            </a:lvl1pPr>
          </a:lstStyle>
          <a:p>
            <a:pPr>
              <a:defRPr/>
            </a:pPr>
            <a:r>
              <a:rPr lang="en-US"/>
              <a:t>CS Agentic Development</a:t>
            </a:r>
          </a:p>
        </p:txBody>
      </p:sp>
      <p:sp>
        <p:nvSpPr>
          <p:cNvPr id="8" name="Rectangle 16"/>
          <p:cNvSpPr>
            <a:spLocks noGrp="1" noChangeArrowheads="1"/>
          </p:cNvSpPr>
          <p:nvPr>
            <p:ph type="sldNum" sz="quarter" idx="12"/>
          </p:nvPr>
        </p:nvSpPr>
        <p:spPr>
          <a:xfrm>
            <a:off x="9144000" y="6248400"/>
            <a:ext cx="2540000" cy="457200"/>
          </a:xfrm>
        </p:spPr>
        <p:txBody>
          <a:bodyPr/>
          <a:lstStyle>
            <a:lvl1pPr>
              <a:defRPr>
                <a:solidFill>
                  <a:schemeClr val="bg2"/>
                </a:solidFill>
              </a:defRPr>
            </a:lvl1pPr>
          </a:lstStyle>
          <a:p>
            <a:pPr>
              <a:defRPr/>
            </a:pPr>
            <a:fld id="{45E685A3-5A44-F34A-9DD6-E549D5259BBF}" type="slidenum">
              <a:rPr lang="en-US"/>
              <a:pPr>
                <a:defRPr/>
              </a:pPr>
              <a:t>‹#›</a:t>
            </a:fld>
            <a:endParaRPr lang="en-US"/>
          </a:p>
        </p:txBody>
      </p:sp>
    </p:spTree>
    <p:extLst>
      <p:ext uri="{BB962C8B-B14F-4D97-AF65-F5344CB8AC3E}">
        <p14:creationId xmlns:p14="http://schemas.microsoft.com/office/powerpoint/2010/main" val="3611040369"/>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2"/>
          <p:cNvSpPr>
            <a:spLocks noGrp="1" noChangeArrowheads="1"/>
          </p:cNvSpPr>
          <p:nvPr>
            <p:ph type="ftr" sz="quarter" idx="10"/>
          </p:nvPr>
        </p:nvSpPr>
        <p:spPr>
          <a:ln/>
        </p:spPr>
        <p:txBody>
          <a:bodyPr/>
          <a:lstStyle>
            <a:lvl1pPr>
              <a:defRPr/>
            </a:lvl1pPr>
          </a:lstStyle>
          <a:p>
            <a:pPr>
              <a:defRPr/>
            </a:pPr>
            <a:r>
              <a:rPr lang="en-US"/>
              <a:t>CS Agentic Development</a:t>
            </a:r>
          </a:p>
        </p:txBody>
      </p:sp>
      <p:sp>
        <p:nvSpPr>
          <p:cNvPr id="5" name="Rectangle 13"/>
          <p:cNvSpPr>
            <a:spLocks noGrp="1" noChangeArrowheads="1"/>
          </p:cNvSpPr>
          <p:nvPr>
            <p:ph type="sldNum" sz="quarter" idx="11"/>
          </p:nvPr>
        </p:nvSpPr>
        <p:spPr>
          <a:ln/>
        </p:spPr>
        <p:txBody>
          <a:bodyPr/>
          <a:lstStyle>
            <a:lvl1pPr>
              <a:defRPr/>
            </a:lvl1pPr>
          </a:lstStyle>
          <a:p>
            <a:pPr>
              <a:defRPr/>
            </a:pPr>
            <a:fld id="{C22399C2-1ADD-1549-9753-CEA7C1EED1B8}" type="slidenum">
              <a:rPr lang="en-US"/>
              <a:pPr>
                <a:defRPr/>
              </a:pPr>
              <a:t>‹#›</a:t>
            </a:fld>
            <a:endParaRPr lang="en-US"/>
          </a:p>
        </p:txBody>
      </p:sp>
    </p:spTree>
    <p:extLst>
      <p:ext uri="{BB962C8B-B14F-4D97-AF65-F5344CB8AC3E}">
        <p14:creationId xmlns:p14="http://schemas.microsoft.com/office/powerpoint/2010/main" val="2223758344"/>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12"/>
          <p:cNvSpPr>
            <a:spLocks noGrp="1" noChangeArrowheads="1"/>
          </p:cNvSpPr>
          <p:nvPr>
            <p:ph type="ftr" sz="quarter" idx="10"/>
          </p:nvPr>
        </p:nvSpPr>
        <p:spPr>
          <a:ln/>
        </p:spPr>
        <p:txBody>
          <a:bodyPr/>
          <a:lstStyle>
            <a:lvl1pPr>
              <a:defRPr/>
            </a:lvl1pPr>
          </a:lstStyle>
          <a:p>
            <a:pPr>
              <a:defRPr/>
            </a:pPr>
            <a:r>
              <a:rPr lang="en-US"/>
              <a:t>CS Agentic Development</a:t>
            </a:r>
          </a:p>
        </p:txBody>
      </p:sp>
      <p:sp>
        <p:nvSpPr>
          <p:cNvPr id="5" name="Rectangle 13"/>
          <p:cNvSpPr>
            <a:spLocks noGrp="1" noChangeArrowheads="1"/>
          </p:cNvSpPr>
          <p:nvPr>
            <p:ph type="sldNum" sz="quarter" idx="11"/>
          </p:nvPr>
        </p:nvSpPr>
        <p:spPr>
          <a:ln/>
        </p:spPr>
        <p:txBody>
          <a:bodyPr/>
          <a:lstStyle>
            <a:lvl1pPr>
              <a:defRPr/>
            </a:lvl1pPr>
          </a:lstStyle>
          <a:p>
            <a:pPr>
              <a:defRPr/>
            </a:pPr>
            <a:fld id="{50848EDB-E059-EE4C-BEE4-92ACBFC1ACEA}" type="slidenum">
              <a:rPr lang="en-US"/>
              <a:pPr>
                <a:defRPr/>
              </a:pPr>
              <a:t>‹#›</a:t>
            </a:fld>
            <a:endParaRPr lang="en-US"/>
          </a:p>
        </p:txBody>
      </p:sp>
    </p:spTree>
    <p:extLst>
      <p:ext uri="{BB962C8B-B14F-4D97-AF65-F5344CB8AC3E}">
        <p14:creationId xmlns:p14="http://schemas.microsoft.com/office/powerpoint/2010/main" val="4079404866"/>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914400" y="1524000"/>
            <a:ext cx="5334000" cy="4876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451600" y="1524000"/>
            <a:ext cx="5334000" cy="4876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12"/>
          <p:cNvSpPr>
            <a:spLocks noGrp="1" noChangeArrowheads="1"/>
          </p:cNvSpPr>
          <p:nvPr>
            <p:ph type="ftr" sz="quarter" idx="10"/>
          </p:nvPr>
        </p:nvSpPr>
        <p:spPr>
          <a:ln/>
        </p:spPr>
        <p:txBody>
          <a:bodyPr/>
          <a:lstStyle>
            <a:lvl1pPr>
              <a:defRPr/>
            </a:lvl1pPr>
          </a:lstStyle>
          <a:p>
            <a:pPr>
              <a:defRPr/>
            </a:pPr>
            <a:r>
              <a:rPr lang="en-US"/>
              <a:t>CS Agentic Development</a:t>
            </a:r>
          </a:p>
        </p:txBody>
      </p:sp>
      <p:sp>
        <p:nvSpPr>
          <p:cNvPr id="6" name="Rectangle 13"/>
          <p:cNvSpPr>
            <a:spLocks noGrp="1" noChangeArrowheads="1"/>
          </p:cNvSpPr>
          <p:nvPr>
            <p:ph type="sldNum" sz="quarter" idx="11"/>
          </p:nvPr>
        </p:nvSpPr>
        <p:spPr>
          <a:ln/>
        </p:spPr>
        <p:txBody>
          <a:bodyPr/>
          <a:lstStyle>
            <a:lvl1pPr>
              <a:defRPr/>
            </a:lvl1pPr>
          </a:lstStyle>
          <a:p>
            <a:pPr>
              <a:defRPr/>
            </a:pPr>
            <a:fld id="{1EE9051A-5116-C044-BC66-ED283B4D5A77}" type="slidenum">
              <a:rPr lang="en-US"/>
              <a:pPr>
                <a:defRPr/>
              </a:pPr>
              <a:t>‹#›</a:t>
            </a:fld>
            <a:endParaRPr lang="en-US"/>
          </a:p>
        </p:txBody>
      </p:sp>
    </p:spTree>
    <p:extLst>
      <p:ext uri="{BB962C8B-B14F-4D97-AF65-F5344CB8AC3E}">
        <p14:creationId xmlns:p14="http://schemas.microsoft.com/office/powerpoint/2010/main" val="3512637765"/>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12"/>
          <p:cNvSpPr>
            <a:spLocks noGrp="1" noChangeArrowheads="1"/>
          </p:cNvSpPr>
          <p:nvPr>
            <p:ph type="ftr" sz="quarter" idx="10"/>
          </p:nvPr>
        </p:nvSpPr>
        <p:spPr>
          <a:ln/>
        </p:spPr>
        <p:txBody>
          <a:bodyPr/>
          <a:lstStyle>
            <a:lvl1pPr>
              <a:defRPr/>
            </a:lvl1pPr>
          </a:lstStyle>
          <a:p>
            <a:pPr>
              <a:defRPr/>
            </a:pPr>
            <a:r>
              <a:rPr lang="en-US"/>
              <a:t>CS Agentic Development</a:t>
            </a:r>
          </a:p>
        </p:txBody>
      </p:sp>
      <p:sp>
        <p:nvSpPr>
          <p:cNvPr id="8" name="Rectangle 13"/>
          <p:cNvSpPr>
            <a:spLocks noGrp="1" noChangeArrowheads="1"/>
          </p:cNvSpPr>
          <p:nvPr>
            <p:ph type="sldNum" sz="quarter" idx="11"/>
          </p:nvPr>
        </p:nvSpPr>
        <p:spPr>
          <a:ln/>
        </p:spPr>
        <p:txBody>
          <a:bodyPr/>
          <a:lstStyle>
            <a:lvl1pPr>
              <a:defRPr/>
            </a:lvl1pPr>
          </a:lstStyle>
          <a:p>
            <a:pPr>
              <a:defRPr/>
            </a:pPr>
            <a:fld id="{2E73A91B-A097-8F43-A5C5-A8482E10CE6F}" type="slidenum">
              <a:rPr lang="en-US"/>
              <a:pPr>
                <a:defRPr/>
              </a:pPr>
              <a:t>‹#›</a:t>
            </a:fld>
            <a:endParaRPr lang="en-US"/>
          </a:p>
        </p:txBody>
      </p:sp>
    </p:spTree>
    <p:extLst>
      <p:ext uri="{BB962C8B-B14F-4D97-AF65-F5344CB8AC3E}">
        <p14:creationId xmlns:p14="http://schemas.microsoft.com/office/powerpoint/2010/main" val="647490599"/>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12"/>
          <p:cNvSpPr>
            <a:spLocks noGrp="1" noChangeArrowheads="1"/>
          </p:cNvSpPr>
          <p:nvPr>
            <p:ph type="ftr" sz="quarter" idx="10"/>
          </p:nvPr>
        </p:nvSpPr>
        <p:spPr>
          <a:ln/>
        </p:spPr>
        <p:txBody>
          <a:bodyPr/>
          <a:lstStyle>
            <a:lvl1pPr>
              <a:defRPr/>
            </a:lvl1pPr>
          </a:lstStyle>
          <a:p>
            <a:pPr>
              <a:defRPr/>
            </a:pPr>
            <a:r>
              <a:rPr lang="en-US"/>
              <a:t>CS Agentic Development</a:t>
            </a:r>
          </a:p>
        </p:txBody>
      </p:sp>
      <p:sp>
        <p:nvSpPr>
          <p:cNvPr id="4" name="Rectangle 13"/>
          <p:cNvSpPr>
            <a:spLocks noGrp="1" noChangeArrowheads="1"/>
          </p:cNvSpPr>
          <p:nvPr>
            <p:ph type="sldNum" sz="quarter" idx="11"/>
          </p:nvPr>
        </p:nvSpPr>
        <p:spPr>
          <a:ln/>
        </p:spPr>
        <p:txBody>
          <a:bodyPr/>
          <a:lstStyle>
            <a:lvl1pPr>
              <a:defRPr/>
            </a:lvl1pPr>
          </a:lstStyle>
          <a:p>
            <a:pPr>
              <a:defRPr/>
            </a:pPr>
            <a:fld id="{6E0AA622-F4CE-604D-A669-CD3D12FC535C}" type="slidenum">
              <a:rPr lang="en-US"/>
              <a:pPr>
                <a:defRPr/>
              </a:pPr>
              <a:t>‹#›</a:t>
            </a:fld>
            <a:endParaRPr lang="en-US"/>
          </a:p>
        </p:txBody>
      </p:sp>
    </p:spTree>
    <p:extLst>
      <p:ext uri="{BB962C8B-B14F-4D97-AF65-F5344CB8AC3E}">
        <p14:creationId xmlns:p14="http://schemas.microsoft.com/office/powerpoint/2010/main" val="878357314"/>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12"/>
          <p:cNvSpPr>
            <a:spLocks noGrp="1" noChangeArrowheads="1"/>
          </p:cNvSpPr>
          <p:nvPr>
            <p:ph type="ftr" sz="quarter" idx="10"/>
          </p:nvPr>
        </p:nvSpPr>
        <p:spPr>
          <a:ln/>
        </p:spPr>
        <p:txBody>
          <a:bodyPr/>
          <a:lstStyle>
            <a:lvl1pPr>
              <a:defRPr/>
            </a:lvl1pPr>
          </a:lstStyle>
          <a:p>
            <a:pPr>
              <a:defRPr/>
            </a:pPr>
            <a:r>
              <a:rPr lang="en-US"/>
              <a:t>CS Agentic Development</a:t>
            </a:r>
          </a:p>
        </p:txBody>
      </p:sp>
      <p:sp>
        <p:nvSpPr>
          <p:cNvPr id="3" name="Rectangle 13"/>
          <p:cNvSpPr>
            <a:spLocks noGrp="1" noChangeArrowheads="1"/>
          </p:cNvSpPr>
          <p:nvPr>
            <p:ph type="sldNum" sz="quarter" idx="11"/>
          </p:nvPr>
        </p:nvSpPr>
        <p:spPr>
          <a:ln/>
        </p:spPr>
        <p:txBody>
          <a:bodyPr/>
          <a:lstStyle>
            <a:lvl1pPr>
              <a:defRPr/>
            </a:lvl1pPr>
          </a:lstStyle>
          <a:p>
            <a:pPr>
              <a:defRPr/>
            </a:pPr>
            <a:fld id="{BA615124-8EB2-6E40-9E50-F98D2465DC75}" type="slidenum">
              <a:rPr lang="en-US"/>
              <a:pPr>
                <a:defRPr/>
              </a:pPr>
              <a:t>‹#›</a:t>
            </a:fld>
            <a:endParaRPr lang="en-US"/>
          </a:p>
        </p:txBody>
      </p:sp>
    </p:spTree>
    <p:extLst>
      <p:ext uri="{BB962C8B-B14F-4D97-AF65-F5344CB8AC3E}">
        <p14:creationId xmlns:p14="http://schemas.microsoft.com/office/powerpoint/2010/main" val="1797585349"/>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2"/>
          <p:cNvSpPr>
            <a:spLocks noGrp="1" noChangeArrowheads="1"/>
          </p:cNvSpPr>
          <p:nvPr>
            <p:ph type="ftr" sz="quarter" idx="10"/>
          </p:nvPr>
        </p:nvSpPr>
        <p:spPr>
          <a:ln/>
        </p:spPr>
        <p:txBody>
          <a:bodyPr/>
          <a:lstStyle>
            <a:lvl1pPr>
              <a:defRPr/>
            </a:lvl1pPr>
          </a:lstStyle>
          <a:p>
            <a:pPr>
              <a:defRPr/>
            </a:pPr>
            <a:r>
              <a:rPr lang="en-US"/>
              <a:t>CS Agentic Development</a:t>
            </a:r>
          </a:p>
        </p:txBody>
      </p:sp>
      <p:sp>
        <p:nvSpPr>
          <p:cNvPr id="6" name="Rectangle 13"/>
          <p:cNvSpPr>
            <a:spLocks noGrp="1" noChangeArrowheads="1"/>
          </p:cNvSpPr>
          <p:nvPr>
            <p:ph type="sldNum" sz="quarter" idx="11"/>
          </p:nvPr>
        </p:nvSpPr>
        <p:spPr>
          <a:ln/>
        </p:spPr>
        <p:txBody>
          <a:bodyPr/>
          <a:lstStyle>
            <a:lvl1pPr>
              <a:defRPr/>
            </a:lvl1pPr>
          </a:lstStyle>
          <a:p>
            <a:pPr>
              <a:defRPr/>
            </a:pPr>
            <a:fld id="{A44EE25D-892F-FA42-8251-4062CB60CA5E}" type="slidenum">
              <a:rPr lang="en-US"/>
              <a:pPr>
                <a:defRPr/>
              </a:pPr>
              <a:t>‹#›</a:t>
            </a:fld>
            <a:endParaRPr lang="en-US"/>
          </a:p>
        </p:txBody>
      </p:sp>
    </p:spTree>
    <p:extLst>
      <p:ext uri="{BB962C8B-B14F-4D97-AF65-F5344CB8AC3E}">
        <p14:creationId xmlns:p14="http://schemas.microsoft.com/office/powerpoint/2010/main" val="67454267"/>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2"/>
          <p:cNvSpPr>
            <a:spLocks noGrp="1" noChangeArrowheads="1"/>
          </p:cNvSpPr>
          <p:nvPr>
            <p:ph type="ftr" sz="quarter" idx="10"/>
          </p:nvPr>
        </p:nvSpPr>
        <p:spPr>
          <a:ln/>
        </p:spPr>
        <p:txBody>
          <a:bodyPr/>
          <a:lstStyle>
            <a:lvl1pPr>
              <a:defRPr/>
            </a:lvl1pPr>
          </a:lstStyle>
          <a:p>
            <a:pPr>
              <a:defRPr/>
            </a:pPr>
            <a:r>
              <a:rPr lang="en-US"/>
              <a:t>CS Agentic Development</a:t>
            </a:r>
          </a:p>
        </p:txBody>
      </p:sp>
      <p:sp>
        <p:nvSpPr>
          <p:cNvPr id="6" name="Rectangle 13"/>
          <p:cNvSpPr>
            <a:spLocks noGrp="1" noChangeArrowheads="1"/>
          </p:cNvSpPr>
          <p:nvPr>
            <p:ph type="sldNum" sz="quarter" idx="11"/>
          </p:nvPr>
        </p:nvSpPr>
        <p:spPr>
          <a:ln/>
        </p:spPr>
        <p:txBody>
          <a:bodyPr/>
          <a:lstStyle>
            <a:lvl1pPr>
              <a:defRPr/>
            </a:lvl1pPr>
          </a:lstStyle>
          <a:p>
            <a:pPr>
              <a:defRPr/>
            </a:pPr>
            <a:fld id="{2C56E9B7-6EE0-8D46-8C36-993F30F20EC8}" type="slidenum">
              <a:rPr lang="en-US"/>
              <a:pPr>
                <a:defRPr/>
              </a:pPr>
              <a:t>‹#›</a:t>
            </a:fld>
            <a:endParaRPr lang="en-US"/>
          </a:p>
        </p:txBody>
      </p:sp>
    </p:spTree>
    <p:extLst>
      <p:ext uri="{BB962C8B-B14F-4D97-AF65-F5344CB8AC3E}">
        <p14:creationId xmlns:p14="http://schemas.microsoft.com/office/powerpoint/2010/main" val="989039762"/>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2"/>
          <p:cNvSpPr>
            <a:spLocks noGrp="1" noChangeArrowheads="1"/>
          </p:cNvSpPr>
          <p:nvPr>
            <p:ph type="ftr" sz="quarter" idx="10"/>
          </p:nvPr>
        </p:nvSpPr>
        <p:spPr>
          <a:ln/>
        </p:spPr>
        <p:txBody>
          <a:bodyPr/>
          <a:lstStyle>
            <a:lvl1pPr>
              <a:defRPr/>
            </a:lvl1pPr>
          </a:lstStyle>
          <a:p>
            <a:pPr>
              <a:defRPr/>
            </a:pPr>
            <a:r>
              <a:rPr lang="en-US"/>
              <a:t>CS Agentic Development</a:t>
            </a:r>
          </a:p>
        </p:txBody>
      </p:sp>
      <p:sp>
        <p:nvSpPr>
          <p:cNvPr id="5" name="Rectangle 13"/>
          <p:cNvSpPr>
            <a:spLocks noGrp="1" noChangeArrowheads="1"/>
          </p:cNvSpPr>
          <p:nvPr>
            <p:ph type="sldNum" sz="quarter" idx="11"/>
          </p:nvPr>
        </p:nvSpPr>
        <p:spPr>
          <a:ln/>
        </p:spPr>
        <p:txBody>
          <a:bodyPr/>
          <a:lstStyle>
            <a:lvl1pPr>
              <a:defRPr/>
            </a:lvl1pPr>
          </a:lstStyle>
          <a:p>
            <a:pPr>
              <a:defRPr/>
            </a:pPr>
            <a:fld id="{0CB14967-302F-6E48-8678-32FDE0F3292B}" type="slidenum">
              <a:rPr lang="en-US"/>
              <a:pPr>
                <a:defRPr/>
              </a:pPr>
              <a:t>‹#›</a:t>
            </a:fld>
            <a:endParaRPr lang="en-US"/>
          </a:p>
        </p:txBody>
      </p:sp>
    </p:spTree>
    <p:extLst>
      <p:ext uri="{BB962C8B-B14F-4D97-AF65-F5344CB8AC3E}">
        <p14:creationId xmlns:p14="http://schemas.microsoft.com/office/powerpoint/2010/main" val="3306888255"/>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67800" y="0"/>
            <a:ext cx="2717800" cy="64008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914400" y="0"/>
            <a:ext cx="7950200" cy="6400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2"/>
          <p:cNvSpPr>
            <a:spLocks noGrp="1" noChangeArrowheads="1"/>
          </p:cNvSpPr>
          <p:nvPr>
            <p:ph type="ftr" sz="quarter" idx="10"/>
          </p:nvPr>
        </p:nvSpPr>
        <p:spPr>
          <a:ln/>
        </p:spPr>
        <p:txBody>
          <a:bodyPr/>
          <a:lstStyle>
            <a:lvl1pPr>
              <a:defRPr/>
            </a:lvl1pPr>
          </a:lstStyle>
          <a:p>
            <a:pPr>
              <a:defRPr/>
            </a:pPr>
            <a:r>
              <a:rPr lang="en-US"/>
              <a:t>CS Agentic Development</a:t>
            </a:r>
          </a:p>
        </p:txBody>
      </p:sp>
      <p:sp>
        <p:nvSpPr>
          <p:cNvPr id="5" name="Rectangle 13"/>
          <p:cNvSpPr>
            <a:spLocks noGrp="1" noChangeArrowheads="1"/>
          </p:cNvSpPr>
          <p:nvPr>
            <p:ph type="sldNum" sz="quarter" idx="11"/>
          </p:nvPr>
        </p:nvSpPr>
        <p:spPr>
          <a:ln/>
        </p:spPr>
        <p:txBody>
          <a:bodyPr/>
          <a:lstStyle>
            <a:lvl1pPr>
              <a:defRPr/>
            </a:lvl1pPr>
          </a:lstStyle>
          <a:p>
            <a:pPr>
              <a:defRPr/>
            </a:pPr>
            <a:fld id="{EBA15ABF-0168-ED43-8055-FDAC86F85D9F}" type="slidenum">
              <a:rPr lang="en-US"/>
              <a:pPr>
                <a:defRPr/>
              </a:pPr>
              <a:t>‹#›</a:t>
            </a:fld>
            <a:endParaRPr lang="en-US"/>
          </a:p>
        </p:txBody>
      </p:sp>
    </p:spTree>
    <p:extLst>
      <p:ext uri="{BB962C8B-B14F-4D97-AF65-F5344CB8AC3E}">
        <p14:creationId xmlns:p14="http://schemas.microsoft.com/office/powerpoint/2010/main" val="1942974883"/>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Content | Headline + Sub + Body | White">
    <p:bg>
      <p:bgRef idx="1">
        <a:schemeClr val="bg1"/>
      </p:bgRef>
    </p:bg>
    <p:spTree>
      <p:nvGrpSpPr>
        <p:cNvPr id="1" name=""/>
        <p:cNvGrpSpPr/>
        <p:nvPr/>
      </p:nvGrpSpPr>
      <p:grpSpPr>
        <a:xfrm>
          <a:off x="0" y="0"/>
          <a:ext cx="0" cy="0"/>
          <a:chOff x="0" y="0"/>
          <a:chExt cx="0" cy="0"/>
        </a:xfrm>
      </p:grpSpPr>
      <p:sp>
        <p:nvSpPr>
          <p:cNvPr id="2" name="Text Placeholder 2">
            <a:extLst>
              <a:ext uri="{FF2B5EF4-FFF2-40B4-BE49-F238E27FC236}">
                <a16:creationId xmlns:a16="http://schemas.microsoft.com/office/drawing/2014/main" id="{7E5225AB-9C68-48C0-B481-4F436A3B7308}"/>
              </a:ext>
            </a:extLst>
          </p:cNvPr>
          <p:cNvSpPr>
            <a:spLocks noGrp="1"/>
          </p:cNvSpPr>
          <p:nvPr>
            <p:ph type="body" idx="2" hasCustomPrompt="1"/>
          </p:nvPr>
        </p:nvSpPr>
        <p:spPr>
          <a:xfrm>
            <a:off x="609600" y="1166707"/>
            <a:ext cx="10972800" cy="411740"/>
          </a:xfrm>
          <a:prstGeom prst="rect">
            <a:avLst/>
          </a:prstGeom>
        </p:spPr>
        <p:txBody>
          <a:bodyPr anchor="t">
            <a:normAutofit/>
          </a:bodyPr>
          <a:lstStyle>
            <a:lvl1pPr marL="0" marR="0" indent="0" algn="l" defTabSz="609555" rtl="0" eaLnBrk="1" fontAlgn="auto" latinLnBrk="0" hangingPunct="1">
              <a:lnSpc>
                <a:spcPct val="100000"/>
              </a:lnSpc>
              <a:spcBef>
                <a:spcPct val="20000"/>
              </a:spcBef>
              <a:spcAft>
                <a:spcPts val="0"/>
              </a:spcAft>
              <a:buClr>
                <a:schemeClr val="accent1"/>
              </a:buClr>
              <a:buSzTx/>
              <a:buFont typeface="Arial" panose="020B0604020202020204" pitchFamily="34" charset="0"/>
              <a:buNone/>
              <a:tabLst/>
              <a:defRPr sz="1467" b="0" cap="all" spc="400" baseline="0">
                <a:solidFill>
                  <a:schemeClr val="accent1"/>
                </a:solidFill>
              </a:defRPr>
            </a:lvl1pPr>
            <a:lvl2pPr marL="609555" indent="0">
              <a:buNone/>
              <a:defRPr sz="2667" b="1"/>
            </a:lvl2pPr>
            <a:lvl3pPr marL="1219110" indent="0">
              <a:buNone/>
              <a:defRPr sz="2400" b="1"/>
            </a:lvl3pPr>
            <a:lvl4pPr marL="1828664" indent="0">
              <a:buNone/>
              <a:defRPr sz="2133" b="1"/>
            </a:lvl4pPr>
            <a:lvl5pPr marL="2438218" indent="0">
              <a:buNone/>
              <a:defRPr sz="2133" b="1"/>
            </a:lvl5pPr>
            <a:lvl6pPr marL="3047772" indent="0">
              <a:buNone/>
              <a:defRPr sz="2133" b="1"/>
            </a:lvl6pPr>
            <a:lvl7pPr marL="3657327" indent="0">
              <a:buNone/>
              <a:defRPr sz="2133" b="1"/>
            </a:lvl7pPr>
            <a:lvl8pPr marL="4266880" indent="0">
              <a:buNone/>
              <a:defRPr sz="2133" b="1"/>
            </a:lvl8pPr>
            <a:lvl9pPr marL="4876435" indent="0">
              <a:buNone/>
              <a:defRPr sz="2133" b="1"/>
            </a:lvl9pPr>
          </a:lstStyle>
          <a:p>
            <a:pPr marL="0" marR="0" lvl="0" indent="0" algn="l" defTabSz="609555" rtl="0" eaLnBrk="1" fontAlgn="auto" latinLnBrk="0" hangingPunct="1">
              <a:lnSpc>
                <a:spcPct val="100000"/>
              </a:lnSpc>
              <a:spcBef>
                <a:spcPct val="20000"/>
              </a:spcBef>
              <a:spcAft>
                <a:spcPts val="0"/>
              </a:spcAft>
              <a:buClr>
                <a:schemeClr val="accent1"/>
              </a:buClr>
              <a:buSzTx/>
              <a:buFont typeface="Arial" panose="020B0604020202020204" pitchFamily="34" charset="0"/>
              <a:buNone/>
              <a:tabLst/>
              <a:defRPr/>
            </a:pPr>
            <a:r>
              <a:rPr lang="en-US"/>
              <a:t>SUBHEAD HERE. ALL CAPS. TERRA COTTA. 11 PT.</a:t>
            </a:r>
          </a:p>
        </p:txBody>
      </p:sp>
      <p:sp>
        <p:nvSpPr>
          <p:cNvPr id="5" name="Title 4">
            <a:extLst>
              <a:ext uri="{FF2B5EF4-FFF2-40B4-BE49-F238E27FC236}">
                <a16:creationId xmlns:a16="http://schemas.microsoft.com/office/drawing/2014/main" id="{BAFBE7D4-FDCA-0F4E-B63D-291E8DDF9D8B}"/>
              </a:ext>
            </a:extLst>
          </p:cNvPr>
          <p:cNvSpPr>
            <a:spLocks noGrp="1"/>
          </p:cNvSpPr>
          <p:nvPr>
            <p:ph type="title" hasCustomPrompt="1"/>
          </p:nvPr>
        </p:nvSpPr>
        <p:spPr>
          <a:xfrm>
            <a:off x="609600" y="466827"/>
            <a:ext cx="10972800" cy="758500"/>
          </a:xfrm>
        </p:spPr>
        <p:txBody>
          <a:bodyPr/>
          <a:lstStyle>
            <a:lvl1pPr>
              <a:defRPr spc="400" baseline="0"/>
            </a:lvl1pPr>
          </a:lstStyle>
          <a:p>
            <a:r>
              <a:rPr lang="en-US"/>
              <a:t>TITLE HERE. ALL CAPS. BLACK. 24 PT.</a:t>
            </a:r>
          </a:p>
        </p:txBody>
      </p:sp>
      <p:sp>
        <p:nvSpPr>
          <p:cNvPr id="4" name="Content Placeholder 3">
            <a:extLst>
              <a:ext uri="{FF2B5EF4-FFF2-40B4-BE49-F238E27FC236}">
                <a16:creationId xmlns:a16="http://schemas.microsoft.com/office/drawing/2014/main" id="{7948355C-FA3B-4066-92A2-32029C5A1754}"/>
              </a:ext>
            </a:extLst>
          </p:cNvPr>
          <p:cNvSpPr>
            <a:spLocks noGrp="1"/>
          </p:cNvSpPr>
          <p:nvPr>
            <p:ph sz="half" idx="10" hasCustomPrompt="1"/>
          </p:nvPr>
        </p:nvSpPr>
        <p:spPr>
          <a:xfrm>
            <a:off x="609600" y="1682496"/>
            <a:ext cx="10972800" cy="4401760"/>
          </a:xfrm>
          <a:prstGeom prst="rect">
            <a:avLst/>
          </a:prstGeom>
        </p:spPr>
        <p:txBody>
          <a:bodyPr>
            <a:noAutofit/>
          </a:bodyPr>
          <a:lstStyle>
            <a:lvl1pPr marL="311143" indent="-300559">
              <a:buClr>
                <a:schemeClr val="accent1"/>
              </a:buClr>
              <a:buFont typeface="Arial" panose="020B0604020202020204" pitchFamily="34" charset="0"/>
              <a:buChar char="•"/>
              <a:tabLst/>
              <a:defRPr sz="2133" spc="0">
                <a:solidFill>
                  <a:schemeClr val="tx1"/>
                </a:solidFill>
              </a:defRPr>
            </a:lvl1pPr>
            <a:lvl2pPr marL="914377" indent="-300559">
              <a:buClr>
                <a:schemeClr val="accent1"/>
              </a:buClr>
              <a:buFont typeface="Arial" panose="020B0604020202020204" pitchFamily="34" charset="0"/>
              <a:buChar char="•"/>
              <a:tabLst/>
              <a:defRPr sz="1867" spc="0">
                <a:solidFill>
                  <a:schemeClr val="tx1"/>
                </a:solidFill>
              </a:defRPr>
            </a:lvl2pPr>
            <a:lvl3pPr marL="1523887" indent="-304776">
              <a:buClr>
                <a:schemeClr val="accent1"/>
              </a:buClr>
              <a:buFont typeface="Arial" panose="020B0604020202020204" pitchFamily="34" charset="0"/>
              <a:buChar char="•"/>
              <a:defRPr sz="1600" spc="0">
                <a:solidFill>
                  <a:schemeClr val="tx1"/>
                </a:solidFill>
              </a:defRPr>
            </a:lvl3pPr>
            <a:lvl4pPr>
              <a:defRPr sz="1600">
                <a:solidFill>
                  <a:srgbClr val="FFFFFF"/>
                </a:solidFill>
              </a:defRPr>
            </a:lvl4pPr>
            <a:lvl5pPr>
              <a:defRPr sz="1600">
                <a:solidFill>
                  <a:srgbClr val="FFFFFF"/>
                </a:solidFill>
              </a:defRPr>
            </a:lvl5pPr>
            <a:lvl6pPr>
              <a:defRPr sz="2133"/>
            </a:lvl6pPr>
            <a:lvl7pPr>
              <a:defRPr sz="2133"/>
            </a:lvl7pPr>
            <a:lvl8pPr>
              <a:defRPr sz="2133"/>
            </a:lvl8pPr>
            <a:lvl9pPr>
              <a:defRPr sz="2133"/>
            </a:lvl9pPr>
          </a:lstStyle>
          <a:p>
            <a:pPr lvl="0"/>
            <a:r>
              <a:rPr lang="en-US"/>
              <a:t>Click to edit master text styles</a:t>
            </a:r>
          </a:p>
          <a:p>
            <a:pPr lvl="1"/>
            <a:r>
              <a:rPr lang="en-US"/>
              <a:t>Second level</a:t>
            </a:r>
          </a:p>
          <a:p>
            <a:pPr lvl="2"/>
            <a:r>
              <a:rPr lang="en-US"/>
              <a:t>Third level</a:t>
            </a:r>
          </a:p>
        </p:txBody>
      </p:sp>
      <p:sp>
        <p:nvSpPr>
          <p:cNvPr id="3" name="Footer Placeholder 2">
            <a:extLst>
              <a:ext uri="{FF2B5EF4-FFF2-40B4-BE49-F238E27FC236}">
                <a16:creationId xmlns:a16="http://schemas.microsoft.com/office/drawing/2014/main" id="{A2FC8824-0868-4FA8-BAE4-101D6897D21C}"/>
              </a:ext>
            </a:extLst>
          </p:cNvPr>
          <p:cNvSpPr>
            <a:spLocks noGrp="1"/>
          </p:cNvSpPr>
          <p:nvPr>
            <p:ph type="ftr" sz="quarter" idx="11"/>
          </p:nvPr>
        </p:nvSpPr>
        <p:spPr/>
        <p:txBody>
          <a:bodyPr/>
          <a:lstStyle>
            <a:lvl1pPr>
              <a:defRPr spc="0"/>
            </a:lvl1pPr>
          </a:lstStyle>
          <a:p>
            <a:r>
              <a:rPr lang="en-US">
                <a:solidFill>
                  <a:srgbClr val="E4551F"/>
                </a:solidFill>
              </a:rPr>
              <a:t>CS Agentic Development</a:t>
            </a:r>
            <a:endParaRPr>
              <a:solidFill>
                <a:srgbClr val="E4551F"/>
              </a:solidFill>
            </a:endParaRPr>
          </a:p>
        </p:txBody>
      </p:sp>
      <p:sp>
        <p:nvSpPr>
          <p:cNvPr id="6" name="Slide Number Placeholder 5">
            <a:extLst>
              <a:ext uri="{FF2B5EF4-FFF2-40B4-BE49-F238E27FC236}">
                <a16:creationId xmlns:a16="http://schemas.microsoft.com/office/drawing/2014/main" id="{7CE6730C-B129-4981-BDF8-FCCAB3B25DA4}"/>
              </a:ext>
            </a:extLst>
          </p:cNvPr>
          <p:cNvSpPr>
            <a:spLocks noGrp="1"/>
          </p:cNvSpPr>
          <p:nvPr>
            <p:ph type="sldNum" sz="quarter" idx="12"/>
          </p:nvPr>
        </p:nvSpPr>
        <p:spPr/>
        <p:txBody>
          <a:bodyPr/>
          <a:lstStyle>
            <a:lvl1pPr>
              <a:defRPr spc="0"/>
            </a:lvl1pPr>
          </a:lstStyle>
          <a:p>
            <a:pPr algn="r"/>
            <a:fld id="{01517C5A-21C8-4A78-AA4B-D0D5DD5ADE52}" type="slidenum">
              <a:rPr smtClean="0">
                <a:solidFill>
                  <a:srgbClr val="000000"/>
                </a:solidFill>
              </a:rPr>
              <a:pPr algn="r"/>
              <a:t>‹#›</a:t>
            </a:fld>
            <a:endParaRPr>
              <a:solidFill>
                <a:srgbClr val="000000"/>
              </a:solidFill>
            </a:endParaRPr>
          </a:p>
        </p:txBody>
      </p:sp>
    </p:spTree>
    <p:extLst>
      <p:ext uri="{BB962C8B-B14F-4D97-AF65-F5344CB8AC3E}">
        <p14:creationId xmlns:p14="http://schemas.microsoft.com/office/powerpoint/2010/main" val="1457566938"/>
      </p:ext>
    </p:extLst>
  </p:cSld>
  <p:clrMapOvr>
    <a:overrideClrMapping bg1="lt1" tx1="dk1" bg2="lt2" tx2="dk2" accent1="accent1" accent2="accent2" accent3="accent3" accent4="accent4" accent5="accent5" accent6="accent6" hlink="hlink" folHlink="folHlink"/>
  </p:clrMapOvr>
  <p:transition>
    <p:wipe dir="r"/>
  </p:transition>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Content | Headline + Body | White">
    <p:bg>
      <p:bgRef idx="1001">
        <a:schemeClr val="bg1"/>
      </p:bgRef>
    </p:bg>
    <p:spTree>
      <p:nvGrpSpPr>
        <p:cNvPr id="1" name=""/>
        <p:cNvGrpSpPr/>
        <p:nvPr/>
      </p:nvGrpSpPr>
      <p:grpSpPr>
        <a:xfrm>
          <a:off x="0" y="0"/>
          <a:ext cx="0" cy="0"/>
          <a:chOff x="0" y="0"/>
          <a:chExt cx="0" cy="0"/>
        </a:xfrm>
      </p:grpSpPr>
      <p:sp>
        <p:nvSpPr>
          <p:cNvPr id="10" name="Content Placeholder 3">
            <a:extLst>
              <a:ext uri="{FF2B5EF4-FFF2-40B4-BE49-F238E27FC236}">
                <a16:creationId xmlns:a16="http://schemas.microsoft.com/office/drawing/2014/main" id="{BECF2EFB-1FFD-0640-A59A-CE7F22635474}"/>
              </a:ext>
            </a:extLst>
          </p:cNvPr>
          <p:cNvSpPr>
            <a:spLocks noGrp="1"/>
          </p:cNvSpPr>
          <p:nvPr>
            <p:ph sz="half" idx="2" hasCustomPrompt="1"/>
          </p:nvPr>
        </p:nvSpPr>
        <p:spPr>
          <a:xfrm>
            <a:off x="609600" y="1402077"/>
            <a:ext cx="10972800" cy="4708975"/>
          </a:xfrm>
          <a:prstGeom prst="rect">
            <a:avLst/>
          </a:prstGeom>
        </p:spPr>
        <p:txBody>
          <a:bodyPr>
            <a:noAutofit/>
          </a:bodyPr>
          <a:lstStyle>
            <a:lvl1pPr marL="311143" indent="-300559">
              <a:buClr>
                <a:schemeClr val="accent1"/>
              </a:buClr>
              <a:buFont typeface="Arial" panose="020B0604020202020204" pitchFamily="34" charset="0"/>
              <a:buChar char="•"/>
              <a:tabLst/>
              <a:defRPr sz="2133" spc="0">
                <a:solidFill>
                  <a:schemeClr val="tx1"/>
                </a:solidFill>
              </a:defRPr>
            </a:lvl1pPr>
            <a:lvl2pPr marL="914377" indent="-300559">
              <a:buClr>
                <a:schemeClr val="accent1"/>
              </a:buClr>
              <a:buFont typeface="Arial" panose="020B0604020202020204" pitchFamily="34" charset="0"/>
              <a:buChar char="•"/>
              <a:tabLst/>
              <a:defRPr sz="1867" spc="0">
                <a:solidFill>
                  <a:schemeClr val="tx1"/>
                </a:solidFill>
              </a:defRPr>
            </a:lvl2pPr>
            <a:lvl3pPr marL="1523887" indent="-304776">
              <a:buClr>
                <a:schemeClr val="accent1"/>
              </a:buClr>
              <a:buFont typeface="Arial" panose="020B0604020202020204" pitchFamily="34" charset="0"/>
              <a:buChar char="•"/>
              <a:defRPr sz="1600" spc="0">
                <a:solidFill>
                  <a:schemeClr val="tx1"/>
                </a:solidFill>
              </a:defRPr>
            </a:lvl3pPr>
            <a:lvl4pPr>
              <a:defRPr sz="1600">
                <a:solidFill>
                  <a:srgbClr val="FFFFFF"/>
                </a:solidFill>
              </a:defRPr>
            </a:lvl4pPr>
            <a:lvl5pPr>
              <a:defRPr sz="1600">
                <a:solidFill>
                  <a:srgbClr val="FFFFFF"/>
                </a:solidFill>
              </a:defRPr>
            </a:lvl5pPr>
            <a:lvl6pPr>
              <a:defRPr sz="2133"/>
            </a:lvl6pPr>
            <a:lvl7pPr>
              <a:defRPr sz="2133"/>
            </a:lvl7pPr>
            <a:lvl8pPr>
              <a:defRPr sz="2133"/>
            </a:lvl8pPr>
            <a:lvl9pPr>
              <a:defRPr sz="2133"/>
            </a:lvl9pPr>
          </a:lstStyle>
          <a:p>
            <a:pPr lvl="0"/>
            <a:r>
              <a:rPr lang="en-US"/>
              <a:t>Click to edit master text styles</a:t>
            </a:r>
          </a:p>
          <a:p>
            <a:pPr lvl="1"/>
            <a:r>
              <a:rPr lang="en-US"/>
              <a:t>Second level</a:t>
            </a:r>
          </a:p>
          <a:p>
            <a:pPr lvl="2"/>
            <a:r>
              <a:rPr lang="en-US"/>
              <a:t>Third level</a:t>
            </a:r>
          </a:p>
        </p:txBody>
      </p:sp>
      <p:sp>
        <p:nvSpPr>
          <p:cNvPr id="5" name="Title 4">
            <a:extLst>
              <a:ext uri="{FF2B5EF4-FFF2-40B4-BE49-F238E27FC236}">
                <a16:creationId xmlns:a16="http://schemas.microsoft.com/office/drawing/2014/main" id="{A539C789-234B-0041-B311-916160AEFC21}"/>
              </a:ext>
            </a:extLst>
          </p:cNvPr>
          <p:cNvSpPr>
            <a:spLocks noGrp="1"/>
          </p:cNvSpPr>
          <p:nvPr>
            <p:ph type="title" hasCustomPrompt="1"/>
          </p:nvPr>
        </p:nvSpPr>
        <p:spPr/>
        <p:txBody>
          <a:bodyPr/>
          <a:lstStyle>
            <a:lvl1pPr>
              <a:defRPr spc="400" baseline="0"/>
            </a:lvl1pPr>
          </a:lstStyle>
          <a:p>
            <a:r>
              <a:rPr lang="en-US"/>
              <a:t>TITLE HERE. ALL CAPS. BLACK. 24 PT.</a:t>
            </a:r>
          </a:p>
        </p:txBody>
      </p:sp>
      <p:sp>
        <p:nvSpPr>
          <p:cNvPr id="2" name="Footer Placeholder 1">
            <a:extLst>
              <a:ext uri="{FF2B5EF4-FFF2-40B4-BE49-F238E27FC236}">
                <a16:creationId xmlns:a16="http://schemas.microsoft.com/office/drawing/2014/main" id="{99E5EA4B-59AD-415B-8D7A-5804883562D1}"/>
              </a:ext>
            </a:extLst>
          </p:cNvPr>
          <p:cNvSpPr>
            <a:spLocks noGrp="1"/>
          </p:cNvSpPr>
          <p:nvPr>
            <p:ph type="ftr" sz="quarter" idx="10"/>
          </p:nvPr>
        </p:nvSpPr>
        <p:spPr/>
        <p:txBody>
          <a:bodyPr/>
          <a:lstStyle>
            <a:lvl1pPr>
              <a:defRPr spc="0"/>
            </a:lvl1pPr>
          </a:lstStyle>
          <a:p>
            <a:r>
              <a:rPr lang="en-US">
                <a:solidFill>
                  <a:srgbClr val="E4551F"/>
                </a:solidFill>
              </a:rPr>
              <a:t>CS Agentic Development</a:t>
            </a:r>
            <a:endParaRPr>
              <a:solidFill>
                <a:srgbClr val="E4551F"/>
              </a:solidFill>
            </a:endParaRPr>
          </a:p>
        </p:txBody>
      </p:sp>
      <p:sp>
        <p:nvSpPr>
          <p:cNvPr id="3" name="Slide Number Placeholder 2">
            <a:extLst>
              <a:ext uri="{FF2B5EF4-FFF2-40B4-BE49-F238E27FC236}">
                <a16:creationId xmlns:a16="http://schemas.microsoft.com/office/drawing/2014/main" id="{A66F1E04-0B6C-4B81-9C54-243FC5DE3EB1}"/>
              </a:ext>
            </a:extLst>
          </p:cNvPr>
          <p:cNvSpPr>
            <a:spLocks noGrp="1"/>
          </p:cNvSpPr>
          <p:nvPr>
            <p:ph type="sldNum" sz="quarter" idx="11"/>
          </p:nvPr>
        </p:nvSpPr>
        <p:spPr/>
        <p:txBody>
          <a:bodyPr/>
          <a:lstStyle>
            <a:lvl1pPr>
              <a:defRPr spc="0"/>
            </a:lvl1pPr>
          </a:lstStyle>
          <a:p>
            <a:pPr algn="r"/>
            <a:fld id="{01517C5A-21C8-4A78-AA4B-D0D5DD5ADE52}" type="slidenum">
              <a:rPr smtClean="0">
                <a:solidFill>
                  <a:srgbClr val="000000"/>
                </a:solidFill>
              </a:rPr>
              <a:pPr algn="r"/>
              <a:t>‹#›</a:t>
            </a:fld>
            <a:endParaRPr>
              <a:solidFill>
                <a:srgbClr val="000000"/>
              </a:solidFill>
            </a:endParaRPr>
          </a:p>
        </p:txBody>
      </p:sp>
    </p:spTree>
    <p:extLst>
      <p:ext uri="{BB962C8B-B14F-4D97-AF65-F5344CB8AC3E}">
        <p14:creationId xmlns:p14="http://schemas.microsoft.com/office/powerpoint/2010/main" val="1885277984"/>
      </p:ext>
    </p:extLst>
  </p:cSld>
  <p:clrMapOvr>
    <a:overrideClrMapping bg1="lt1" tx1="dk1" bg2="lt2" tx2="dk2" accent1="accent1" accent2="accent2" accent3="accent3" accent4="accent4" accent5="accent5" accent6="accent6" hlink="hlink" folHlink="folHlink"/>
  </p:clrMapOvr>
  <p:transition>
    <p:wipe dir="r"/>
  </p:transition>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Content | Headline + Sub | White">
    <p:bg>
      <p:bgRef idx="1001">
        <a:schemeClr val="bg1"/>
      </p:bgRef>
    </p:bg>
    <p:spTree>
      <p:nvGrpSpPr>
        <p:cNvPr id="1" name=""/>
        <p:cNvGrpSpPr/>
        <p:nvPr/>
      </p:nvGrpSpPr>
      <p:grpSpPr>
        <a:xfrm>
          <a:off x="0" y="0"/>
          <a:ext cx="0" cy="0"/>
          <a:chOff x="0" y="0"/>
          <a:chExt cx="0" cy="0"/>
        </a:xfrm>
      </p:grpSpPr>
      <p:sp>
        <p:nvSpPr>
          <p:cNvPr id="5" name="Text Placeholder 2">
            <a:extLst>
              <a:ext uri="{FF2B5EF4-FFF2-40B4-BE49-F238E27FC236}">
                <a16:creationId xmlns:a16="http://schemas.microsoft.com/office/drawing/2014/main" id="{D387E6DC-BC84-4C86-A9DE-0160AC1C9D99}"/>
              </a:ext>
            </a:extLst>
          </p:cNvPr>
          <p:cNvSpPr>
            <a:spLocks noGrp="1"/>
          </p:cNvSpPr>
          <p:nvPr>
            <p:ph type="body" idx="1" hasCustomPrompt="1"/>
          </p:nvPr>
        </p:nvSpPr>
        <p:spPr>
          <a:xfrm>
            <a:off x="609600" y="1166707"/>
            <a:ext cx="10972800" cy="411740"/>
          </a:xfrm>
          <a:prstGeom prst="rect">
            <a:avLst/>
          </a:prstGeom>
        </p:spPr>
        <p:txBody>
          <a:bodyPr anchor="t">
            <a:normAutofit/>
          </a:bodyPr>
          <a:lstStyle>
            <a:lvl1pPr marL="0" marR="0" indent="0" algn="l" defTabSz="609555" rtl="0" eaLnBrk="1" fontAlgn="auto" latinLnBrk="0" hangingPunct="1">
              <a:lnSpc>
                <a:spcPct val="100000"/>
              </a:lnSpc>
              <a:spcBef>
                <a:spcPct val="20000"/>
              </a:spcBef>
              <a:spcAft>
                <a:spcPts val="0"/>
              </a:spcAft>
              <a:buClr>
                <a:schemeClr val="accent1"/>
              </a:buClr>
              <a:buSzTx/>
              <a:buFont typeface="Arial" panose="020B0604020202020204" pitchFamily="34" charset="0"/>
              <a:buNone/>
              <a:tabLst/>
              <a:defRPr sz="1467" b="0" cap="all" spc="400" baseline="0">
                <a:solidFill>
                  <a:schemeClr val="accent1"/>
                </a:solidFill>
              </a:defRPr>
            </a:lvl1pPr>
            <a:lvl2pPr marL="609555" indent="0">
              <a:buNone/>
              <a:defRPr sz="2667" b="1"/>
            </a:lvl2pPr>
            <a:lvl3pPr marL="1219110" indent="0">
              <a:buNone/>
              <a:defRPr sz="2400" b="1"/>
            </a:lvl3pPr>
            <a:lvl4pPr marL="1828664" indent="0">
              <a:buNone/>
              <a:defRPr sz="2133" b="1"/>
            </a:lvl4pPr>
            <a:lvl5pPr marL="2438218" indent="0">
              <a:buNone/>
              <a:defRPr sz="2133" b="1"/>
            </a:lvl5pPr>
            <a:lvl6pPr marL="3047772" indent="0">
              <a:buNone/>
              <a:defRPr sz="2133" b="1"/>
            </a:lvl6pPr>
            <a:lvl7pPr marL="3657327" indent="0">
              <a:buNone/>
              <a:defRPr sz="2133" b="1"/>
            </a:lvl7pPr>
            <a:lvl8pPr marL="4266880" indent="0">
              <a:buNone/>
              <a:defRPr sz="2133" b="1"/>
            </a:lvl8pPr>
            <a:lvl9pPr marL="4876435" indent="0">
              <a:buNone/>
              <a:defRPr sz="2133" b="1"/>
            </a:lvl9pPr>
          </a:lstStyle>
          <a:p>
            <a:pPr marL="0" marR="0" lvl="0" indent="0" algn="l" defTabSz="609555" rtl="0" eaLnBrk="1" fontAlgn="auto" latinLnBrk="0" hangingPunct="1">
              <a:lnSpc>
                <a:spcPct val="100000"/>
              </a:lnSpc>
              <a:spcBef>
                <a:spcPct val="20000"/>
              </a:spcBef>
              <a:spcAft>
                <a:spcPts val="0"/>
              </a:spcAft>
              <a:buClr>
                <a:schemeClr val="accent1"/>
              </a:buClr>
              <a:buSzTx/>
              <a:buFont typeface="Arial" panose="020B0604020202020204" pitchFamily="34" charset="0"/>
              <a:buNone/>
              <a:tabLst/>
              <a:defRPr/>
            </a:pPr>
            <a:r>
              <a:rPr lang="en-US"/>
              <a:t>SUBHEAD HERE. ALL CAPS. TERRA COTTA. 11 PT.</a:t>
            </a:r>
          </a:p>
        </p:txBody>
      </p:sp>
      <p:sp>
        <p:nvSpPr>
          <p:cNvPr id="4" name="Title 3">
            <a:extLst>
              <a:ext uri="{FF2B5EF4-FFF2-40B4-BE49-F238E27FC236}">
                <a16:creationId xmlns:a16="http://schemas.microsoft.com/office/drawing/2014/main" id="{EE33CA67-2743-BE45-A4E6-B088ACBBAB8E}"/>
              </a:ext>
            </a:extLst>
          </p:cNvPr>
          <p:cNvSpPr>
            <a:spLocks noGrp="1"/>
          </p:cNvSpPr>
          <p:nvPr>
            <p:ph type="title" hasCustomPrompt="1"/>
          </p:nvPr>
        </p:nvSpPr>
        <p:spPr/>
        <p:txBody>
          <a:bodyPr/>
          <a:lstStyle>
            <a:lvl1pPr>
              <a:defRPr spc="400" baseline="0"/>
            </a:lvl1pPr>
          </a:lstStyle>
          <a:p>
            <a:r>
              <a:rPr lang="en-US"/>
              <a:t>TITLE HERE. ALL CAPS. Black. 24 PT.</a:t>
            </a:r>
          </a:p>
        </p:txBody>
      </p:sp>
      <p:sp>
        <p:nvSpPr>
          <p:cNvPr id="2" name="Footer Placeholder 1">
            <a:extLst>
              <a:ext uri="{FF2B5EF4-FFF2-40B4-BE49-F238E27FC236}">
                <a16:creationId xmlns:a16="http://schemas.microsoft.com/office/drawing/2014/main" id="{FDAD5D2E-A2AC-4899-90EB-41A4D9D5211C}"/>
              </a:ext>
            </a:extLst>
          </p:cNvPr>
          <p:cNvSpPr>
            <a:spLocks noGrp="1"/>
          </p:cNvSpPr>
          <p:nvPr>
            <p:ph type="ftr" sz="quarter" idx="10"/>
          </p:nvPr>
        </p:nvSpPr>
        <p:spPr/>
        <p:txBody>
          <a:bodyPr/>
          <a:lstStyle>
            <a:lvl1pPr>
              <a:defRPr spc="0"/>
            </a:lvl1pPr>
          </a:lstStyle>
          <a:p>
            <a:r>
              <a:rPr lang="en-US">
                <a:solidFill>
                  <a:srgbClr val="E4551F"/>
                </a:solidFill>
              </a:rPr>
              <a:t>CS Agentic Development</a:t>
            </a:r>
            <a:endParaRPr>
              <a:solidFill>
                <a:srgbClr val="E4551F"/>
              </a:solidFill>
            </a:endParaRPr>
          </a:p>
        </p:txBody>
      </p:sp>
      <p:sp>
        <p:nvSpPr>
          <p:cNvPr id="3" name="Slide Number Placeholder 2">
            <a:extLst>
              <a:ext uri="{FF2B5EF4-FFF2-40B4-BE49-F238E27FC236}">
                <a16:creationId xmlns:a16="http://schemas.microsoft.com/office/drawing/2014/main" id="{A43E2829-C632-4D45-94B3-B004173EEE88}"/>
              </a:ext>
            </a:extLst>
          </p:cNvPr>
          <p:cNvSpPr>
            <a:spLocks noGrp="1"/>
          </p:cNvSpPr>
          <p:nvPr>
            <p:ph type="sldNum" sz="quarter" idx="11"/>
          </p:nvPr>
        </p:nvSpPr>
        <p:spPr/>
        <p:txBody>
          <a:bodyPr/>
          <a:lstStyle>
            <a:lvl1pPr>
              <a:defRPr spc="0"/>
            </a:lvl1pPr>
          </a:lstStyle>
          <a:p>
            <a:pPr algn="r"/>
            <a:fld id="{01517C5A-21C8-4A78-AA4B-D0D5DD5ADE52}" type="slidenum">
              <a:rPr smtClean="0">
                <a:solidFill>
                  <a:srgbClr val="000000"/>
                </a:solidFill>
              </a:rPr>
              <a:pPr algn="r"/>
              <a:t>‹#›</a:t>
            </a:fld>
            <a:endParaRPr>
              <a:solidFill>
                <a:srgbClr val="000000"/>
              </a:solidFill>
            </a:endParaRPr>
          </a:p>
        </p:txBody>
      </p:sp>
    </p:spTree>
    <p:extLst>
      <p:ext uri="{BB962C8B-B14F-4D97-AF65-F5344CB8AC3E}">
        <p14:creationId xmlns:p14="http://schemas.microsoft.com/office/powerpoint/2010/main" val="713198419"/>
      </p:ext>
    </p:extLst>
  </p:cSld>
  <p:clrMapOvr>
    <a:overrideClrMapping bg1="lt1" tx1="dk1" bg2="lt2" tx2="dk2" accent1="accent1" accent2="accent2" accent3="accent3" accent4="accent4" accent5="accent5" accent6="accent6" hlink="hlink" folHlink="folHlink"/>
  </p:clrMapOvr>
  <p:transition>
    <p:wipe dir="r"/>
  </p:transition>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Content | Headline | White">
    <p:bg>
      <p:bgRef idx="1001">
        <a:schemeClr val="bg1"/>
      </p:bgRef>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7D42A82-65F5-9643-8C5E-E126C1F2FFB1}"/>
              </a:ext>
            </a:extLst>
          </p:cNvPr>
          <p:cNvSpPr>
            <a:spLocks noGrp="1"/>
          </p:cNvSpPr>
          <p:nvPr>
            <p:ph type="title" hasCustomPrompt="1"/>
          </p:nvPr>
        </p:nvSpPr>
        <p:spPr/>
        <p:txBody>
          <a:bodyPr/>
          <a:lstStyle>
            <a:lvl1pPr>
              <a:defRPr spc="400" baseline="0"/>
            </a:lvl1pPr>
          </a:lstStyle>
          <a:p>
            <a:r>
              <a:rPr lang="en-US"/>
              <a:t>TITLE HERE. ALL CAPS. Black. 24 PT.</a:t>
            </a:r>
          </a:p>
        </p:txBody>
      </p:sp>
      <p:sp>
        <p:nvSpPr>
          <p:cNvPr id="2" name="Footer Placeholder 1">
            <a:extLst>
              <a:ext uri="{FF2B5EF4-FFF2-40B4-BE49-F238E27FC236}">
                <a16:creationId xmlns:a16="http://schemas.microsoft.com/office/drawing/2014/main" id="{C385A6D3-BFB1-4C67-96C5-155EB52E9927}"/>
              </a:ext>
            </a:extLst>
          </p:cNvPr>
          <p:cNvSpPr>
            <a:spLocks noGrp="1"/>
          </p:cNvSpPr>
          <p:nvPr>
            <p:ph type="ftr" sz="quarter" idx="10"/>
          </p:nvPr>
        </p:nvSpPr>
        <p:spPr/>
        <p:txBody>
          <a:bodyPr/>
          <a:lstStyle>
            <a:lvl1pPr>
              <a:defRPr spc="0"/>
            </a:lvl1pPr>
          </a:lstStyle>
          <a:p>
            <a:r>
              <a:rPr lang="en-US">
                <a:solidFill>
                  <a:srgbClr val="E4551F"/>
                </a:solidFill>
              </a:rPr>
              <a:t>CS Agentic Development</a:t>
            </a:r>
            <a:endParaRPr>
              <a:solidFill>
                <a:srgbClr val="E4551F"/>
              </a:solidFill>
            </a:endParaRPr>
          </a:p>
        </p:txBody>
      </p:sp>
      <p:sp>
        <p:nvSpPr>
          <p:cNvPr id="3" name="Slide Number Placeholder 2">
            <a:extLst>
              <a:ext uri="{FF2B5EF4-FFF2-40B4-BE49-F238E27FC236}">
                <a16:creationId xmlns:a16="http://schemas.microsoft.com/office/drawing/2014/main" id="{834C15CF-47DB-495F-9FCC-9F29980C5D44}"/>
              </a:ext>
            </a:extLst>
          </p:cNvPr>
          <p:cNvSpPr>
            <a:spLocks noGrp="1"/>
          </p:cNvSpPr>
          <p:nvPr>
            <p:ph type="sldNum" sz="quarter" idx="11"/>
          </p:nvPr>
        </p:nvSpPr>
        <p:spPr/>
        <p:txBody>
          <a:bodyPr/>
          <a:lstStyle>
            <a:lvl1pPr>
              <a:defRPr spc="0"/>
            </a:lvl1pPr>
          </a:lstStyle>
          <a:p>
            <a:pPr algn="r"/>
            <a:fld id="{01517C5A-21C8-4A78-AA4B-D0D5DD5ADE52}" type="slidenum">
              <a:rPr smtClean="0">
                <a:solidFill>
                  <a:srgbClr val="000000"/>
                </a:solidFill>
              </a:rPr>
              <a:pPr algn="r"/>
              <a:t>‹#›</a:t>
            </a:fld>
            <a:endParaRPr>
              <a:solidFill>
                <a:srgbClr val="000000"/>
              </a:solidFill>
            </a:endParaRPr>
          </a:p>
        </p:txBody>
      </p:sp>
    </p:spTree>
    <p:extLst>
      <p:ext uri="{BB962C8B-B14F-4D97-AF65-F5344CB8AC3E}">
        <p14:creationId xmlns:p14="http://schemas.microsoft.com/office/powerpoint/2010/main" val="1228343549"/>
      </p:ext>
    </p:extLst>
  </p:cSld>
  <p:clrMapOvr>
    <a:overrideClrMapping bg1="lt1" tx1="dk1" bg2="lt2" tx2="dk2" accent1="accent1" accent2="accent2" accent3="accent3" accent4="accent4" accent5="accent5" accent6="accent6" hlink="hlink" folHlink="folHlink"/>
  </p:clrMapOvr>
  <p:transition>
    <p:wipe dir="r"/>
  </p:transition>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Content | 3 Collage + Sub | White ">
    <p:bg>
      <p:bgPr>
        <a:solidFill>
          <a:schemeClr val="bg1"/>
        </a:solidFill>
        <a:effectLst/>
      </p:bgPr>
    </p:bg>
    <p:spTree>
      <p:nvGrpSpPr>
        <p:cNvPr id="1" name=""/>
        <p:cNvGrpSpPr/>
        <p:nvPr/>
      </p:nvGrpSpPr>
      <p:grpSpPr>
        <a:xfrm>
          <a:off x="0" y="0"/>
          <a:ext cx="0" cy="0"/>
          <a:chOff x="0" y="0"/>
          <a:chExt cx="0" cy="0"/>
        </a:xfrm>
      </p:grpSpPr>
      <p:sp>
        <p:nvSpPr>
          <p:cNvPr id="7" name="Text Placeholder 2">
            <a:extLst>
              <a:ext uri="{FF2B5EF4-FFF2-40B4-BE49-F238E27FC236}">
                <a16:creationId xmlns:a16="http://schemas.microsoft.com/office/drawing/2014/main" id="{845A6B3B-BED3-47B7-ABC7-94D4715C5117}"/>
              </a:ext>
            </a:extLst>
          </p:cNvPr>
          <p:cNvSpPr>
            <a:spLocks noGrp="1"/>
          </p:cNvSpPr>
          <p:nvPr>
            <p:ph type="body" idx="1" hasCustomPrompt="1"/>
          </p:nvPr>
        </p:nvSpPr>
        <p:spPr>
          <a:xfrm>
            <a:off x="609600" y="1166707"/>
            <a:ext cx="10972800" cy="411740"/>
          </a:xfrm>
          <a:prstGeom prst="rect">
            <a:avLst/>
          </a:prstGeom>
        </p:spPr>
        <p:txBody>
          <a:bodyPr anchor="t">
            <a:normAutofit/>
          </a:bodyPr>
          <a:lstStyle>
            <a:lvl1pPr marL="0" marR="0" indent="0" algn="l" defTabSz="609555" rtl="0" eaLnBrk="1" fontAlgn="auto" latinLnBrk="0" hangingPunct="1">
              <a:lnSpc>
                <a:spcPct val="100000"/>
              </a:lnSpc>
              <a:spcBef>
                <a:spcPct val="20000"/>
              </a:spcBef>
              <a:spcAft>
                <a:spcPts val="0"/>
              </a:spcAft>
              <a:buClr>
                <a:schemeClr val="accent1"/>
              </a:buClr>
              <a:buSzTx/>
              <a:buFont typeface="Arial" panose="020B0604020202020204" pitchFamily="34" charset="0"/>
              <a:buNone/>
              <a:tabLst/>
              <a:defRPr sz="1467" b="0" cap="all" spc="400" baseline="0">
                <a:solidFill>
                  <a:schemeClr val="accent1"/>
                </a:solidFill>
              </a:defRPr>
            </a:lvl1pPr>
            <a:lvl2pPr marL="609555" indent="0">
              <a:buNone/>
              <a:defRPr sz="2667" b="1"/>
            </a:lvl2pPr>
            <a:lvl3pPr marL="1219110" indent="0">
              <a:buNone/>
              <a:defRPr sz="2400" b="1"/>
            </a:lvl3pPr>
            <a:lvl4pPr marL="1828664" indent="0">
              <a:buNone/>
              <a:defRPr sz="2133" b="1"/>
            </a:lvl4pPr>
            <a:lvl5pPr marL="2438218" indent="0">
              <a:buNone/>
              <a:defRPr sz="2133" b="1"/>
            </a:lvl5pPr>
            <a:lvl6pPr marL="3047772" indent="0">
              <a:buNone/>
              <a:defRPr sz="2133" b="1"/>
            </a:lvl6pPr>
            <a:lvl7pPr marL="3657327" indent="0">
              <a:buNone/>
              <a:defRPr sz="2133" b="1"/>
            </a:lvl7pPr>
            <a:lvl8pPr marL="4266880" indent="0">
              <a:buNone/>
              <a:defRPr sz="2133" b="1"/>
            </a:lvl8pPr>
            <a:lvl9pPr marL="4876435" indent="0">
              <a:buNone/>
              <a:defRPr sz="2133" b="1"/>
            </a:lvl9pPr>
          </a:lstStyle>
          <a:p>
            <a:pPr marL="0" marR="0" lvl="0" indent="0" algn="l" defTabSz="609555" rtl="0" eaLnBrk="1" fontAlgn="auto" latinLnBrk="0" hangingPunct="1">
              <a:lnSpc>
                <a:spcPct val="100000"/>
              </a:lnSpc>
              <a:spcBef>
                <a:spcPct val="20000"/>
              </a:spcBef>
              <a:spcAft>
                <a:spcPts val="0"/>
              </a:spcAft>
              <a:buClr>
                <a:schemeClr val="accent1"/>
              </a:buClr>
              <a:buSzTx/>
              <a:buFont typeface="Arial" panose="020B0604020202020204" pitchFamily="34" charset="0"/>
              <a:buNone/>
              <a:tabLst/>
              <a:defRPr/>
            </a:pPr>
            <a:r>
              <a:rPr lang="en-US"/>
              <a:t>SUBHEAD HERE. ALL CAPS. TERRA COTTA. 11 PT.</a:t>
            </a:r>
          </a:p>
        </p:txBody>
      </p:sp>
      <p:sp>
        <p:nvSpPr>
          <p:cNvPr id="4" name="Title 3">
            <a:extLst>
              <a:ext uri="{FF2B5EF4-FFF2-40B4-BE49-F238E27FC236}">
                <a16:creationId xmlns:a16="http://schemas.microsoft.com/office/drawing/2014/main" id="{1CAFF837-9556-424F-BF3B-DC25B3885715}"/>
              </a:ext>
            </a:extLst>
          </p:cNvPr>
          <p:cNvSpPr>
            <a:spLocks noGrp="1"/>
          </p:cNvSpPr>
          <p:nvPr>
            <p:ph type="title" hasCustomPrompt="1"/>
          </p:nvPr>
        </p:nvSpPr>
        <p:spPr/>
        <p:txBody>
          <a:bodyPr/>
          <a:lstStyle>
            <a:lvl1pPr>
              <a:defRPr spc="400" baseline="0"/>
            </a:lvl1pPr>
          </a:lstStyle>
          <a:p>
            <a:r>
              <a:rPr lang="en-US"/>
              <a:t>TITLE HERE. ALL CAPS. BLACK. 24 PT.</a:t>
            </a:r>
          </a:p>
        </p:txBody>
      </p:sp>
      <p:sp>
        <p:nvSpPr>
          <p:cNvPr id="2" name="Footer Placeholder 1">
            <a:extLst>
              <a:ext uri="{FF2B5EF4-FFF2-40B4-BE49-F238E27FC236}">
                <a16:creationId xmlns:a16="http://schemas.microsoft.com/office/drawing/2014/main" id="{F0F5C344-815E-4E6C-A632-35A2661C7C86}"/>
              </a:ext>
            </a:extLst>
          </p:cNvPr>
          <p:cNvSpPr>
            <a:spLocks noGrp="1"/>
          </p:cNvSpPr>
          <p:nvPr>
            <p:ph type="ftr" sz="quarter" idx="18"/>
          </p:nvPr>
        </p:nvSpPr>
        <p:spPr/>
        <p:txBody>
          <a:bodyPr/>
          <a:lstStyle>
            <a:lvl1pPr>
              <a:defRPr spc="0"/>
            </a:lvl1pPr>
          </a:lstStyle>
          <a:p>
            <a:r>
              <a:rPr lang="en-US">
                <a:solidFill>
                  <a:srgbClr val="E4551F"/>
                </a:solidFill>
              </a:rPr>
              <a:t>CS Agentic Development</a:t>
            </a:r>
            <a:endParaRPr>
              <a:solidFill>
                <a:srgbClr val="E4551F"/>
              </a:solidFill>
            </a:endParaRPr>
          </a:p>
        </p:txBody>
      </p:sp>
      <p:sp>
        <p:nvSpPr>
          <p:cNvPr id="9" name="Picture Placeholder 3">
            <a:extLst>
              <a:ext uri="{FF2B5EF4-FFF2-40B4-BE49-F238E27FC236}">
                <a16:creationId xmlns:a16="http://schemas.microsoft.com/office/drawing/2014/main" id="{EFF72F07-E416-4EC9-BFB1-4C53521819A2}"/>
              </a:ext>
            </a:extLst>
          </p:cNvPr>
          <p:cNvSpPr>
            <a:spLocks noGrp="1"/>
          </p:cNvSpPr>
          <p:nvPr>
            <p:ph type="pic" sz="quarter" idx="10" hasCustomPrompt="1"/>
          </p:nvPr>
        </p:nvSpPr>
        <p:spPr>
          <a:xfrm>
            <a:off x="0" y="1973737"/>
            <a:ext cx="4145280" cy="913107"/>
          </a:xfrm>
          <a:prstGeom prst="rect">
            <a:avLst/>
          </a:prstGeom>
          <a:ln>
            <a:solidFill>
              <a:schemeClr val="bg1"/>
            </a:solidFill>
          </a:ln>
        </p:spPr>
        <p:txBody>
          <a:bodyPr anchor="ctr"/>
          <a:lstStyle>
            <a:lvl1pPr marL="0" indent="0" algn="ctr">
              <a:buNone/>
              <a:defRPr spc="0"/>
            </a:lvl1pPr>
          </a:lstStyle>
          <a:p>
            <a:r>
              <a:rPr lang="en-US"/>
              <a:t>INSERT PHOTO HERE</a:t>
            </a:r>
          </a:p>
        </p:txBody>
      </p:sp>
      <p:sp>
        <p:nvSpPr>
          <p:cNvPr id="10" name="Picture Placeholder 3">
            <a:extLst>
              <a:ext uri="{FF2B5EF4-FFF2-40B4-BE49-F238E27FC236}">
                <a16:creationId xmlns:a16="http://schemas.microsoft.com/office/drawing/2014/main" id="{B604ED8E-155F-4A46-8432-A06E849BF6DE}"/>
              </a:ext>
            </a:extLst>
          </p:cNvPr>
          <p:cNvSpPr>
            <a:spLocks noGrp="1"/>
          </p:cNvSpPr>
          <p:nvPr>
            <p:ph type="pic" sz="quarter" idx="14" hasCustomPrompt="1"/>
          </p:nvPr>
        </p:nvSpPr>
        <p:spPr>
          <a:xfrm>
            <a:off x="4130412" y="1973736"/>
            <a:ext cx="8046720" cy="3717557"/>
          </a:xfrm>
          <a:prstGeom prst="rect">
            <a:avLst/>
          </a:prstGeom>
          <a:ln>
            <a:solidFill>
              <a:schemeClr val="bg1"/>
            </a:solidFill>
          </a:ln>
        </p:spPr>
        <p:txBody>
          <a:bodyPr anchor="ctr"/>
          <a:lstStyle>
            <a:lvl1pPr marL="0" indent="0" algn="ctr">
              <a:buNone/>
              <a:defRPr spc="0"/>
            </a:lvl1pPr>
          </a:lstStyle>
          <a:p>
            <a:r>
              <a:rPr lang="en-US"/>
              <a:t>INSERT PHOTO HERE</a:t>
            </a:r>
          </a:p>
        </p:txBody>
      </p:sp>
      <p:sp>
        <p:nvSpPr>
          <p:cNvPr id="11" name="Picture Placeholder 3">
            <a:extLst>
              <a:ext uri="{FF2B5EF4-FFF2-40B4-BE49-F238E27FC236}">
                <a16:creationId xmlns:a16="http://schemas.microsoft.com/office/drawing/2014/main" id="{B83E9807-3886-4F79-9EE8-B285427DC91C}"/>
              </a:ext>
            </a:extLst>
          </p:cNvPr>
          <p:cNvSpPr>
            <a:spLocks noGrp="1"/>
          </p:cNvSpPr>
          <p:nvPr>
            <p:ph type="pic" sz="quarter" idx="17" hasCustomPrompt="1"/>
          </p:nvPr>
        </p:nvSpPr>
        <p:spPr>
          <a:xfrm>
            <a:off x="0" y="2886845"/>
            <a:ext cx="4145280" cy="2804449"/>
          </a:xfrm>
          <a:prstGeom prst="rect">
            <a:avLst/>
          </a:prstGeom>
          <a:ln>
            <a:solidFill>
              <a:schemeClr val="bg1"/>
            </a:solidFill>
          </a:ln>
        </p:spPr>
        <p:txBody>
          <a:bodyPr anchor="ctr"/>
          <a:lstStyle>
            <a:lvl1pPr marL="0" indent="0" algn="ctr">
              <a:buNone/>
              <a:defRPr spc="0"/>
            </a:lvl1pPr>
          </a:lstStyle>
          <a:p>
            <a:r>
              <a:rPr lang="en-US"/>
              <a:t>INSERT PHOTO HERE</a:t>
            </a:r>
          </a:p>
        </p:txBody>
      </p:sp>
      <p:sp>
        <p:nvSpPr>
          <p:cNvPr id="3" name="Slide Number Placeholder 2">
            <a:extLst>
              <a:ext uri="{FF2B5EF4-FFF2-40B4-BE49-F238E27FC236}">
                <a16:creationId xmlns:a16="http://schemas.microsoft.com/office/drawing/2014/main" id="{EFEC55EE-56F3-4C86-AA4D-E940CBB8B9F7}"/>
              </a:ext>
            </a:extLst>
          </p:cNvPr>
          <p:cNvSpPr>
            <a:spLocks noGrp="1"/>
          </p:cNvSpPr>
          <p:nvPr>
            <p:ph type="sldNum" sz="quarter" idx="19"/>
          </p:nvPr>
        </p:nvSpPr>
        <p:spPr/>
        <p:txBody>
          <a:bodyPr/>
          <a:lstStyle>
            <a:lvl1pPr>
              <a:defRPr spc="0"/>
            </a:lvl1pPr>
          </a:lstStyle>
          <a:p>
            <a:pPr algn="r"/>
            <a:fld id="{01517C5A-21C8-4A78-AA4B-D0D5DD5ADE52}" type="slidenum">
              <a:rPr smtClean="0">
                <a:solidFill>
                  <a:srgbClr val="000000"/>
                </a:solidFill>
              </a:rPr>
              <a:pPr algn="r"/>
              <a:t>‹#›</a:t>
            </a:fld>
            <a:endParaRPr>
              <a:solidFill>
                <a:srgbClr val="000000"/>
              </a:solidFill>
            </a:endParaRPr>
          </a:p>
        </p:txBody>
      </p:sp>
    </p:spTree>
    <p:extLst>
      <p:ext uri="{BB962C8B-B14F-4D97-AF65-F5344CB8AC3E}">
        <p14:creationId xmlns:p14="http://schemas.microsoft.com/office/powerpoint/2010/main" val="2050087297"/>
      </p:ext>
    </p:extLst>
  </p:cSld>
  <p:clrMapOvr>
    <a:overrideClrMapping bg1="lt1" tx1="dk1" bg2="lt2" tx2="dk2" accent1="accent1" accent2="accent2" accent3="accent3" accent4="accent4" accent5="accent5" accent6="accent6" hlink="hlink" folHlink="folHlink"/>
  </p:clrMapOvr>
  <p:transition>
    <p:wipe dir="r"/>
  </p:transition>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Content | 3 Collage | White ">
    <p:bg>
      <p:bgPr>
        <a:solidFill>
          <a:schemeClr val="bg1"/>
        </a:soli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2A98B6A-953C-CB4D-B187-26021C9C7CD2}"/>
              </a:ext>
            </a:extLst>
          </p:cNvPr>
          <p:cNvSpPr>
            <a:spLocks noGrp="1"/>
          </p:cNvSpPr>
          <p:nvPr>
            <p:ph type="title" hasCustomPrompt="1"/>
          </p:nvPr>
        </p:nvSpPr>
        <p:spPr/>
        <p:txBody>
          <a:bodyPr/>
          <a:lstStyle>
            <a:lvl1pPr>
              <a:defRPr spc="400" baseline="0"/>
            </a:lvl1pPr>
          </a:lstStyle>
          <a:p>
            <a:r>
              <a:rPr lang="en-US"/>
              <a:t>TITLE HERE. ALL CAPS. BLACK. 24 PT.</a:t>
            </a:r>
          </a:p>
        </p:txBody>
      </p:sp>
      <p:sp>
        <p:nvSpPr>
          <p:cNvPr id="2" name="Footer Placeholder 1">
            <a:extLst>
              <a:ext uri="{FF2B5EF4-FFF2-40B4-BE49-F238E27FC236}">
                <a16:creationId xmlns:a16="http://schemas.microsoft.com/office/drawing/2014/main" id="{C595D5D8-5FFC-44B7-B3F9-A60157051E28}"/>
              </a:ext>
            </a:extLst>
          </p:cNvPr>
          <p:cNvSpPr>
            <a:spLocks noGrp="1"/>
          </p:cNvSpPr>
          <p:nvPr>
            <p:ph type="ftr" sz="quarter" idx="18"/>
          </p:nvPr>
        </p:nvSpPr>
        <p:spPr/>
        <p:txBody>
          <a:bodyPr/>
          <a:lstStyle>
            <a:lvl1pPr>
              <a:defRPr spc="0"/>
            </a:lvl1pPr>
          </a:lstStyle>
          <a:p>
            <a:r>
              <a:rPr lang="en-US">
                <a:solidFill>
                  <a:srgbClr val="E4551F"/>
                </a:solidFill>
              </a:rPr>
              <a:t>CS Agentic Development</a:t>
            </a:r>
            <a:endParaRPr>
              <a:solidFill>
                <a:srgbClr val="E4551F"/>
              </a:solidFill>
            </a:endParaRPr>
          </a:p>
        </p:txBody>
      </p:sp>
      <p:sp>
        <p:nvSpPr>
          <p:cNvPr id="8" name="Picture Placeholder 3">
            <a:extLst>
              <a:ext uri="{FF2B5EF4-FFF2-40B4-BE49-F238E27FC236}">
                <a16:creationId xmlns:a16="http://schemas.microsoft.com/office/drawing/2014/main" id="{B9372DE6-DCF8-476C-A783-0468C556516F}"/>
              </a:ext>
            </a:extLst>
          </p:cNvPr>
          <p:cNvSpPr>
            <a:spLocks noGrp="1"/>
          </p:cNvSpPr>
          <p:nvPr>
            <p:ph type="pic" sz="quarter" idx="10" hasCustomPrompt="1"/>
          </p:nvPr>
        </p:nvSpPr>
        <p:spPr>
          <a:xfrm>
            <a:off x="0" y="1552919"/>
            <a:ext cx="4145280" cy="1221812"/>
          </a:xfrm>
          <a:prstGeom prst="rect">
            <a:avLst/>
          </a:prstGeom>
          <a:ln>
            <a:solidFill>
              <a:schemeClr val="bg1"/>
            </a:solidFill>
          </a:ln>
        </p:spPr>
        <p:txBody>
          <a:bodyPr anchor="ctr"/>
          <a:lstStyle>
            <a:lvl1pPr marL="0" indent="0" algn="ctr">
              <a:buNone/>
              <a:defRPr spc="0"/>
            </a:lvl1pPr>
          </a:lstStyle>
          <a:p>
            <a:r>
              <a:rPr lang="en-US"/>
              <a:t>INSERT PHOTO HERE</a:t>
            </a:r>
          </a:p>
        </p:txBody>
      </p:sp>
      <p:sp>
        <p:nvSpPr>
          <p:cNvPr id="9" name="Picture Placeholder 3">
            <a:extLst>
              <a:ext uri="{FF2B5EF4-FFF2-40B4-BE49-F238E27FC236}">
                <a16:creationId xmlns:a16="http://schemas.microsoft.com/office/drawing/2014/main" id="{A05D7251-2D12-4ED9-B64E-0883A8600CE4}"/>
              </a:ext>
            </a:extLst>
          </p:cNvPr>
          <p:cNvSpPr>
            <a:spLocks noGrp="1"/>
          </p:cNvSpPr>
          <p:nvPr>
            <p:ph type="pic" sz="quarter" idx="16" hasCustomPrompt="1"/>
          </p:nvPr>
        </p:nvSpPr>
        <p:spPr>
          <a:xfrm>
            <a:off x="4130412" y="1555531"/>
            <a:ext cx="8046720" cy="4081300"/>
          </a:xfrm>
          <a:prstGeom prst="rect">
            <a:avLst/>
          </a:prstGeom>
          <a:ln>
            <a:solidFill>
              <a:schemeClr val="bg1"/>
            </a:solidFill>
          </a:ln>
        </p:spPr>
        <p:txBody>
          <a:bodyPr anchor="ctr"/>
          <a:lstStyle>
            <a:lvl1pPr marL="0" indent="0" algn="ctr">
              <a:buNone/>
              <a:defRPr spc="0"/>
            </a:lvl1pPr>
          </a:lstStyle>
          <a:p>
            <a:r>
              <a:rPr lang="en-US"/>
              <a:t>INSERT PHOTO HERE</a:t>
            </a:r>
          </a:p>
        </p:txBody>
      </p:sp>
      <p:sp>
        <p:nvSpPr>
          <p:cNvPr id="10" name="Picture Placeholder 3">
            <a:extLst>
              <a:ext uri="{FF2B5EF4-FFF2-40B4-BE49-F238E27FC236}">
                <a16:creationId xmlns:a16="http://schemas.microsoft.com/office/drawing/2014/main" id="{A891B195-2B7F-4952-BE48-9C09438F1A3D}"/>
              </a:ext>
            </a:extLst>
          </p:cNvPr>
          <p:cNvSpPr>
            <a:spLocks noGrp="1"/>
          </p:cNvSpPr>
          <p:nvPr>
            <p:ph type="pic" sz="quarter" idx="17" hasCustomPrompt="1"/>
          </p:nvPr>
        </p:nvSpPr>
        <p:spPr>
          <a:xfrm>
            <a:off x="0" y="2774731"/>
            <a:ext cx="4145280" cy="2862100"/>
          </a:xfrm>
          <a:prstGeom prst="rect">
            <a:avLst/>
          </a:prstGeom>
          <a:ln>
            <a:solidFill>
              <a:schemeClr val="bg1"/>
            </a:solidFill>
          </a:ln>
        </p:spPr>
        <p:txBody>
          <a:bodyPr anchor="ctr"/>
          <a:lstStyle>
            <a:lvl1pPr marL="0" indent="0" algn="ctr">
              <a:buNone/>
              <a:defRPr spc="0"/>
            </a:lvl1pPr>
          </a:lstStyle>
          <a:p>
            <a:r>
              <a:rPr lang="en-US"/>
              <a:t>INSERT PHOTO HERE</a:t>
            </a:r>
          </a:p>
        </p:txBody>
      </p:sp>
      <p:sp>
        <p:nvSpPr>
          <p:cNvPr id="3" name="Slide Number Placeholder 2">
            <a:extLst>
              <a:ext uri="{FF2B5EF4-FFF2-40B4-BE49-F238E27FC236}">
                <a16:creationId xmlns:a16="http://schemas.microsoft.com/office/drawing/2014/main" id="{FD13834E-16A5-4F30-87AB-A27ECFD0766B}"/>
              </a:ext>
            </a:extLst>
          </p:cNvPr>
          <p:cNvSpPr>
            <a:spLocks noGrp="1"/>
          </p:cNvSpPr>
          <p:nvPr>
            <p:ph type="sldNum" sz="quarter" idx="19"/>
          </p:nvPr>
        </p:nvSpPr>
        <p:spPr/>
        <p:txBody>
          <a:bodyPr/>
          <a:lstStyle>
            <a:lvl1pPr>
              <a:defRPr spc="0"/>
            </a:lvl1pPr>
          </a:lstStyle>
          <a:p>
            <a:pPr algn="r"/>
            <a:fld id="{01517C5A-21C8-4A78-AA4B-D0D5DD5ADE52}" type="slidenum">
              <a:rPr smtClean="0">
                <a:solidFill>
                  <a:srgbClr val="000000"/>
                </a:solidFill>
              </a:rPr>
              <a:pPr algn="r"/>
              <a:t>‹#›</a:t>
            </a:fld>
            <a:endParaRPr>
              <a:solidFill>
                <a:srgbClr val="000000"/>
              </a:solidFill>
            </a:endParaRPr>
          </a:p>
        </p:txBody>
      </p:sp>
    </p:spTree>
    <p:extLst>
      <p:ext uri="{BB962C8B-B14F-4D97-AF65-F5344CB8AC3E}">
        <p14:creationId xmlns:p14="http://schemas.microsoft.com/office/powerpoint/2010/main" val="3250263054"/>
      </p:ext>
    </p:extLst>
  </p:cSld>
  <p:clrMapOvr>
    <a:overrideClrMapping bg1="lt1" tx1="dk1" bg2="lt2" tx2="dk2" accent1="accent1" accent2="accent2" accent3="accent3" accent4="accent4" accent5="accent5" accent6="accent6" hlink="hlink" folHlink="folHlink"/>
  </p:clrMapOvr>
  <p:transition>
    <p:wipe dir="r"/>
  </p:transition>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Content | Two Columns | White">
    <p:bg>
      <p:bgRef idx="1001">
        <a:schemeClr val="bg1"/>
      </p:bgRef>
    </p:bg>
    <p:spTree>
      <p:nvGrpSpPr>
        <p:cNvPr id="1" name=""/>
        <p:cNvGrpSpPr/>
        <p:nvPr/>
      </p:nvGrpSpPr>
      <p:grpSpPr>
        <a:xfrm>
          <a:off x="0" y="0"/>
          <a:ext cx="0" cy="0"/>
          <a:chOff x="0" y="0"/>
          <a:chExt cx="0" cy="0"/>
        </a:xfrm>
      </p:grpSpPr>
      <p:sp>
        <p:nvSpPr>
          <p:cNvPr id="11" name="Text Placeholder 2">
            <a:extLst>
              <a:ext uri="{FF2B5EF4-FFF2-40B4-BE49-F238E27FC236}">
                <a16:creationId xmlns:a16="http://schemas.microsoft.com/office/drawing/2014/main" id="{CDB3C81C-40F3-42DA-9512-9E80A45B2215}"/>
              </a:ext>
            </a:extLst>
          </p:cNvPr>
          <p:cNvSpPr>
            <a:spLocks noGrp="1"/>
          </p:cNvSpPr>
          <p:nvPr>
            <p:ph type="body" idx="1" hasCustomPrompt="1"/>
          </p:nvPr>
        </p:nvSpPr>
        <p:spPr>
          <a:xfrm>
            <a:off x="609600" y="1166707"/>
            <a:ext cx="10972800" cy="411740"/>
          </a:xfrm>
          <a:prstGeom prst="rect">
            <a:avLst/>
          </a:prstGeom>
        </p:spPr>
        <p:txBody>
          <a:bodyPr anchor="t">
            <a:normAutofit/>
          </a:bodyPr>
          <a:lstStyle>
            <a:lvl1pPr marL="0" marR="0" indent="0" algn="l" defTabSz="609555" rtl="0" eaLnBrk="1" fontAlgn="auto" latinLnBrk="0" hangingPunct="1">
              <a:lnSpc>
                <a:spcPct val="100000"/>
              </a:lnSpc>
              <a:spcBef>
                <a:spcPct val="20000"/>
              </a:spcBef>
              <a:spcAft>
                <a:spcPts val="0"/>
              </a:spcAft>
              <a:buClr>
                <a:schemeClr val="accent1"/>
              </a:buClr>
              <a:buSzTx/>
              <a:buFont typeface="Arial" panose="020B0604020202020204" pitchFamily="34" charset="0"/>
              <a:buNone/>
              <a:tabLst/>
              <a:defRPr sz="1467" b="0" cap="all" spc="400" baseline="0">
                <a:solidFill>
                  <a:schemeClr val="accent1"/>
                </a:solidFill>
              </a:defRPr>
            </a:lvl1pPr>
            <a:lvl2pPr marL="609555" indent="0">
              <a:buNone/>
              <a:defRPr sz="2667" b="1"/>
            </a:lvl2pPr>
            <a:lvl3pPr marL="1219110" indent="0">
              <a:buNone/>
              <a:defRPr sz="2400" b="1"/>
            </a:lvl3pPr>
            <a:lvl4pPr marL="1828664" indent="0">
              <a:buNone/>
              <a:defRPr sz="2133" b="1"/>
            </a:lvl4pPr>
            <a:lvl5pPr marL="2438218" indent="0">
              <a:buNone/>
              <a:defRPr sz="2133" b="1"/>
            </a:lvl5pPr>
            <a:lvl6pPr marL="3047772" indent="0">
              <a:buNone/>
              <a:defRPr sz="2133" b="1"/>
            </a:lvl6pPr>
            <a:lvl7pPr marL="3657327" indent="0">
              <a:buNone/>
              <a:defRPr sz="2133" b="1"/>
            </a:lvl7pPr>
            <a:lvl8pPr marL="4266880" indent="0">
              <a:buNone/>
              <a:defRPr sz="2133" b="1"/>
            </a:lvl8pPr>
            <a:lvl9pPr marL="4876435" indent="0">
              <a:buNone/>
              <a:defRPr sz="2133" b="1"/>
            </a:lvl9pPr>
          </a:lstStyle>
          <a:p>
            <a:pPr marL="0" marR="0" lvl="0" indent="0" algn="l" defTabSz="609555" rtl="0" eaLnBrk="1" fontAlgn="auto" latinLnBrk="0" hangingPunct="1">
              <a:lnSpc>
                <a:spcPct val="100000"/>
              </a:lnSpc>
              <a:spcBef>
                <a:spcPct val="20000"/>
              </a:spcBef>
              <a:spcAft>
                <a:spcPts val="0"/>
              </a:spcAft>
              <a:buClr>
                <a:schemeClr val="accent1"/>
              </a:buClr>
              <a:buSzTx/>
              <a:buFont typeface="Arial" panose="020B0604020202020204" pitchFamily="34" charset="0"/>
              <a:buNone/>
              <a:tabLst/>
              <a:defRPr/>
            </a:pPr>
            <a:r>
              <a:rPr lang="en-US"/>
              <a:t>SUBHEAD HERE. ALL CAPS. TERRA COTTA. 11 PT.</a:t>
            </a:r>
          </a:p>
        </p:txBody>
      </p:sp>
      <p:sp>
        <p:nvSpPr>
          <p:cNvPr id="3" name="Title 2">
            <a:extLst>
              <a:ext uri="{FF2B5EF4-FFF2-40B4-BE49-F238E27FC236}">
                <a16:creationId xmlns:a16="http://schemas.microsoft.com/office/drawing/2014/main" id="{670FBF85-F908-9543-AF8C-C05EF7A1286E}"/>
              </a:ext>
            </a:extLst>
          </p:cNvPr>
          <p:cNvSpPr>
            <a:spLocks noGrp="1"/>
          </p:cNvSpPr>
          <p:nvPr>
            <p:ph type="title" hasCustomPrompt="1"/>
          </p:nvPr>
        </p:nvSpPr>
        <p:spPr/>
        <p:txBody>
          <a:bodyPr/>
          <a:lstStyle>
            <a:lvl1pPr>
              <a:defRPr spc="400" baseline="0"/>
            </a:lvl1pPr>
          </a:lstStyle>
          <a:p>
            <a:r>
              <a:rPr lang="en-US"/>
              <a:t>TITLE HERE. ALL CAPS. BLACK. 24 PT.</a:t>
            </a:r>
          </a:p>
        </p:txBody>
      </p:sp>
      <p:sp>
        <p:nvSpPr>
          <p:cNvPr id="2" name="Footer Placeholder 1">
            <a:extLst>
              <a:ext uri="{FF2B5EF4-FFF2-40B4-BE49-F238E27FC236}">
                <a16:creationId xmlns:a16="http://schemas.microsoft.com/office/drawing/2014/main" id="{449D82DC-4516-4CFC-A86F-BFEA28FF5E60}"/>
              </a:ext>
            </a:extLst>
          </p:cNvPr>
          <p:cNvSpPr>
            <a:spLocks noGrp="1"/>
          </p:cNvSpPr>
          <p:nvPr>
            <p:ph type="ftr" sz="quarter" idx="10"/>
          </p:nvPr>
        </p:nvSpPr>
        <p:spPr/>
        <p:txBody>
          <a:bodyPr/>
          <a:lstStyle>
            <a:lvl1pPr>
              <a:defRPr spc="0"/>
            </a:lvl1pPr>
          </a:lstStyle>
          <a:p>
            <a:r>
              <a:rPr lang="en-US">
                <a:solidFill>
                  <a:srgbClr val="E4551F"/>
                </a:solidFill>
              </a:rPr>
              <a:t>CS Agentic Development</a:t>
            </a:r>
            <a:endParaRPr>
              <a:solidFill>
                <a:srgbClr val="E4551F"/>
              </a:solidFill>
            </a:endParaRPr>
          </a:p>
        </p:txBody>
      </p:sp>
      <p:sp>
        <p:nvSpPr>
          <p:cNvPr id="12" name="Content Placeholder 4">
            <a:extLst>
              <a:ext uri="{FF2B5EF4-FFF2-40B4-BE49-F238E27FC236}">
                <a16:creationId xmlns:a16="http://schemas.microsoft.com/office/drawing/2014/main" id="{4C5A4B9D-E5EB-4E0B-9B27-98BCC447BCEE}"/>
              </a:ext>
            </a:extLst>
          </p:cNvPr>
          <p:cNvSpPr>
            <a:spLocks noGrp="1"/>
          </p:cNvSpPr>
          <p:nvPr>
            <p:ph sz="quarter" idx="11"/>
          </p:nvPr>
        </p:nvSpPr>
        <p:spPr>
          <a:xfrm>
            <a:off x="609600" y="1753432"/>
            <a:ext cx="5386917" cy="4372672"/>
          </a:xfrm>
        </p:spPr>
        <p:txBody>
          <a:bodyPr/>
          <a:lstStyle>
            <a:lvl1pPr>
              <a:defRPr spc="0"/>
            </a:lvl1pPr>
            <a:lvl2pPr>
              <a:defRPr spc="0"/>
            </a:lvl2pPr>
            <a:lvl3pPr>
              <a:defRPr spc="0"/>
            </a:lvl3pPr>
            <a:lvl4pPr>
              <a:defRPr spc="0"/>
            </a:lvl4pPr>
            <a:lvl5pPr>
              <a:defRPr spc="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8">
            <a:extLst>
              <a:ext uri="{FF2B5EF4-FFF2-40B4-BE49-F238E27FC236}">
                <a16:creationId xmlns:a16="http://schemas.microsoft.com/office/drawing/2014/main" id="{F1C83059-51E5-4C78-98F2-FD7F352BC5B4}"/>
              </a:ext>
            </a:extLst>
          </p:cNvPr>
          <p:cNvSpPr>
            <a:spLocks noGrp="1"/>
          </p:cNvSpPr>
          <p:nvPr>
            <p:ph sz="quarter" idx="12"/>
          </p:nvPr>
        </p:nvSpPr>
        <p:spPr>
          <a:xfrm>
            <a:off x="6193367" y="1754661"/>
            <a:ext cx="5386917" cy="4363921"/>
          </a:xfrm>
        </p:spPr>
        <p:txBody>
          <a:bodyPr/>
          <a:lstStyle>
            <a:lvl1pPr>
              <a:defRPr spc="0"/>
            </a:lvl1pPr>
            <a:lvl2pPr>
              <a:defRPr spc="0"/>
            </a:lvl2pPr>
            <a:lvl3pPr>
              <a:defRPr spc="0"/>
            </a:lvl3pPr>
            <a:lvl4pPr>
              <a:defRPr spc="0"/>
            </a:lvl4pPr>
            <a:lvl5pPr>
              <a:defRPr spc="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3">
            <a:extLst>
              <a:ext uri="{FF2B5EF4-FFF2-40B4-BE49-F238E27FC236}">
                <a16:creationId xmlns:a16="http://schemas.microsoft.com/office/drawing/2014/main" id="{7DD22D29-83B6-4887-8B46-FACDF1A79E7A}"/>
              </a:ext>
            </a:extLst>
          </p:cNvPr>
          <p:cNvSpPr>
            <a:spLocks noGrp="1"/>
          </p:cNvSpPr>
          <p:nvPr>
            <p:ph type="sldNum" sz="quarter" idx="13"/>
          </p:nvPr>
        </p:nvSpPr>
        <p:spPr/>
        <p:txBody>
          <a:bodyPr/>
          <a:lstStyle>
            <a:lvl1pPr>
              <a:defRPr spc="0"/>
            </a:lvl1pPr>
          </a:lstStyle>
          <a:p>
            <a:pPr algn="r"/>
            <a:fld id="{01517C5A-21C8-4A78-AA4B-D0D5DD5ADE52}" type="slidenum">
              <a:rPr smtClean="0">
                <a:solidFill>
                  <a:srgbClr val="000000"/>
                </a:solidFill>
              </a:rPr>
              <a:pPr algn="r"/>
              <a:t>‹#›</a:t>
            </a:fld>
            <a:endParaRPr>
              <a:solidFill>
                <a:srgbClr val="000000"/>
              </a:solidFill>
            </a:endParaRPr>
          </a:p>
        </p:txBody>
      </p:sp>
    </p:spTree>
    <p:extLst>
      <p:ext uri="{BB962C8B-B14F-4D97-AF65-F5344CB8AC3E}">
        <p14:creationId xmlns:p14="http://schemas.microsoft.com/office/powerpoint/2010/main" val="4291559524"/>
      </p:ext>
    </p:extLst>
  </p:cSld>
  <p:clrMapOvr>
    <a:overrideClrMapping bg1="lt1" tx1="dk1" bg2="lt2" tx2="dk2" accent1="accent1" accent2="accent2" accent3="accent3" accent4="accent4" accent5="accent5" accent6="accent6" hlink="hlink" folHlink="folHlink"/>
  </p:clrMapOvr>
  <p:transition>
    <p:wipe dir="r"/>
  </p:transition>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Content | Three Columns | White">
    <p:bg>
      <p:bgRef idx="1001">
        <a:schemeClr val="bg1"/>
      </p:bgRef>
    </p:bg>
    <p:spTree>
      <p:nvGrpSpPr>
        <p:cNvPr id="1" name=""/>
        <p:cNvGrpSpPr/>
        <p:nvPr/>
      </p:nvGrpSpPr>
      <p:grpSpPr>
        <a:xfrm>
          <a:off x="0" y="0"/>
          <a:ext cx="0" cy="0"/>
          <a:chOff x="0" y="0"/>
          <a:chExt cx="0" cy="0"/>
        </a:xfrm>
      </p:grpSpPr>
      <p:sp>
        <p:nvSpPr>
          <p:cNvPr id="7" name="Text Placeholder 2">
            <a:extLst>
              <a:ext uri="{FF2B5EF4-FFF2-40B4-BE49-F238E27FC236}">
                <a16:creationId xmlns:a16="http://schemas.microsoft.com/office/drawing/2014/main" id="{6958B17C-FE6E-4F59-A161-671D59ABF973}"/>
              </a:ext>
            </a:extLst>
          </p:cNvPr>
          <p:cNvSpPr>
            <a:spLocks noGrp="1"/>
          </p:cNvSpPr>
          <p:nvPr>
            <p:ph type="body" idx="13" hasCustomPrompt="1"/>
          </p:nvPr>
        </p:nvSpPr>
        <p:spPr>
          <a:xfrm>
            <a:off x="609600" y="1166707"/>
            <a:ext cx="10972800" cy="411740"/>
          </a:xfrm>
          <a:prstGeom prst="rect">
            <a:avLst/>
          </a:prstGeom>
        </p:spPr>
        <p:txBody>
          <a:bodyPr anchor="t">
            <a:normAutofit/>
          </a:bodyPr>
          <a:lstStyle>
            <a:lvl1pPr marL="0" marR="0" indent="0" algn="l" defTabSz="609555" rtl="0" eaLnBrk="1" fontAlgn="auto" latinLnBrk="0" hangingPunct="1">
              <a:lnSpc>
                <a:spcPct val="100000"/>
              </a:lnSpc>
              <a:spcBef>
                <a:spcPct val="20000"/>
              </a:spcBef>
              <a:spcAft>
                <a:spcPts val="0"/>
              </a:spcAft>
              <a:buClr>
                <a:schemeClr val="accent1"/>
              </a:buClr>
              <a:buSzTx/>
              <a:buFont typeface="Arial" panose="020B0604020202020204" pitchFamily="34" charset="0"/>
              <a:buNone/>
              <a:tabLst/>
              <a:defRPr sz="1467" b="0" cap="all" spc="400" baseline="0">
                <a:solidFill>
                  <a:schemeClr val="accent1"/>
                </a:solidFill>
              </a:defRPr>
            </a:lvl1pPr>
            <a:lvl2pPr marL="609555" indent="0">
              <a:buNone/>
              <a:defRPr sz="2667" b="1"/>
            </a:lvl2pPr>
            <a:lvl3pPr marL="1219110" indent="0">
              <a:buNone/>
              <a:defRPr sz="2400" b="1"/>
            </a:lvl3pPr>
            <a:lvl4pPr marL="1828664" indent="0">
              <a:buNone/>
              <a:defRPr sz="2133" b="1"/>
            </a:lvl4pPr>
            <a:lvl5pPr marL="2438218" indent="0">
              <a:buNone/>
              <a:defRPr sz="2133" b="1"/>
            </a:lvl5pPr>
            <a:lvl6pPr marL="3047772" indent="0">
              <a:buNone/>
              <a:defRPr sz="2133" b="1"/>
            </a:lvl6pPr>
            <a:lvl7pPr marL="3657327" indent="0">
              <a:buNone/>
              <a:defRPr sz="2133" b="1"/>
            </a:lvl7pPr>
            <a:lvl8pPr marL="4266880" indent="0">
              <a:buNone/>
              <a:defRPr sz="2133" b="1"/>
            </a:lvl8pPr>
            <a:lvl9pPr marL="4876435" indent="0">
              <a:buNone/>
              <a:defRPr sz="2133" b="1"/>
            </a:lvl9pPr>
          </a:lstStyle>
          <a:p>
            <a:pPr marL="0" marR="0" lvl="0" indent="0" algn="l" defTabSz="609555" rtl="0" eaLnBrk="1" fontAlgn="auto" latinLnBrk="0" hangingPunct="1">
              <a:lnSpc>
                <a:spcPct val="100000"/>
              </a:lnSpc>
              <a:spcBef>
                <a:spcPct val="20000"/>
              </a:spcBef>
              <a:spcAft>
                <a:spcPts val="0"/>
              </a:spcAft>
              <a:buClr>
                <a:schemeClr val="accent1"/>
              </a:buClr>
              <a:buSzTx/>
              <a:buFont typeface="Arial" panose="020B0604020202020204" pitchFamily="34" charset="0"/>
              <a:buNone/>
              <a:tabLst/>
              <a:defRPr/>
            </a:pPr>
            <a:r>
              <a:rPr lang="en-US"/>
              <a:t>SUBHEAD HERE. ALL CAPS. TERRA COTTA. 11 PT.</a:t>
            </a:r>
          </a:p>
        </p:txBody>
      </p:sp>
      <p:sp>
        <p:nvSpPr>
          <p:cNvPr id="3" name="Title 2">
            <a:extLst>
              <a:ext uri="{FF2B5EF4-FFF2-40B4-BE49-F238E27FC236}">
                <a16:creationId xmlns:a16="http://schemas.microsoft.com/office/drawing/2014/main" id="{7F82CE58-32D5-3345-8D45-4B2911CEFF06}"/>
              </a:ext>
            </a:extLst>
          </p:cNvPr>
          <p:cNvSpPr>
            <a:spLocks noGrp="1"/>
          </p:cNvSpPr>
          <p:nvPr>
            <p:ph type="title" hasCustomPrompt="1"/>
          </p:nvPr>
        </p:nvSpPr>
        <p:spPr/>
        <p:txBody>
          <a:bodyPr/>
          <a:lstStyle>
            <a:lvl1pPr>
              <a:defRPr spc="400" baseline="0"/>
            </a:lvl1pPr>
          </a:lstStyle>
          <a:p>
            <a:r>
              <a:rPr lang="en-US"/>
              <a:t>TITLE HERE. ALL CAPS. BLACK. 24 PT.</a:t>
            </a:r>
          </a:p>
        </p:txBody>
      </p:sp>
      <p:sp>
        <p:nvSpPr>
          <p:cNvPr id="2" name="Footer Placeholder 1">
            <a:extLst>
              <a:ext uri="{FF2B5EF4-FFF2-40B4-BE49-F238E27FC236}">
                <a16:creationId xmlns:a16="http://schemas.microsoft.com/office/drawing/2014/main" id="{2CD36293-A803-4765-A0C6-F9722EFE8E97}"/>
              </a:ext>
            </a:extLst>
          </p:cNvPr>
          <p:cNvSpPr>
            <a:spLocks noGrp="1"/>
          </p:cNvSpPr>
          <p:nvPr>
            <p:ph type="ftr" sz="quarter" idx="14"/>
          </p:nvPr>
        </p:nvSpPr>
        <p:spPr/>
        <p:txBody>
          <a:bodyPr/>
          <a:lstStyle>
            <a:lvl1pPr>
              <a:defRPr spc="0"/>
            </a:lvl1pPr>
          </a:lstStyle>
          <a:p>
            <a:r>
              <a:rPr lang="en-US">
                <a:solidFill>
                  <a:srgbClr val="E4551F"/>
                </a:solidFill>
              </a:rPr>
              <a:t>CS Agentic Development</a:t>
            </a:r>
            <a:endParaRPr>
              <a:solidFill>
                <a:srgbClr val="E4551F"/>
              </a:solidFill>
            </a:endParaRPr>
          </a:p>
        </p:txBody>
      </p:sp>
      <p:sp>
        <p:nvSpPr>
          <p:cNvPr id="13" name="Content Placeholder 2"/>
          <p:cNvSpPr>
            <a:spLocks noGrp="1"/>
          </p:cNvSpPr>
          <p:nvPr>
            <p:ph sz="half" idx="1" hasCustomPrompt="1"/>
          </p:nvPr>
        </p:nvSpPr>
        <p:spPr>
          <a:xfrm>
            <a:off x="609600" y="1688176"/>
            <a:ext cx="3535680" cy="4407824"/>
          </a:xfrm>
        </p:spPr>
        <p:txBody>
          <a:bodyPr>
            <a:noAutofit/>
          </a:bodyPr>
          <a:lstStyle>
            <a:lvl1pPr>
              <a:buClr>
                <a:schemeClr val="accent1"/>
              </a:buClr>
              <a:defRPr sz="2133" spc="0"/>
            </a:lvl1pPr>
            <a:lvl2pPr>
              <a:buClr>
                <a:schemeClr val="accent1"/>
              </a:buClr>
              <a:defRPr sz="1867" spc="0"/>
            </a:lvl2pPr>
            <a:lvl3pPr>
              <a:buClr>
                <a:schemeClr val="accent1"/>
              </a:buClr>
              <a:defRPr sz="1600" spc="0"/>
            </a:lvl3pPr>
            <a:lvl4pPr marL="1828664" indent="0">
              <a:buClr>
                <a:schemeClr val="bg2"/>
              </a:buClr>
              <a:buNone/>
              <a:defRPr sz="1600"/>
            </a:lvl4pPr>
            <a:lvl5pPr>
              <a:buClr>
                <a:schemeClr val="bg2"/>
              </a:buClr>
              <a:defRPr sz="1600"/>
            </a:lvl5pPr>
            <a:lvl6pPr>
              <a:defRPr sz="2400"/>
            </a:lvl6pPr>
            <a:lvl7pPr>
              <a:defRPr sz="2400"/>
            </a:lvl7pPr>
            <a:lvl8pPr>
              <a:defRPr sz="2400"/>
            </a:lvl8pPr>
            <a:lvl9pPr>
              <a:defRPr sz="2400"/>
            </a:lvl9pPr>
          </a:lstStyle>
          <a:p>
            <a:pPr lvl="0"/>
            <a:r>
              <a:rPr lang="en-US"/>
              <a:t>Click to edit Master text styles</a:t>
            </a:r>
          </a:p>
          <a:p>
            <a:pPr lvl="1"/>
            <a:r>
              <a:rPr lang="en-US"/>
              <a:t>Second level</a:t>
            </a:r>
          </a:p>
          <a:p>
            <a:pPr lvl="2"/>
            <a:r>
              <a:rPr lang="en-US"/>
              <a:t>Third level</a:t>
            </a:r>
          </a:p>
        </p:txBody>
      </p:sp>
      <p:sp>
        <p:nvSpPr>
          <p:cNvPr id="14" name="Content Placeholder 3"/>
          <p:cNvSpPr>
            <a:spLocks noGrp="1"/>
          </p:cNvSpPr>
          <p:nvPr>
            <p:ph sz="half" idx="2" hasCustomPrompt="1"/>
          </p:nvPr>
        </p:nvSpPr>
        <p:spPr>
          <a:xfrm>
            <a:off x="8046720" y="1688176"/>
            <a:ext cx="3535680" cy="4407824"/>
          </a:xfrm>
        </p:spPr>
        <p:txBody>
          <a:bodyPr>
            <a:noAutofit/>
          </a:bodyPr>
          <a:lstStyle>
            <a:lvl1pPr>
              <a:buClr>
                <a:schemeClr val="accent1"/>
              </a:buClr>
              <a:defRPr sz="2133" spc="0"/>
            </a:lvl1pPr>
            <a:lvl2pPr>
              <a:buClr>
                <a:schemeClr val="accent1"/>
              </a:buClr>
              <a:defRPr sz="1867" spc="0"/>
            </a:lvl2pPr>
            <a:lvl3pPr>
              <a:buClr>
                <a:schemeClr val="accent1"/>
              </a:buClr>
              <a:defRPr sz="1600" spc="0"/>
            </a:lvl3pPr>
            <a:lvl4pPr>
              <a:buClr>
                <a:schemeClr val="bg2"/>
              </a:buClr>
              <a:defRPr sz="1600"/>
            </a:lvl4pPr>
            <a:lvl5pPr>
              <a:buClr>
                <a:schemeClr val="bg2"/>
              </a:buClr>
              <a:defRPr sz="1600"/>
            </a:lvl5pPr>
            <a:lvl6pPr>
              <a:defRPr sz="2400"/>
            </a:lvl6pPr>
            <a:lvl7pPr>
              <a:defRPr sz="2400"/>
            </a:lvl7pPr>
            <a:lvl8pPr>
              <a:defRPr sz="2400"/>
            </a:lvl8pPr>
            <a:lvl9pPr>
              <a:defRPr sz="2400"/>
            </a:lvl9pPr>
          </a:lstStyle>
          <a:p>
            <a:pPr lvl="0"/>
            <a:r>
              <a:rPr lang="en-US"/>
              <a:t>Click to edit Master text styles</a:t>
            </a:r>
          </a:p>
          <a:p>
            <a:pPr lvl="1"/>
            <a:r>
              <a:rPr lang="en-US"/>
              <a:t>Second level</a:t>
            </a:r>
          </a:p>
          <a:p>
            <a:pPr lvl="2"/>
            <a:r>
              <a:rPr lang="en-US"/>
              <a:t>Third level</a:t>
            </a:r>
          </a:p>
        </p:txBody>
      </p:sp>
      <p:sp>
        <p:nvSpPr>
          <p:cNvPr id="15" name="Content Placeholder 3"/>
          <p:cNvSpPr>
            <a:spLocks noGrp="1"/>
          </p:cNvSpPr>
          <p:nvPr>
            <p:ph sz="half" idx="12" hasCustomPrompt="1"/>
          </p:nvPr>
        </p:nvSpPr>
        <p:spPr>
          <a:xfrm>
            <a:off x="4328160" y="1688176"/>
            <a:ext cx="3535680" cy="4407824"/>
          </a:xfrm>
        </p:spPr>
        <p:txBody>
          <a:bodyPr>
            <a:noAutofit/>
          </a:bodyPr>
          <a:lstStyle>
            <a:lvl1pPr>
              <a:buClr>
                <a:schemeClr val="accent1"/>
              </a:buClr>
              <a:defRPr sz="2133" spc="0"/>
            </a:lvl1pPr>
            <a:lvl2pPr>
              <a:buClr>
                <a:schemeClr val="accent1"/>
              </a:buClr>
              <a:defRPr sz="1867" spc="0"/>
            </a:lvl2pPr>
            <a:lvl3pPr>
              <a:buClr>
                <a:schemeClr val="accent1"/>
              </a:buClr>
              <a:defRPr sz="1600" spc="0"/>
            </a:lvl3pPr>
            <a:lvl4pPr>
              <a:buClr>
                <a:schemeClr val="bg2"/>
              </a:buClr>
              <a:defRPr sz="1600"/>
            </a:lvl4pPr>
            <a:lvl5pPr>
              <a:buClr>
                <a:schemeClr val="bg2"/>
              </a:buClr>
              <a:defRPr sz="1600"/>
            </a:lvl5pPr>
            <a:lvl6pPr>
              <a:defRPr sz="2400"/>
            </a:lvl6pPr>
            <a:lvl7pPr>
              <a:defRPr sz="2400"/>
            </a:lvl7pPr>
            <a:lvl8pPr>
              <a:defRPr sz="2400"/>
            </a:lvl8pPr>
            <a:lvl9pPr>
              <a:defRPr sz="2400"/>
            </a:lvl9pPr>
          </a:lstStyle>
          <a:p>
            <a:pPr lvl="0"/>
            <a:r>
              <a:rPr lang="en-US"/>
              <a:t>Click to edit Master text styles</a:t>
            </a:r>
          </a:p>
          <a:p>
            <a:pPr lvl="1"/>
            <a:r>
              <a:rPr lang="en-US"/>
              <a:t>Second level</a:t>
            </a:r>
          </a:p>
          <a:p>
            <a:pPr lvl="2"/>
            <a:r>
              <a:rPr lang="en-US"/>
              <a:t>Third level</a:t>
            </a:r>
          </a:p>
        </p:txBody>
      </p:sp>
      <p:sp>
        <p:nvSpPr>
          <p:cNvPr id="4" name="Slide Number Placeholder 3">
            <a:extLst>
              <a:ext uri="{FF2B5EF4-FFF2-40B4-BE49-F238E27FC236}">
                <a16:creationId xmlns:a16="http://schemas.microsoft.com/office/drawing/2014/main" id="{37C4BAAF-F2D1-459C-AC12-D3DB70C08661}"/>
              </a:ext>
            </a:extLst>
          </p:cNvPr>
          <p:cNvSpPr>
            <a:spLocks noGrp="1"/>
          </p:cNvSpPr>
          <p:nvPr>
            <p:ph type="sldNum" sz="quarter" idx="15"/>
          </p:nvPr>
        </p:nvSpPr>
        <p:spPr/>
        <p:txBody>
          <a:bodyPr/>
          <a:lstStyle>
            <a:lvl1pPr>
              <a:defRPr spc="0"/>
            </a:lvl1pPr>
          </a:lstStyle>
          <a:p>
            <a:pPr algn="r"/>
            <a:fld id="{01517C5A-21C8-4A78-AA4B-D0D5DD5ADE52}" type="slidenum">
              <a:rPr smtClean="0">
                <a:solidFill>
                  <a:srgbClr val="000000"/>
                </a:solidFill>
              </a:rPr>
              <a:pPr algn="r"/>
              <a:t>‹#›</a:t>
            </a:fld>
            <a:endParaRPr>
              <a:solidFill>
                <a:srgbClr val="000000"/>
              </a:solidFill>
            </a:endParaRPr>
          </a:p>
        </p:txBody>
      </p:sp>
    </p:spTree>
    <p:extLst>
      <p:ext uri="{BB962C8B-B14F-4D97-AF65-F5344CB8AC3E}">
        <p14:creationId xmlns:p14="http://schemas.microsoft.com/office/powerpoint/2010/main" val="410897167"/>
      </p:ext>
    </p:extLst>
  </p:cSld>
  <p:clrMapOvr>
    <a:overrideClrMapping bg1="lt1" tx1="dk1" bg2="lt2" tx2="dk2" accent1="accent1" accent2="accent2" accent3="accent3" accent4="accent4" accent5="accent5" accent6="accent6" hlink="hlink" folHlink="folHlink"/>
  </p:clrMapOvr>
  <p:transition>
    <p:wipe dir="r"/>
  </p:transition>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Blank | White">
    <p:bg>
      <p:bgRef idx="1001">
        <a:schemeClr val="bg1"/>
      </p:bgRef>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6E825543-6B7F-4B41-BD8C-976212A54618}"/>
              </a:ext>
            </a:extLst>
          </p:cNvPr>
          <p:cNvSpPr>
            <a:spLocks noGrp="1"/>
          </p:cNvSpPr>
          <p:nvPr>
            <p:ph type="ftr" sz="quarter" idx="10"/>
          </p:nvPr>
        </p:nvSpPr>
        <p:spPr/>
        <p:txBody>
          <a:bodyPr/>
          <a:lstStyle>
            <a:lvl1pPr>
              <a:defRPr spc="0"/>
            </a:lvl1pPr>
          </a:lstStyle>
          <a:p>
            <a:r>
              <a:rPr lang="en-US">
                <a:solidFill>
                  <a:srgbClr val="E4551F"/>
                </a:solidFill>
              </a:rPr>
              <a:t>CS Agentic Development</a:t>
            </a:r>
            <a:endParaRPr>
              <a:solidFill>
                <a:srgbClr val="E4551F"/>
              </a:solidFill>
            </a:endParaRPr>
          </a:p>
        </p:txBody>
      </p:sp>
      <p:sp>
        <p:nvSpPr>
          <p:cNvPr id="3" name="Slide Number Placeholder 2">
            <a:extLst>
              <a:ext uri="{FF2B5EF4-FFF2-40B4-BE49-F238E27FC236}">
                <a16:creationId xmlns:a16="http://schemas.microsoft.com/office/drawing/2014/main" id="{6F882028-C1CE-4B82-A985-EB48E9AC23E1}"/>
              </a:ext>
            </a:extLst>
          </p:cNvPr>
          <p:cNvSpPr>
            <a:spLocks noGrp="1"/>
          </p:cNvSpPr>
          <p:nvPr>
            <p:ph type="sldNum" sz="quarter" idx="11"/>
          </p:nvPr>
        </p:nvSpPr>
        <p:spPr/>
        <p:txBody>
          <a:bodyPr/>
          <a:lstStyle>
            <a:lvl1pPr>
              <a:defRPr spc="0"/>
            </a:lvl1pPr>
          </a:lstStyle>
          <a:p>
            <a:pPr algn="r"/>
            <a:fld id="{01517C5A-21C8-4A78-AA4B-D0D5DD5ADE52}" type="slidenum">
              <a:rPr smtClean="0">
                <a:solidFill>
                  <a:srgbClr val="000000"/>
                </a:solidFill>
              </a:rPr>
              <a:pPr algn="r"/>
              <a:t>‹#›</a:t>
            </a:fld>
            <a:endParaRPr>
              <a:solidFill>
                <a:srgbClr val="000000"/>
              </a:solidFill>
            </a:endParaRPr>
          </a:p>
        </p:txBody>
      </p:sp>
    </p:spTree>
    <p:extLst>
      <p:ext uri="{BB962C8B-B14F-4D97-AF65-F5344CB8AC3E}">
        <p14:creationId xmlns:p14="http://schemas.microsoft.com/office/powerpoint/2010/main" val="1527089364"/>
      </p:ext>
    </p:extLst>
  </p:cSld>
  <p:clrMapOvr>
    <a:overrideClrMapping bg1="lt1" tx1="dk1" bg2="lt2" tx2="dk2" accent1="accent1" accent2="accent2" accent3="accent3" accent4="accent4" accent5="accent5" accent6="accent6" hlink="hlink" folHlink="folHlink"/>
  </p:clrMapOvr>
  <p:transition>
    <p:wipe dir="r"/>
  </p:transition>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preserve="1" userDrawn="1">
  <p:cSld name="Blank | White | No Logo">
    <p:bg>
      <p:bgRef idx="1001">
        <a:schemeClr val="bg1"/>
      </p:bgRef>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384572E7-7425-4C17-972B-9287FED039B8}"/>
              </a:ext>
            </a:extLst>
          </p:cNvPr>
          <p:cNvSpPr>
            <a:spLocks noGrp="1"/>
          </p:cNvSpPr>
          <p:nvPr>
            <p:ph type="ftr" sz="quarter" idx="10"/>
          </p:nvPr>
        </p:nvSpPr>
        <p:spPr/>
        <p:txBody>
          <a:bodyPr/>
          <a:lstStyle>
            <a:lvl1pPr>
              <a:defRPr spc="0"/>
            </a:lvl1pPr>
          </a:lstStyle>
          <a:p>
            <a:r>
              <a:rPr lang="en-US">
                <a:solidFill>
                  <a:srgbClr val="E4551F"/>
                </a:solidFill>
              </a:rPr>
              <a:t>CS Agentic Development</a:t>
            </a:r>
            <a:endParaRPr>
              <a:solidFill>
                <a:srgbClr val="E4551F"/>
              </a:solidFill>
            </a:endParaRPr>
          </a:p>
        </p:txBody>
      </p:sp>
      <p:sp>
        <p:nvSpPr>
          <p:cNvPr id="5" name="Slide Number Placeholder 4">
            <a:extLst>
              <a:ext uri="{FF2B5EF4-FFF2-40B4-BE49-F238E27FC236}">
                <a16:creationId xmlns:a16="http://schemas.microsoft.com/office/drawing/2014/main" id="{65DB0995-EA19-4990-AF4B-4097FA44D966}"/>
              </a:ext>
            </a:extLst>
          </p:cNvPr>
          <p:cNvSpPr>
            <a:spLocks noGrp="1"/>
          </p:cNvSpPr>
          <p:nvPr>
            <p:ph type="sldNum" sz="quarter" idx="11"/>
          </p:nvPr>
        </p:nvSpPr>
        <p:spPr/>
        <p:txBody>
          <a:bodyPr/>
          <a:lstStyle>
            <a:lvl1pPr>
              <a:defRPr spc="0"/>
            </a:lvl1pPr>
          </a:lstStyle>
          <a:p>
            <a:pPr algn="r"/>
            <a:fld id="{01517C5A-21C8-4A78-AA4B-D0D5DD5ADE52}" type="slidenum">
              <a:rPr smtClean="0">
                <a:solidFill>
                  <a:srgbClr val="000000"/>
                </a:solidFill>
              </a:rPr>
              <a:pPr algn="r"/>
              <a:t>‹#›</a:t>
            </a:fld>
            <a:endParaRPr>
              <a:solidFill>
                <a:srgbClr val="000000"/>
              </a:solidFill>
            </a:endParaRPr>
          </a:p>
        </p:txBody>
      </p:sp>
      <p:sp>
        <p:nvSpPr>
          <p:cNvPr id="6" name="Footer Placeholder 3">
            <a:extLst>
              <a:ext uri="{FF2B5EF4-FFF2-40B4-BE49-F238E27FC236}">
                <a16:creationId xmlns:a16="http://schemas.microsoft.com/office/drawing/2014/main" id="{0787D3AD-A96D-41C2-BC61-0733E7B9DF8F}"/>
              </a:ext>
            </a:extLst>
          </p:cNvPr>
          <p:cNvSpPr txBox="1">
            <a:spLocks/>
          </p:cNvSpPr>
          <p:nvPr userDrawn="1"/>
        </p:nvSpPr>
        <p:spPr>
          <a:xfrm>
            <a:off x="5296102" y="6279969"/>
            <a:ext cx="5997303" cy="183091"/>
          </a:xfrm>
          <a:prstGeom prst="rect">
            <a:avLst/>
          </a:prstGeom>
        </p:spPr>
        <p:txBody>
          <a:bodyPr vert="horz" lIns="0" tIns="0" rIns="0" bIns="0" rtlCol="0" anchor="ctr"/>
          <a:lstStyle>
            <a:defPPr>
              <a:defRPr lang="en-US"/>
            </a:defPPr>
            <a:lvl1pPr marL="0" algn="r" defTabSz="457200" rtl="0" eaLnBrk="1" latinLnBrk="0" hangingPunct="1">
              <a:defRPr sz="600" b="0" kern="800" spc="40" baseline="0">
                <a:solidFill>
                  <a:schemeClr val="tx2"/>
                </a:solidFill>
                <a:latin typeface="+mj-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800" spc="0">
                <a:solidFill>
                  <a:srgbClr val="000000"/>
                </a:solidFill>
                <a:cs typeface="DIN-Light"/>
              </a:rPr>
              <a:t>© 2020 </a:t>
            </a:r>
            <a:r>
              <a:rPr lang="en-US" sz="800" spc="0">
                <a:solidFill>
                  <a:srgbClr val="000000"/>
                </a:solidFill>
              </a:rPr>
              <a:t>Collins Aerospace</a:t>
            </a:r>
            <a:endParaRPr lang="en-US" sz="800" spc="0">
              <a:solidFill>
                <a:srgbClr val="E4551F"/>
              </a:solidFill>
              <a:cs typeface="DIN-Light"/>
              <a:sym typeface="Verdana"/>
            </a:endParaRPr>
          </a:p>
        </p:txBody>
      </p:sp>
    </p:spTree>
    <p:extLst>
      <p:ext uri="{BB962C8B-B14F-4D97-AF65-F5344CB8AC3E}">
        <p14:creationId xmlns:p14="http://schemas.microsoft.com/office/powerpoint/2010/main" val="2495581045"/>
      </p:ext>
    </p:extLst>
  </p:cSld>
  <p:clrMapOvr>
    <a:overrideClrMapping bg1="lt1" tx1="dk1" bg2="lt2" tx2="dk2" accent1="accent1" accent2="accent2" accent3="accent3" accent4="accent4" accent5="accent5" accent6="accent6" hlink="hlink" folHlink="folHlink"/>
  </p:clrMapOvr>
  <p:transition>
    <p:wipe dir="r"/>
  </p:transition>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Content | Headline + Sub + Body | Black">
    <p:spTree>
      <p:nvGrpSpPr>
        <p:cNvPr id="1" name=""/>
        <p:cNvGrpSpPr/>
        <p:nvPr/>
      </p:nvGrpSpPr>
      <p:grpSpPr>
        <a:xfrm>
          <a:off x="0" y="0"/>
          <a:ext cx="0" cy="0"/>
          <a:chOff x="0" y="0"/>
          <a:chExt cx="0" cy="0"/>
        </a:xfrm>
      </p:grpSpPr>
      <p:sp>
        <p:nvSpPr>
          <p:cNvPr id="6" name="Content Placeholder 3">
            <a:extLst>
              <a:ext uri="{FF2B5EF4-FFF2-40B4-BE49-F238E27FC236}">
                <a16:creationId xmlns:a16="http://schemas.microsoft.com/office/drawing/2014/main" id="{D61B13AE-08FF-4182-B13B-7EB8F4FA0536}"/>
              </a:ext>
            </a:extLst>
          </p:cNvPr>
          <p:cNvSpPr>
            <a:spLocks noGrp="1"/>
          </p:cNvSpPr>
          <p:nvPr>
            <p:ph sz="half" idx="2" hasCustomPrompt="1"/>
          </p:nvPr>
        </p:nvSpPr>
        <p:spPr>
          <a:xfrm>
            <a:off x="609600" y="1895352"/>
            <a:ext cx="10972800" cy="4188904"/>
          </a:xfrm>
        </p:spPr>
        <p:txBody>
          <a:bodyPr>
            <a:noAutofit/>
          </a:bodyPr>
          <a:lstStyle>
            <a:lvl1pPr marL="311143" indent="-300559">
              <a:buClr>
                <a:schemeClr val="accent1"/>
              </a:buClr>
              <a:buFont typeface="Arial" panose="020B0604020202020204" pitchFamily="34" charset="0"/>
              <a:buChar char="•"/>
              <a:tabLst/>
              <a:defRPr sz="2133" spc="0">
                <a:solidFill>
                  <a:schemeClr val="tx1"/>
                </a:solidFill>
              </a:defRPr>
            </a:lvl1pPr>
            <a:lvl2pPr marL="914377" indent="-300559">
              <a:buClr>
                <a:schemeClr val="accent1"/>
              </a:buClr>
              <a:buFont typeface="Arial" panose="020B0604020202020204" pitchFamily="34" charset="0"/>
              <a:buChar char="•"/>
              <a:tabLst/>
              <a:defRPr sz="1867" spc="0">
                <a:solidFill>
                  <a:schemeClr val="tx1"/>
                </a:solidFill>
              </a:defRPr>
            </a:lvl2pPr>
            <a:lvl3pPr marL="1523887" indent="-304776">
              <a:buClr>
                <a:schemeClr val="accent1"/>
              </a:buClr>
              <a:buFont typeface="Arial" panose="020B0604020202020204" pitchFamily="34" charset="0"/>
              <a:buChar char="•"/>
              <a:defRPr sz="1600" spc="0">
                <a:solidFill>
                  <a:schemeClr val="tx1"/>
                </a:solidFill>
              </a:defRPr>
            </a:lvl3pPr>
            <a:lvl4pPr>
              <a:defRPr sz="1600">
                <a:solidFill>
                  <a:srgbClr val="FFFFFF"/>
                </a:solidFill>
              </a:defRPr>
            </a:lvl4pPr>
            <a:lvl5pPr>
              <a:defRPr sz="1600">
                <a:solidFill>
                  <a:srgbClr val="FFFFFF"/>
                </a:solidFill>
              </a:defRPr>
            </a:lvl5pPr>
            <a:lvl6pPr>
              <a:defRPr sz="2133"/>
            </a:lvl6pPr>
            <a:lvl7pPr>
              <a:defRPr sz="2133"/>
            </a:lvl7pPr>
            <a:lvl8pPr>
              <a:defRPr sz="2133"/>
            </a:lvl8pPr>
            <a:lvl9pPr>
              <a:defRPr sz="2133"/>
            </a:lvl9pPr>
          </a:lstStyle>
          <a:p>
            <a:pPr lvl="0"/>
            <a:r>
              <a:rPr lang="en-US"/>
              <a:t>Click to edit master text styles</a:t>
            </a:r>
          </a:p>
          <a:p>
            <a:pPr lvl="1"/>
            <a:r>
              <a:rPr lang="en-US"/>
              <a:t>Second level</a:t>
            </a:r>
          </a:p>
          <a:p>
            <a:pPr lvl="2"/>
            <a:r>
              <a:rPr lang="en-US"/>
              <a:t>Third level</a:t>
            </a:r>
          </a:p>
        </p:txBody>
      </p:sp>
      <p:sp>
        <p:nvSpPr>
          <p:cNvPr id="7" name="Text Placeholder 2">
            <a:extLst>
              <a:ext uri="{FF2B5EF4-FFF2-40B4-BE49-F238E27FC236}">
                <a16:creationId xmlns:a16="http://schemas.microsoft.com/office/drawing/2014/main" id="{6F01E6AB-8035-CC44-8226-FB6BA86CD6B6}"/>
              </a:ext>
            </a:extLst>
          </p:cNvPr>
          <p:cNvSpPr>
            <a:spLocks noGrp="1"/>
          </p:cNvSpPr>
          <p:nvPr>
            <p:ph type="body" idx="1" hasCustomPrompt="1"/>
          </p:nvPr>
        </p:nvSpPr>
        <p:spPr>
          <a:xfrm>
            <a:off x="609600" y="1166707"/>
            <a:ext cx="10972800" cy="411740"/>
          </a:xfrm>
        </p:spPr>
        <p:txBody>
          <a:bodyPr anchor="t">
            <a:normAutofit/>
          </a:bodyPr>
          <a:lstStyle>
            <a:lvl1pPr marL="0" indent="0">
              <a:buNone/>
              <a:defRPr sz="1467" b="0" cap="all" spc="400" baseline="0">
                <a:solidFill>
                  <a:schemeClr val="accent1"/>
                </a:solidFill>
              </a:defRPr>
            </a:lvl1pPr>
            <a:lvl2pPr marL="609555" indent="0">
              <a:buNone/>
              <a:defRPr sz="2667" b="1"/>
            </a:lvl2pPr>
            <a:lvl3pPr marL="1219110" indent="0">
              <a:buNone/>
              <a:defRPr sz="2400" b="1"/>
            </a:lvl3pPr>
            <a:lvl4pPr marL="1828664" indent="0">
              <a:buNone/>
              <a:defRPr sz="2133" b="1"/>
            </a:lvl4pPr>
            <a:lvl5pPr marL="2438218" indent="0">
              <a:buNone/>
              <a:defRPr sz="2133" b="1"/>
            </a:lvl5pPr>
            <a:lvl6pPr marL="3047772" indent="0">
              <a:buNone/>
              <a:defRPr sz="2133" b="1"/>
            </a:lvl6pPr>
            <a:lvl7pPr marL="3657327" indent="0">
              <a:buNone/>
              <a:defRPr sz="2133" b="1"/>
            </a:lvl7pPr>
            <a:lvl8pPr marL="4266880" indent="0">
              <a:buNone/>
              <a:defRPr sz="2133" b="1"/>
            </a:lvl8pPr>
            <a:lvl9pPr marL="4876435" indent="0">
              <a:buNone/>
              <a:defRPr sz="2133" b="1"/>
            </a:lvl9pPr>
          </a:lstStyle>
          <a:p>
            <a:pPr lvl="0"/>
            <a:r>
              <a:rPr lang="en-US"/>
              <a:t>SUBTITLE | ALL CAPS | TERRA COTTA | 11 PT</a:t>
            </a:r>
          </a:p>
        </p:txBody>
      </p:sp>
      <p:sp>
        <p:nvSpPr>
          <p:cNvPr id="5" name="Title 4">
            <a:extLst>
              <a:ext uri="{FF2B5EF4-FFF2-40B4-BE49-F238E27FC236}">
                <a16:creationId xmlns:a16="http://schemas.microsoft.com/office/drawing/2014/main" id="{BAFBE7D4-FDCA-0F4E-B63D-291E8DDF9D8B}"/>
              </a:ext>
            </a:extLst>
          </p:cNvPr>
          <p:cNvSpPr>
            <a:spLocks noGrp="1"/>
          </p:cNvSpPr>
          <p:nvPr>
            <p:ph type="title" hasCustomPrompt="1"/>
          </p:nvPr>
        </p:nvSpPr>
        <p:spPr/>
        <p:txBody>
          <a:bodyPr/>
          <a:lstStyle>
            <a:lvl1pPr>
              <a:defRPr spc="400" baseline="0"/>
            </a:lvl1pPr>
          </a:lstStyle>
          <a:p>
            <a:r>
              <a:rPr lang="en-US"/>
              <a:t>TITLE HERE. ALL CAPS. WHITE. 24 PT.</a:t>
            </a:r>
          </a:p>
        </p:txBody>
      </p:sp>
      <p:sp>
        <p:nvSpPr>
          <p:cNvPr id="3" name="Slide Number Placeholder 2">
            <a:extLst>
              <a:ext uri="{FF2B5EF4-FFF2-40B4-BE49-F238E27FC236}">
                <a16:creationId xmlns:a16="http://schemas.microsoft.com/office/drawing/2014/main" id="{75D98B8D-DCA3-4BD6-A11A-ED3B7B2C6A53}"/>
              </a:ext>
            </a:extLst>
          </p:cNvPr>
          <p:cNvSpPr>
            <a:spLocks noGrp="1"/>
          </p:cNvSpPr>
          <p:nvPr>
            <p:ph type="sldNum" sz="quarter" idx="11"/>
          </p:nvPr>
        </p:nvSpPr>
        <p:spPr/>
        <p:txBody>
          <a:bodyPr/>
          <a:lstStyle>
            <a:lvl1pPr>
              <a:defRPr spc="0"/>
            </a:lvl1pPr>
          </a:lstStyle>
          <a:p>
            <a:pPr algn="r"/>
            <a:fld id="{01517C5A-21C8-4A78-AA4B-D0D5DD5ADE52}" type="slidenum">
              <a:rPr smtClean="0">
                <a:solidFill>
                  <a:srgbClr val="FFFFFF"/>
                </a:solidFill>
              </a:rPr>
              <a:pPr algn="r"/>
              <a:t>‹#›</a:t>
            </a:fld>
            <a:endParaRPr>
              <a:solidFill>
                <a:srgbClr val="FFFFFF"/>
              </a:solidFill>
            </a:endParaRPr>
          </a:p>
        </p:txBody>
      </p:sp>
      <p:sp>
        <p:nvSpPr>
          <p:cNvPr id="4" name="Footer Placeholder 3">
            <a:extLst>
              <a:ext uri="{FF2B5EF4-FFF2-40B4-BE49-F238E27FC236}">
                <a16:creationId xmlns:a16="http://schemas.microsoft.com/office/drawing/2014/main" id="{D2294BEA-A368-4593-9A57-A3D0128BB483}"/>
              </a:ext>
            </a:extLst>
          </p:cNvPr>
          <p:cNvSpPr>
            <a:spLocks noGrp="1"/>
          </p:cNvSpPr>
          <p:nvPr>
            <p:ph type="ftr" sz="quarter" idx="12"/>
          </p:nvPr>
        </p:nvSpPr>
        <p:spPr/>
        <p:txBody>
          <a:bodyPr/>
          <a:lstStyle/>
          <a:p>
            <a:r>
              <a:rPr lang="en-US">
                <a:solidFill>
                  <a:srgbClr val="E4551F"/>
                </a:solidFill>
              </a:rPr>
              <a:t>CS Agentic Development</a:t>
            </a:r>
            <a:endParaRPr>
              <a:solidFill>
                <a:srgbClr val="E4551F"/>
              </a:solidFill>
            </a:endParaRPr>
          </a:p>
        </p:txBody>
      </p:sp>
    </p:spTree>
    <p:extLst>
      <p:ext uri="{BB962C8B-B14F-4D97-AF65-F5344CB8AC3E}">
        <p14:creationId xmlns:p14="http://schemas.microsoft.com/office/powerpoint/2010/main" val="3361399270"/>
      </p:ext>
    </p:extLst>
  </p:cSld>
  <p:clrMapOvr>
    <a:masterClrMapping/>
  </p:clrMapOvr>
  <p:transition>
    <p:wipe dir="r"/>
  </p:transition>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Content | Headline + Body | Black">
    <p:spTree>
      <p:nvGrpSpPr>
        <p:cNvPr id="1" name=""/>
        <p:cNvGrpSpPr/>
        <p:nvPr/>
      </p:nvGrpSpPr>
      <p:grpSpPr>
        <a:xfrm>
          <a:off x="0" y="0"/>
          <a:ext cx="0" cy="0"/>
          <a:chOff x="0" y="0"/>
          <a:chExt cx="0" cy="0"/>
        </a:xfrm>
      </p:grpSpPr>
      <p:sp>
        <p:nvSpPr>
          <p:cNvPr id="10" name="Content Placeholder 3">
            <a:extLst>
              <a:ext uri="{FF2B5EF4-FFF2-40B4-BE49-F238E27FC236}">
                <a16:creationId xmlns:a16="http://schemas.microsoft.com/office/drawing/2014/main" id="{BECF2EFB-1FFD-0640-A59A-CE7F22635474}"/>
              </a:ext>
            </a:extLst>
          </p:cNvPr>
          <p:cNvSpPr>
            <a:spLocks noGrp="1"/>
          </p:cNvSpPr>
          <p:nvPr>
            <p:ph sz="half" idx="2" hasCustomPrompt="1"/>
          </p:nvPr>
        </p:nvSpPr>
        <p:spPr>
          <a:xfrm>
            <a:off x="609600" y="1401379"/>
            <a:ext cx="10972800" cy="4664517"/>
          </a:xfrm>
        </p:spPr>
        <p:txBody>
          <a:bodyPr>
            <a:noAutofit/>
          </a:bodyPr>
          <a:lstStyle>
            <a:lvl1pPr marL="311143" indent="-311143">
              <a:buClr>
                <a:schemeClr val="accent1"/>
              </a:buClr>
              <a:buFont typeface="Arial" panose="020B0604020202020204" pitchFamily="34" charset="0"/>
              <a:buChar char="•"/>
              <a:tabLst/>
              <a:defRPr sz="2133" spc="0">
                <a:solidFill>
                  <a:schemeClr val="tx1"/>
                </a:solidFill>
              </a:defRPr>
            </a:lvl1pPr>
            <a:lvl2pPr marL="914377" indent="-300559">
              <a:buClr>
                <a:schemeClr val="accent1"/>
              </a:buClr>
              <a:buFont typeface="Arial" panose="020B0604020202020204" pitchFamily="34" charset="0"/>
              <a:buChar char="•"/>
              <a:tabLst/>
              <a:defRPr sz="1867" spc="0">
                <a:solidFill>
                  <a:schemeClr val="tx1"/>
                </a:solidFill>
              </a:defRPr>
            </a:lvl2pPr>
            <a:lvl3pPr marL="1523887" indent="-304776">
              <a:buClr>
                <a:schemeClr val="accent1"/>
              </a:buClr>
              <a:buFont typeface="Arial" panose="020B0604020202020204" pitchFamily="34" charset="0"/>
              <a:buChar char="•"/>
              <a:defRPr sz="1600" spc="0">
                <a:solidFill>
                  <a:schemeClr val="tx1"/>
                </a:solidFill>
              </a:defRPr>
            </a:lvl3pPr>
            <a:lvl4pPr>
              <a:defRPr sz="1600">
                <a:solidFill>
                  <a:srgbClr val="FFFFFF"/>
                </a:solidFill>
              </a:defRPr>
            </a:lvl4pPr>
            <a:lvl5pPr>
              <a:defRPr sz="1600">
                <a:solidFill>
                  <a:srgbClr val="FFFFFF"/>
                </a:solidFill>
              </a:defRPr>
            </a:lvl5pPr>
            <a:lvl6pPr>
              <a:defRPr sz="2133"/>
            </a:lvl6pPr>
            <a:lvl7pPr>
              <a:defRPr sz="2133"/>
            </a:lvl7pPr>
            <a:lvl8pPr>
              <a:defRPr sz="2133"/>
            </a:lvl8pPr>
            <a:lvl9pPr>
              <a:defRPr sz="2133"/>
            </a:lvl9pPr>
          </a:lstStyle>
          <a:p>
            <a:pPr lvl="0"/>
            <a:r>
              <a:rPr lang="en-US"/>
              <a:t>Click to edit master text styles</a:t>
            </a:r>
          </a:p>
          <a:p>
            <a:pPr lvl="1"/>
            <a:r>
              <a:rPr lang="en-US"/>
              <a:t>Second level</a:t>
            </a:r>
          </a:p>
          <a:p>
            <a:pPr lvl="2"/>
            <a:r>
              <a:rPr lang="en-US"/>
              <a:t>Third level</a:t>
            </a:r>
          </a:p>
        </p:txBody>
      </p:sp>
      <p:sp>
        <p:nvSpPr>
          <p:cNvPr id="5" name="Title 4">
            <a:extLst>
              <a:ext uri="{FF2B5EF4-FFF2-40B4-BE49-F238E27FC236}">
                <a16:creationId xmlns:a16="http://schemas.microsoft.com/office/drawing/2014/main" id="{A539C789-234B-0041-B311-916160AEFC21}"/>
              </a:ext>
            </a:extLst>
          </p:cNvPr>
          <p:cNvSpPr>
            <a:spLocks noGrp="1"/>
          </p:cNvSpPr>
          <p:nvPr>
            <p:ph type="title" hasCustomPrompt="1"/>
          </p:nvPr>
        </p:nvSpPr>
        <p:spPr/>
        <p:txBody>
          <a:bodyPr/>
          <a:lstStyle>
            <a:lvl1pPr>
              <a:defRPr spc="400" baseline="0"/>
            </a:lvl1pPr>
          </a:lstStyle>
          <a:p>
            <a:r>
              <a:rPr lang="en-US"/>
              <a:t>TITLE HERE. ALL CAPS. WHITE. 24 PT.</a:t>
            </a:r>
          </a:p>
        </p:txBody>
      </p:sp>
      <p:sp>
        <p:nvSpPr>
          <p:cNvPr id="2" name="Footer Placeholder 1">
            <a:extLst>
              <a:ext uri="{FF2B5EF4-FFF2-40B4-BE49-F238E27FC236}">
                <a16:creationId xmlns:a16="http://schemas.microsoft.com/office/drawing/2014/main" id="{349B8D00-5DA5-4638-B20A-F06736E623DE}"/>
              </a:ext>
            </a:extLst>
          </p:cNvPr>
          <p:cNvSpPr>
            <a:spLocks noGrp="1"/>
          </p:cNvSpPr>
          <p:nvPr>
            <p:ph type="ftr" sz="quarter" idx="10"/>
          </p:nvPr>
        </p:nvSpPr>
        <p:spPr/>
        <p:txBody>
          <a:bodyPr/>
          <a:lstStyle>
            <a:lvl1pPr>
              <a:defRPr spc="0"/>
            </a:lvl1pPr>
          </a:lstStyle>
          <a:p>
            <a:r>
              <a:rPr lang="en-US">
                <a:solidFill>
                  <a:srgbClr val="E4551F"/>
                </a:solidFill>
              </a:rPr>
              <a:t>CS Agentic Development</a:t>
            </a:r>
            <a:endParaRPr>
              <a:solidFill>
                <a:srgbClr val="E4551F"/>
              </a:solidFill>
            </a:endParaRPr>
          </a:p>
        </p:txBody>
      </p:sp>
      <p:sp>
        <p:nvSpPr>
          <p:cNvPr id="3" name="Slide Number Placeholder 2">
            <a:extLst>
              <a:ext uri="{FF2B5EF4-FFF2-40B4-BE49-F238E27FC236}">
                <a16:creationId xmlns:a16="http://schemas.microsoft.com/office/drawing/2014/main" id="{14805BD7-0FC8-4CFC-8B71-3CC33B9FBFE6}"/>
              </a:ext>
            </a:extLst>
          </p:cNvPr>
          <p:cNvSpPr>
            <a:spLocks noGrp="1"/>
          </p:cNvSpPr>
          <p:nvPr>
            <p:ph type="sldNum" sz="quarter" idx="11"/>
          </p:nvPr>
        </p:nvSpPr>
        <p:spPr/>
        <p:txBody>
          <a:bodyPr/>
          <a:lstStyle>
            <a:lvl1pPr>
              <a:defRPr spc="0"/>
            </a:lvl1pPr>
          </a:lstStyle>
          <a:p>
            <a:pPr algn="r"/>
            <a:fld id="{01517C5A-21C8-4A78-AA4B-D0D5DD5ADE52}" type="slidenum">
              <a:rPr smtClean="0">
                <a:solidFill>
                  <a:srgbClr val="FFFFFF"/>
                </a:solidFill>
              </a:rPr>
              <a:pPr algn="r"/>
              <a:t>‹#›</a:t>
            </a:fld>
            <a:endParaRPr>
              <a:solidFill>
                <a:srgbClr val="FFFFFF"/>
              </a:solidFill>
            </a:endParaRPr>
          </a:p>
        </p:txBody>
      </p:sp>
    </p:spTree>
    <p:extLst>
      <p:ext uri="{BB962C8B-B14F-4D97-AF65-F5344CB8AC3E}">
        <p14:creationId xmlns:p14="http://schemas.microsoft.com/office/powerpoint/2010/main" val="1785485858"/>
      </p:ext>
    </p:extLst>
  </p:cSld>
  <p:clrMapOvr>
    <a:masterClrMapping/>
  </p:clrMapOvr>
  <p:transition>
    <p:wipe dir="r"/>
  </p:transition>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Content | Headline + Sub | Black">
    <p:spTree>
      <p:nvGrpSpPr>
        <p:cNvPr id="1" name=""/>
        <p:cNvGrpSpPr/>
        <p:nvPr/>
      </p:nvGrpSpPr>
      <p:grpSpPr>
        <a:xfrm>
          <a:off x="0" y="0"/>
          <a:ext cx="0" cy="0"/>
          <a:chOff x="0" y="0"/>
          <a:chExt cx="0" cy="0"/>
        </a:xfrm>
      </p:grpSpPr>
      <p:sp>
        <p:nvSpPr>
          <p:cNvPr id="5" name="Text Placeholder 2">
            <a:extLst>
              <a:ext uri="{FF2B5EF4-FFF2-40B4-BE49-F238E27FC236}">
                <a16:creationId xmlns:a16="http://schemas.microsoft.com/office/drawing/2014/main" id="{CA13725E-EEC9-A541-A129-451A9DC79538}"/>
              </a:ext>
            </a:extLst>
          </p:cNvPr>
          <p:cNvSpPr>
            <a:spLocks noGrp="1"/>
          </p:cNvSpPr>
          <p:nvPr>
            <p:ph type="body" idx="1" hasCustomPrompt="1"/>
          </p:nvPr>
        </p:nvSpPr>
        <p:spPr>
          <a:xfrm>
            <a:off x="609600" y="1166707"/>
            <a:ext cx="10972800" cy="411740"/>
          </a:xfrm>
        </p:spPr>
        <p:txBody>
          <a:bodyPr anchor="t">
            <a:normAutofit/>
          </a:bodyPr>
          <a:lstStyle>
            <a:lvl1pPr marL="0" indent="0">
              <a:buNone/>
              <a:defRPr sz="1467" b="0" cap="all" spc="400" baseline="0">
                <a:solidFill>
                  <a:schemeClr val="accent1"/>
                </a:solidFill>
              </a:defRPr>
            </a:lvl1pPr>
            <a:lvl2pPr marL="609555" indent="0">
              <a:buNone/>
              <a:defRPr sz="2667" b="1"/>
            </a:lvl2pPr>
            <a:lvl3pPr marL="1219110" indent="0">
              <a:buNone/>
              <a:defRPr sz="2400" b="1"/>
            </a:lvl3pPr>
            <a:lvl4pPr marL="1828664" indent="0">
              <a:buNone/>
              <a:defRPr sz="2133" b="1"/>
            </a:lvl4pPr>
            <a:lvl5pPr marL="2438218" indent="0">
              <a:buNone/>
              <a:defRPr sz="2133" b="1"/>
            </a:lvl5pPr>
            <a:lvl6pPr marL="3047772" indent="0">
              <a:buNone/>
              <a:defRPr sz="2133" b="1"/>
            </a:lvl6pPr>
            <a:lvl7pPr marL="3657327" indent="0">
              <a:buNone/>
              <a:defRPr sz="2133" b="1"/>
            </a:lvl7pPr>
            <a:lvl8pPr marL="4266880" indent="0">
              <a:buNone/>
              <a:defRPr sz="2133" b="1"/>
            </a:lvl8pPr>
            <a:lvl9pPr marL="4876435" indent="0">
              <a:buNone/>
              <a:defRPr sz="2133" b="1"/>
            </a:lvl9pPr>
          </a:lstStyle>
          <a:p>
            <a:pPr lvl="0"/>
            <a:r>
              <a:rPr lang="en-US"/>
              <a:t>SUBTITLE | ALL CAPS | TERRA COTTA | 11 PT</a:t>
            </a:r>
          </a:p>
        </p:txBody>
      </p:sp>
      <p:sp>
        <p:nvSpPr>
          <p:cNvPr id="4" name="Title 3">
            <a:extLst>
              <a:ext uri="{FF2B5EF4-FFF2-40B4-BE49-F238E27FC236}">
                <a16:creationId xmlns:a16="http://schemas.microsoft.com/office/drawing/2014/main" id="{EE33CA67-2743-BE45-A4E6-B088ACBBAB8E}"/>
              </a:ext>
            </a:extLst>
          </p:cNvPr>
          <p:cNvSpPr>
            <a:spLocks noGrp="1"/>
          </p:cNvSpPr>
          <p:nvPr>
            <p:ph type="title" hasCustomPrompt="1"/>
          </p:nvPr>
        </p:nvSpPr>
        <p:spPr/>
        <p:txBody>
          <a:bodyPr/>
          <a:lstStyle>
            <a:lvl1pPr>
              <a:defRPr spc="400" baseline="0"/>
            </a:lvl1pPr>
          </a:lstStyle>
          <a:p>
            <a:r>
              <a:rPr lang="en-US"/>
              <a:t>TITLE HERE. ALL CAPS. WHITE. 24 PT.</a:t>
            </a:r>
          </a:p>
        </p:txBody>
      </p:sp>
      <p:sp>
        <p:nvSpPr>
          <p:cNvPr id="2" name="Footer Placeholder 1">
            <a:extLst>
              <a:ext uri="{FF2B5EF4-FFF2-40B4-BE49-F238E27FC236}">
                <a16:creationId xmlns:a16="http://schemas.microsoft.com/office/drawing/2014/main" id="{8DD23D9B-E365-4390-B4C2-73EC374CAB60}"/>
              </a:ext>
            </a:extLst>
          </p:cNvPr>
          <p:cNvSpPr>
            <a:spLocks noGrp="1"/>
          </p:cNvSpPr>
          <p:nvPr>
            <p:ph type="ftr" sz="quarter" idx="10"/>
          </p:nvPr>
        </p:nvSpPr>
        <p:spPr/>
        <p:txBody>
          <a:bodyPr/>
          <a:lstStyle>
            <a:lvl1pPr>
              <a:defRPr spc="0"/>
            </a:lvl1pPr>
          </a:lstStyle>
          <a:p>
            <a:r>
              <a:rPr lang="en-US">
                <a:solidFill>
                  <a:srgbClr val="E4551F"/>
                </a:solidFill>
              </a:rPr>
              <a:t>CS Agentic Development</a:t>
            </a:r>
            <a:endParaRPr>
              <a:solidFill>
                <a:srgbClr val="E4551F"/>
              </a:solidFill>
            </a:endParaRPr>
          </a:p>
        </p:txBody>
      </p:sp>
      <p:sp>
        <p:nvSpPr>
          <p:cNvPr id="3" name="Slide Number Placeholder 2">
            <a:extLst>
              <a:ext uri="{FF2B5EF4-FFF2-40B4-BE49-F238E27FC236}">
                <a16:creationId xmlns:a16="http://schemas.microsoft.com/office/drawing/2014/main" id="{E04FBCDF-CD63-4BEF-BE6A-CD05B51514E3}"/>
              </a:ext>
            </a:extLst>
          </p:cNvPr>
          <p:cNvSpPr>
            <a:spLocks noGrp="1"/>
          </p:cNvSpPr>
          <p:nvPr>
            <p:ph type="sldNum" sz="quarter" idx="11"/>
          </p:nvPr>
        </p:nvSpPr>
        <p:spPr/>
        <p:txBody>
          <a:bodyPr/>
          <a:lstStyle>
            <a:lvl1pPr>
              <a:defRPr spc="0"/>
            </a:lvl1pPr>
          </a:lstStyle>
          <a:p>
            <a:pPr algn="r"/>
            <a:fld id="{01517C5A-21C8-4A78-AA4B-D0D5DD5ADE52}" type="slidenum">
              <a:rPr smtClean="0">
                <a:solidFill>
                  <a:srgbClr val="FFFFFF"/>
                </a:solidFill>
              </a:rPr>
              <a:pPr algn="r"/>
              <a:t>‹#›</a:t>
            </a:fld>
            <a:endParaRPr>
              <a:solidFill>
                <a:srgbClr val="FFFFFF"/>
              </a:solidFill>
            </a:endParaRPr>
          </a:p>
        </p:txBody>
      </p:sp>
    </p:spTree>
    <p:extLst>
      <p:ext uri="{BB962C8B-B14F-4D97-AF65-F5344CB8AC3E}">
        <p14:creationId xmlns:p14="http://schemas.microsoft.com/office/powerpoint/2010/main" val="2783272303"/>
      </p:ext>
    </p:extLst>
  </p:cSld>
  <p:clrMapOvr>
    <a:masterClrMapping/>
  </p:clrMapOvr>
  <p:transition>
    <p:wipe dir="r"/>
  </p:transition>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Content | Headline | Black">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7D42A82-65F5-9643-8C5E-E126C1F2FFB1}"/>
              </a:ext>
            </a:extLst>
          </p:cNvPr>
          <p:cNvSpPr>
            <a:spLocks noGrp="1"/>
          </p:cNvSpPr>
          <p:nvPr>
            <p:ph type="title" hasCustomPrompt="1"/>
          </p:nvPr>
        </p:nvSpPr>
        <p:spPr/>
        <p:txBody>
          <a:bodyPr/>
          <a:lstStyle>
            <a:lvl1pPr>
              <a:defRPr spc="400" baseline="0"/>
            </a:lvl1pPr>
          </a:lstStyle>
          <a:p>
            <a:r>
              <a:rPr lang="en-US"/>
              <a:t>TITLE HERE. ALL CAPS. WHITE. 24 PT.</a:t>
            </a:r>
          </a:p>
        </p:txBody>
      </p:sp>
      <p:sp>
        <p:nvSpPr>
          <p:cNvPr id="2" name="Footer Placeholder 1">
            <a:extLst>
              <a:ext uri="{FF2B5EF4-FFF2-40B4-BE49-F238E27FC236}">
                <a16:creationId xmlns:a16="http://schemas.microsoft.com/office/drawing/2014/main" id="{A24F9EE2-4406-4C21-92F4-F3E5A020A8E6}"/>
              </a:ext>
            </a:extLst>
          </p:cNvPr>
          <p:cNvSpPr>
            <a:spLocks noGrp="1"/>
          </p:cNvSpPr>
          <p:nvPr>
            <p:ph type="ftr" sz="quarter" idx="10"/>
          </p:nvPr>
        </p:nvSpPr>
        <p:spPr/>
        <p:txBody>
          <a:bodyPr/>
          <a:lstStyle>
            <a:lvl1pPr>
              <a:defRPr spc="0"/>
            </a:lvl1pPr>
          </a:lstStyle>
          <a:p>
            <a:r>
              <a:rPr lang="en-US">
                <a:solidFill>
                  <a:srgbClr val="E4551F"/>
                </a:solidFill>
              </a:rPr>
              <a:t>CS Agentic Development</a:t>
            </a:r>
            <a:endParaRPr>
              <a:solidFill>
                <a:srgbClr val="E4551F"/>
              </a:solidFill>
            </a:endParaRPr>
          </a:p>
        </p:txBody>
      </p:sp>
      <p:sp>
        <p:nvSpPr>
          <p:cNvPr id="3" name="Slide Number Placeholder 2">
            <a:extLst>
              <a:ext uri="{FF2B5EF4-FFF2-40B4-BE49-F238E27FC236}">
                <a16:creationId xmlns:a16="http://schemas.microsoft.com/office/drawing/2014/main" id="{8EDD45E3-18F7-4B84-9FB9-181D23BECAE6}"/>
              </a:ext>
            </a:extLst>
          </p:cNvPr>
          <p:cNvSpPr>
            <a:spLocks noGrp="1"/>
          </p:cNvSpPr>
          <p:nvPr>
            <p:ph type="sldNum" sz="quarter" idx="11"/>
          </p:nvPr>
        </p:nvSpPr>
        <p:spPr/>
        <p:txBody>
          <a:bodyPr/>
          <a:lstStyle>
            <a:lvl1pPr>
              <a:defRPr spc="0"/>
            </a:lvl1pPr>
          </a:lstStyle>
          <a:p>
            <a:pPr algn="r"/>
            <a:fld id="{01517C5A-21C8-4A78-AA4B-D0D5DD5ADE52}" type="slidenum">
              <a:rPr smtClean="0">
                <a:solidFill>
                  <a:srgbClr val="FFFFFF"/>
                </a:solidFill>
              </a:rPr>
              <a:pPr algn="r"/>
              <a:t>‹#›</a:t>
            </a:fld>
            <a:endParaRPr>
              <a:solidFill>
                <a:srgbClr val="FFFFFF"/>
              </a:solidFill>
            </a:endParaRPr>
          </a:p>
        </p:txBody>
      </p:sp>
    </p:spTree>
    <p:extLst>
      <p:ext uri="{BB962C8B-B14F-4D97-AF65-F5344CB8AC3E}">
        <p14:creationId xmlns:p14="http://schemas.microsoft.com/office/powerpoint/2010/main" val="3238474659"/>
      </p:ext>
    </p:extLst>
  </p:cSld>
  <p:clrMapOvr>
    <a:masterClrMapping/>
  </p:clrMapOvr>
  <p:transition>
    <p:wipe dir="r"/>
  </p:transition>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Content | 3 Collage + Sub | Black">
    <p:spTree>
      <p:nvGrpSpPr>
        <p:cNvPr id="1" name=""/>
        <p:cNvGrpSpPr/>
        <p:nvPr/>
      </p:nvGrpSpPr>
      <p:grpSpPr>
        <a:xfrm>
          <a:off x="0" y="0"/>
          <a:ext cx="0" cy="0"/>
          <a:chOff x="0" y="0"/>
          <a:chExt cx="0" cy="0"/>
        </a:xfrm>
      </p:grpSpPr>
      <p:sp>
        <p:nvSpPr>
          <p:cNvPr id="17" name="Picture Placeholder 3">
            <a:extLst>
              <a:ext uri="{FF2B5EF4-FFF2-40B4-BE49-F238E27FC236}">
                <a16:creationId xmlns:a16="http://schemas.microsoft.com/office/drawing/2014/main" id="{77EED0EA-774D-0F41-A218-DE820FFCF144}"/>
              </a:ext>
            </a:extLst>
          </p:cNvPr>
          <p:cNvSpPr>
            <a:spLocks noGrp="1"/>
          </p:cNvSpPr>
          <p:nvPr>
            <p:ph type="pic" sz="quarter" idx="10" hasCustomPrompt="1"/>
          </p:nvPr>
        </p:nvSpPr>
        <p:spPr>
          <a:xfrm>
            <a:off x="0" y="1973737"/>
            <a:ext cx="4145280" cy="913107"/>
          </a:xfrm>
          <a:ln>
            <a:solidFill>
              <a:schemeClr val="bg1"/>
            </a:solidFill>
          </a:ln>
        </p:spPr>
        <p:txBody>
          <a:bodyPr anchor="ctr"/>
          <a:lstStyle>
            <a:lvl1pPr marL="0" indent="0" algn="ctr">
              <a:buNone/>
              <a:defRPr spc="0"/>
            </a:lvl1pPr>
          </a:lstStyle>
          <a:p>
            <a:r>
              <a:rPr lang="en-US"/>
              <a:t>INSERT PHOTO HERE</a:t>
            </a:r>
          </a:p>
        </p:txBody>
      </p:sp>
      <p:sp>
        <p:nvSpPr>
          <p:cNvPr id="18" name="Picture Placeholder 3">
            <a:extLst>
              <a:ext uri="{FF2B5EF4-FFF2-40B4-BE49-F238E27FC236}">
                <a16:creationId xmlns:a16="http://schemas.microsoft.com/office/drawing/2014/main" id="{AA25B962-B6D5-E443-8523-A4362723BE09}"/>
              </a:ext>
            </a:extLst>
          </p:cNvPr>
          <p:cNvSpPr>
            <a:spLocks noGrp="1"/>
          </p:cNvSpPr>
          <p:nvPr>
            <p:ph type="pic" sz="quarter" idx="14" hasCustomPrompt="1"/>
          </p:nvPr>
        </p:nvSpPr>
        <p:spPr>
          <a:xfrm>
            <a:off x="4130412" y="1973736"/>
            <a:ext cx="8046720" cy="4142672"/>
          </a:xfrm>
          <a:ln>
            <a:solidFill>
              <a:schemeClr val="bg1"/>
            </a:solidFill>
          </a:ln>
        </p:spPr>
        <p:txBody>
          <a:bodyPr anchor="ctr"/>
          <a:lstStyle>
            <a:lvl1pPr marL="0" indent="0" algn="ctr">
              <a:buNone/>
              <a:defRPr spc="0"/>
            </a:lvl1pPr>
          </a:lstStyle>
          <a:p>
            <a:r>
              <a:rPr lang="en-US"/>
              <a:t>INSERT PHOTO HERE</a:t>
            </a:r>
          </a:p>
        </p:txBody>
      </p:sp>
      <p:sp>
        <p:nvSpPr>
          <p:cNvPr id="28" name="Picture Placeholder 3">
            <a:extLst>
              <a:ext uri="{FF2B5EF4-FFF2-40B4-BE49-F238E27FC236}">
                <a16:creationId xmlns:a16="http://schemas.microsoft.com/office/drawing/2014/main" id="{9303EEA9-2941-B74E-9117-7A9AD13BCAF1}"/>
              </a:ext>
            </a:extLst>
          </p:cNvPr>
          <p:cNvSpPr>
            <a:spLocks noGrp="1"/>
          </p:cNvSpPr>
          <p:nvPr>
            <p:ph type="pic" sz="quarter" idx="17" hasCustomPrompt="1"/>
          </p:nvPr>
        </p:nvSpPr>
        <p:spPr>
          <a:xfrm>
            <a:off x="0" y="2886844"/>
            <a:ext cx="4145280" cy="3229565"/>
          </a:xfrm>
          <a:ln>
            <a:solidFill>
              <a:schemeClr val="bg1"/>
            </a:solidFill>
          </a:ln>
        </p:spPr>
        <p:txBody>
          <a:bodyPr anchor="ctr"/>
          <a:lstStyle>
            <a:lvl1pPr marL="0" indent="0" algn="ctr">
              <a:buNone/>
              <a:defRPr spc="0"/>
            </a:lvl1pPr>
          </a:lstStyle>
          <a:p>
            <a:r>
              <a:rPr lang="en-US"/>
              <a:t>INSERT PHOTO HERE</a:t>
            </a:r>
          </a:p>
        </p:txBody>
      </p:sp>
      <p:sp>
        <p:nvSpPr>
          <p:cNvPr id="8" name="Text Placeholder 2">
            <a:extLst>
              <a:ext uri="{FF2B5EF4-FFF2-40B4-BE49-F238E27FC236}">
                <a16:creationId xmlns:a16="http://schemas.microsoft.com/office/drawing/2014/main" id="{3109CE1B-EC33-4340-989A-4E157D4BA7D2}"/>
              </a:ext>
            </a:extLst>
          </p:cNvPr>
          <p:cNvSpPr>
            <a:spLocks noGrp="1"/>
          </p:cNvSpPr>
          <p:nvPr>
            <p:ph type="body" idx="1" hasCustomPrompt="1"/>
          </p:nvPr>
        </p:nvSpPr>
        <p:spPr>
          <a:xfrm>
            <a:off x="609600" y="1166707"/>
            <a:ext cx="10972800" cy="411740"/>
          </a:xfrm>
        </p:spPr>
        <p:txBody>
          <a:bodyPr anchor="t">
            <a:normAutofit/>
          </a:bodyPr>
          <a:lstStyle>
            <a:lvl1pPr marL="0" indent="0">
              <a:buNone/>
              <a:defRPr sz="1467" b="0" cap="all" spc="400" baseline="0">
                <a:solidFill>
                  <a:schemeClr val="accent1"/>
                </a:solidFill>
              </a:defRPr>
            </a:lvl1pPr>
            <a:lvl2pPr marL="609555" indent="0">
              <a:buNone/>
              <a:defRPr sz="2667" b="1"/>
            </a:lvl2pPr>
            <a:lvl3pPr marL="1219110" indent="0">
              <a:buNone/>
              <a:defRPr sz="2400" b="1"/>
            </a:lvl3pPr>
            <a:lvl4pPr marL="1828664" indent="0">
              <a:buNone/>
              <a:defRPr sz="2133" b="1"/>
            </a:lvl4pPr>
            <a:lvl5pPr marL="2438218" indent="0">
              <a:buNone/>
              <a:defRPr sz="2133" b="1"/>
            </a:lvl5pPr>
            <a:lvl6pPr marL="3047772" indent="0">
              <a:buNone/>
              <a:defRPr sz="2133" b="1"/>
            </a:lvl6pPr>
            <a:lvl7pPr marL="3657327" indent="0">
              <a:buNone/>
              <a:defRPr sz="2133" b="1"/>
            </a:lvl7pPr>
            <a:lvl8pPr marL="4266880" indent="0">
              <a:buNone/>
              <a:defRPr sz="2133" b="1"/>
            </a:lvl8pPr>
            <a:lvl9pPr marL="4876435" indent="0">
              <a:buNone/>
              <a:defRPr sz="2133" b="1"/>
            </a:lvl9pPr>
          </a:lstStyle>
          <a:p>
            <a:pPr lvl="0"/>
            <a:r>
              <a:rPr lang="en-US"/>
              <a:t>SUBTITLE | ALL CAPS | TERRA COTTA | 11 PT</a:t>
            </a:r>
          </a:p>
        </p:txBody>
      </p:sp>
      <p:sp>
        <p:nvSpPr>
          <p:cNvPr id="4" name="Title 3">
            <a:extLst>
              <a:ext uri="{FF2B5EF4-FFF2-40B4-BE49-F238E27FC236}">
                <a16:creationId xmlns:a16="http://schemas.microsoft.com/office/drawing/2014/main" id="{1CAFF837-9556-424F-BF3B-DC25B3885715}"/>
              </a:ext>
            </a:extLst>
          </p:cNvPr>
          <p:cNvSpPr>
            <a:spLocks noGrp="1"/>
          </p:cNvSpPr>
          <p:nvPr>
            <p:ph type="title" hasCustomPrompt="1"/>
          </p:nvPr>
        </p:nvSpPr>
        <p:spPr/>
        <p:txBody>
          <a:bodyPr/>
          <a:lstStyle>
            <a:lvl1pPr>
              <a:defRPr spc="400" baseline="0"/>
            </a:lvl1pPr>
          </a:lstStyle>
          <a:p>
            <a:r>
              <a:rPr lang="en-US"/>
              <a:t>TITLE HERE. ALL CAPS. WHITE. 24 PT.</a:t>
            </a:r>
          </a:p>
        </p:txBody>
      </p:sp>
      <p:sp>
        <p:nvSpPr>
          <p:cNvPr id="2" name="Footer Placeholder 1">
            <a:extLst>
              <a:ext uri="{FF2B5EF4-FFF2-40B4-BE49-F238E27FC236}">
                <a16:creationId xmlns:a16="http://schemas.microsoft.com/office/drawing/2014/main" id="{794FD6C8-43BC-4102-ACE7-BF469C8BBAFF}"/>
              </a:ext>
            </a:extLst>
          </p:cNvPr>
          <p:cNvSpPr>
            <a:spLocks noGrp="1"/>
          </p:cNvSpPr>
          <p:nvPr>
            <p:ph type="ftr" sz="quarter" idx="18"/>
          </p:nvPr>
        </p:nvSpPr>
        <p:spPr/>
        <p:txBody>
          <a:bodyPr/>
          <a:lstStyle>
            <a:lvl1pPr>
              <a:defRPr spc="0"/>
            </a:lvl1pPr>
          </a:lstStyle>
          <a:p>
            <a:r>
              <a:rPr lang="en-US">
                <a:solidFill>
                  <a:srgbClr val="E4551F"/>
                </a:solidFill>
              </a:rPr>
              <a:t>CS Agentic Development</a:t>
            </a:r>
            <a:endParaRPr>
              <a:solidFill>
                <a:srgbClr val="E4551F"/>
              </a:solidFill>
            </a:endParaRPr>
          </a:p>
        </p:txBody>
      </p:sp>
      <p:sp>
        <p:nvSpPr>
          <p:cNvPr id="3" name="Slide Number Placeholder 2">
            <a:extLst>
              <a:ext uri="{FF2B5EF4-FFF2-40B4-BE49-F238E27FC236}">
                <a16:creationId xmlns:a16="http://schemas.microsoft.com/office/drawing/2014/main" id="{D21BDE68-94B6-4E33-A15B-7D0201FF59A2}"/>
              </a:ext>
            </a:extLst>
          </p:cNvPr>
          <p:cNvSpPr>
            <a:spLocks noGrp="1"/>
          </p:cNvSpPr>
          <p:nvPr>
            <p:ph type="sldNum" sz="quarter" idx="19"/>
          </p:nvPr>
        </p:nvSpPr>
        <p:spPr/>
        <p:txBody>
          <a:bodyPr/>
          <a:lstStyle>
            <a:lvl1pPr>
              <a:defRPr spc="0"/>
            </a:lvl1pPr>
          </a:lstStyle>
          <a:p>
            <a:pPr algn="r"/>
            <a:fld id="{01517C5A-21C8-4A78-AA4B-D0D5DD5ADE52}" type="slidenum">
              <a:rPr smtClean="0">
                <a:solidFill>
                  <a:srgbClr val="FFFFFF"/>
                </a:solidFill>
              </a:rPr>
              <a:pPr algn="r"/>
              <a:t>‹#›</a:t>
            </a:fld>
            <a:endParaRPr>
              <a:solidFill>
                <a:srgbClr val="FFFFFF"/>
              </a:solidFill>
            </a:endParaRPr>
          </a:p>
        </p:txBody>
      </p:sp>
    </p:spTree>
    <p:extLst>
      <p:ext uri="{BB962C8B-B14F-4D97-AF65-F5344CB8AC3E}">
        <p14:creationId xmlns:p14="http://schemas.microsoft.com/office/powerpoint/2010/main" val="33102378"/>
      </p:ext>
    </p:extLst>
  </p:cSld>
  <p:clrMapOvr>
    <a:masterClrMapping/>
  </p:clrMapOvr>
  <p:transition>
    <p:wipe dir="r"/>
  </p:transition>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Content | 3 Collage | Black">
    <p:spTree>
      <p:nvGrpSpPr>
        <p:cNvPr id="1" name=""/>
        <p:cNvGrpSpPr/>
        <p:nvPr/>
      </p:nvGrpSpPr>
      <p:grpSpPr>
        <a:xfrm>
          <a:off x="0" y="0"/>
          <a:ext cx="0" cy="0"/>
          <a:chOff x="0" y="0"/>
          <a:chExt cx="0" cy="0"/>
        </a:xfrm>
      </p:grpSpPr>
      <p:sp>
        <p:nvSpPr>
          <p:cNvPr id="14" name="Picture Placeholder 3">
            <a:extLst>
              <a:ext uri="{FF2B5EF4-FFF2-40B4-BE49-F238E27FC236}">
                <a16:creationId xmlns:a16="http://schemas.microsoft.com/office/drawing/2014/main" id="{BF40DBD9-649C-9E44-A365-E9AF1300ECB3}"/>
              </a:ext>
            </a:extLst>
          </p:cNvPr>
          <p:cNvSpPr>
            <a:spLocks noGrp="1"/>
          </p:cNvSpPr>
          <p:nvPr>
            <p:ph type="pic" sz="quarter" idx="10" hasCustomPrompt="1"/>
          </p:nvPr>
        </p:nvSpPr>
        <p:spPr>
          <a:xfrm>
            <a:off x="0" y="1552919"/>
            <a:ext cx="4145280" cy="1221812"/>
          </a:xfrm>
          <a:ln>
            <a:solidFill>
              <a:schemeClr val="bg1"/>
            </a:solidFill>
          </a:ln>
        </p:spPr>
        <p:txBody>
          <a:bodyPr anchor="ctr"/>
          <a:lstStyle>
            <a:lvl1pPr marL="0" indent="0" algn="ctr">
              <a:buNone/>
              <a:defRPr spc="0"/>
            </a:lvl1pPr>
          </a:lstStyle>
          <a:p>
            <a:r>
              <a:rPr lang="en-US"/>
              <a:t>INSERT PHOTO HERE</a:t>
            </a:r>
          </a:p>
        </p:txBody>
      </p:sp>
      <p:sp>
        <p:nvSpPr>
          <p:cNvPr id="17" name="Picture Placeholder 3">
            <a:extLst>
              <a:ext uri="{FF2B5EF4-FFF2-40B4-BE49-F238E27FC236}">
                <a16:creationId xmlns:a16="http://schemas.microsoft.com/office/drawing/2014/main" id="{1115DFFC-CD2E-F041-805B-96932B19DA14}"/>
              </a:ext>
            </a:extLst>
          </p:cNvPr>
          <p:cNvSpPr>
            <a:spLocks noGrp="1"/>
          </p:cNvSpPr>
          <p:nvPr>
            <p:ph type="pic" sz="quarter" idx="16" hasCustomPrompt="1"/>
          </p:nvPr>
        </p:nvSpPr>
        <p:spPr>
          <a:xfrm>
            <a:off x="4130412" y="1555531"/>
            <a:ext cx="8046720" cy="4560876"/>
          </a:xfrm>
          <a:ln>
            <a:solidFill>
              <a:schemeClr val="bg1"/>
            </a:solidFill>
          </a:ln>
        </p:spPr>
        <p:txBody>
          <a:bodyPr anchor="ctr"/>
          <a:lstStyle>
            <a:lvl1pPr marL="0" indent="0" algn="ctr">
              <a:buNone/>
              <a:defRPr spc="0"/>
            </a:lvl1pPr>
          </a:lstStyle>
          <a:p>
            <a:r>
              <a:rPr lang="en-US"/>
              <a:t>INSERT PHOTO HERE</a:t>
            </a:r>
          </a:p>
        </p:txBody>
      </p:sp>
      <p:sp>
        <p:nvSpPr>
          <p:cNvPr id="18" name="Picture Placeholder 3">
            <a:extLst>
              <a:ext uri="{FF2B5EF4-FFF2-40B4-BE49-F238E27FC236}">
                <a16:creationId xmlns:a16="http://schemas.microsoft.com/office/drawing/2014/main" id="{5025509D-C23E-E24C-9625-BD927A967CA9}"/>
              </a:ext>
            </a:extLst>
          </p:cNvPr>
          <p:cNvSpPr>
            <a:spLocks noGrp="1"/>
          </p:cNvSpPr>
          <p:nvPr>
            <p:ph type="pic" sz="quarter" idx="17" hasCustomPrompt="1"/>
          </p:nvPr>
        </p:nvSpPr>
        <p:spPr>
          <a:xfrm>
            <a:off x="0" y="2774731"/>
            <a:ext cx="4145280" cy="3341676"/>
          </a:xfrm>
          <a:ln>
            <a:solidFill>
              <a:schemeClr val="bg1"/>
            </a:solidFill>
          </a:ln>
        </p:spPr>
        <p:txBody>
          <a:bodyPr anchor="ctr"/>
          <a:lstStyle>
            <a:lvl1pPr marL="0" indent="0" algn="ctr">
              <a:buNone/>
              <a:defRPr spc="0"/>
            </a:lvl1pPr>
          </a:lstStyle>
          <a:p>
            <a:r>
              <a:rPr lang="en-US"/>
              <a:t>INSERT PHOTO HERE</a:t>
            </a:r>
          </a:p>
        </p:txBody>
      </p:sp>
      <p:sp>
        <p:nvSpPr>
          <p:cNvPr id="4" name="Title 3">
            <a:extLst>
              <a:ext uri="{FF2B5EF4-FFF2-40B4-BE49-F238E27FC236}">
                <a16:creationId xmlns:a16="http://schemas.microsoft.com/office/drawing/2014/main" id="{A2A98B6A-953C-CB4D-B187-26021C9C7CD2}"/>
              </a:ext>
            </a:extLst>
          </p:cNvPr>
          <p:cNvSpPr>
            <a:spLocks noGrp="1"/>
          </p:cNvSpPr>
          <p:nvPr>
            <p:ph type="title" hasCustomPrompt="1"/>
          </p:nvPr>
        </p:nvSpPr>
        <p:spPr/>
        <p:txBody>
          <a:bodyPr/>
          <a:lstStyle>
            <a:lvl1pPr>
              <a:defRPr spc="400" baseline="0"/>
            </a:lvl1pPr>
          </a:lstStyle>
          <a:p>
            <a:r>
              <a:rPr lang="en-US"/>
              <a:t>TITLE HERE. ALL CAPS. WHITE. 24 PT.</a:t>
            </a:r>
          </a:p>
        </p:txBody>
      </p:sp>
      <p:sp>
        <p:nvSpPr>
          <p:cNvPr id="2" name="Footer Placeholder 1">
            <a:extLst>
              <a:ext uri="{FF2B5EF4-FFF2-40B4-BE49-F238E27FC236}">
                <a16:creationId xmlns:a16="http://schemas.microsoft.com/office/drawing/2014/main" id="{1821283D-BD12-4875-AF80-4F52F686B3DF}"/>
              </a:ext>
            </a:extLst>
          </p:cNvPr>
          <p:cNvSpPr>
            <a:spLocks noGrp="1"/>
          </p:cNvSpPr>
          <p:nvPr>
            <p:ph type="ftr" sz="quarter" idx="18"/>
          </p:nvPr>
        </p:nvSpPr>
        <p:spPr/>
        <p:txBody>
          <a:bodyPr/>
          <a:lstStyle>
            <a:lvl1pPr>
              <a:defRPr spc="0"/>
            </a:lvl1pPr>
          </a:lstStyle>
          <a:p>
            <a:r>
              <a:rPr lang="en-US">
                <a:solidFill>
                  <a:srgbClr val="E4551F"/>
                </a:solidFill>
              </a:rPr>
              <a:t>CS Agentic Development</a:t>
            </a:r>
            <a:endParaRPr>
              <a:solidFill>
                <a:srgbClr val="E4551F"/>
              </a:solidFill>
            </a:endParaRPr>
          </a:p>
        </p:txBody>
      </p:sp>
      <p:sp>
        <p:nvSpPr>
          <p:cNvPr id="3" name="Slide Number Placeholder 2">
            <a:extLst>
              <a:ext uri="{FF2B5EF4-FFF2-40B4-BE49-F238E27FC236}">
                <a16:creationId xmlns:a16="http://schemas.microsoft.com/office/drawing/2014/main" id="{E0CF32B8-F448-4736-85DD-63E5A177F60E}"/>
              </a:ext>
            </a:extLst>
          </p:cNvPr>
          <p:cNvSpPr>
            <a:spLocks noGrp="1"/>
          </p:cNvSpPr>
          <p:nvPr>
            <p:ph type="sldNum" sz="quarter" idx="19"/>
          </p:nvPr>
        </p:nvSpPr>
        <p:spPr/>
        <p:txBody>
          <a:bodyPr/>
          <a:lstStyle>
            <a:lvl1pPr>
              <a:defRPr spc="0"/>
            </a:lvl1pPr>
          </a:lstStyle>
          <a:p>
            <a:pPr algn="r"/>
            <a:fld id="{01517C5A-21C8-4A78-AA4B-D0D5DD5ADE52}" type="slidenum">
              <a:rPr smtClean="0">
                <a:solidFill>
                  <a:srgbClr val="FFFFFF"/>
                </a:solidFill>
              </a:rPr>
              <a:pPr algn="r"/>
              <a:t>‹#›</a:t>
            </a:fld>
            <a:endParaRPr>
              <a:solidFill>
                <a:srgbClr val="FFFFFF"/>
              </a:solidFill>
            </a:endParaRPr>
          </a:p>
        </p:txBody>
      </p:sp>
    </p:spTree>
    <p:extLst>
      <p:ext uri="{BB962C8B-B14F-4D97-AF65-F5344CB8AC3E}">
        <p14:creationId xmlns:p14="http://schemas.microsoft.com/office/powerpoint/2010/main" val="1530874720"/>
      </p:ext>
    </p:extLst>
  </p:cSld>
  <p:clrMapOvr>
    <a:masterClrMapping/>
  </p:clrMapOvr>
  <p:transition>
    <p:wipe dir="r"/>
  </p:transition>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Content | Two Columns | Black">
    <p:spTree>
      <p:nvGrpSpPr>
        <p:cNvPr id="1" name=""/>
        <p:cNvGrpSpPr/>
        <p:nvPr/>
      </p:nvGrpSpPr>
      <p:grpSpPr>
        <a:xfrm>
          <a:off x="0" y="0"/>
          <a:ext cx="0" cy="0"/>
          <a:chOff x="0" y="0"/>
          <a:chExt cx="0" cy="0"/>
        </a:xfrm>
      </p:grpSpPr>
      <p:sp>
        <p:nvSpPr>
          <p:cNvPr id="7" name="Text Placeholder 2">
            <a:extLst>
              <a:ext uri="{FF2B5EF4-FFF2-40B4-BE49-F238E27FC236}">
                <a16:creationId xmlns:a16="http://schemas.microsoft.com/office/drawing/2014/main" id="{6044BBBB-5C96-3A4C-B91C-AC2AB125BBA5}"/>
              </a:ext>
            </a:extLst>
          </p:cNvPr>
          <p:cNvSpPr>
            <a:spLocks noGrp="1"/>
          </p:cNvSpPr>
          <p:nvPr>
            <p:ph type="body" idx="1" hasCustomPrompt="1"/>
          </p:nvPr>
        </p:nvSpPr>
        <p:spPr>
          <a:xfrm>
            <a:off x="609600" y="1166707"/>
            <a:ext cx="10972800" cy="411740"/>
          </a:xfrm>
        </p:spPr>
        <p:txBody>
          <a:bodyPr anchor="t">
            <a:normAutofit/>
          </a:bodyPr>
          <a:lstStyle>
            <a:lvl1pPr marL="0" indent="0">
              <a:buNone/>
              <a:defRPr sz="1467" b="0" cap="all" spc="400" baseline="0">
                <a:solidFill>
                  <a:schemeClr val="accent1"/>
                </a:solidFill>
              </a:defRPr>
            </a:lvl1pPr>
            <a:lvl2pPr marL="609555" indent="0">
              <a:buNone/>
              <a:defRPr sz="2667" b="1"/>
            </a:lvl2pPr>
            <a:lvl3pPr marL="1219110" indent="0">
              <a:buNone/>
              <a:defRPr sz="2400" b="1"/>
            </a:lvl3pPr>
            <a:lvl4pPr marL="1828664" indent="0">
              <a:buNone/>
              <a:defRPr sz="2133" b="1"/>
            </a:lvl4pPr>
            <a:lvl5pPr marL="2438218" indent="0">
              <a:buNone/>
              <a:defRPr sz="2133" b="1"/>
            </a:lvl5pPr>
            <a:lvl6pPr marL="3047772" indent="0">
              <a:buNone/>
              <a:defRPr sz="2133" b="1"/>
            </a:lvl6pPr>
            <a:lvl7pPr marL="3657327" indent="0">
              <a:buNone/>
              <a:defRPr sz="2133" b="1"/>
            </a:lvl7pPr>
            <a:lvl8pPr marL="4266880" indent="0">
              <a:buNone/>
              <a:defRPr sz="2133" b="1"/>
            </a:lvl8pPr>
            <a:lvl9pPr marL="4876435" indent="0">
              <a:buNone/>
              <a:defRPr sz="2133" b="1"/>
            </a:lvl9pPr>
          </a:lstStyle>
          <a:p>
            <a:pPr lvl="0"/>
            <a:r>
              <a:rPr lang="en-US"/>
              <a:t>SUBTITLE | ALL CAPS | TERRA COTTA | 11 PT</a:t>
            </a:r>
          </a:p>
        </p:txBody>
      </p:sp>
      <p:sp>
        <p:nvSpPr>
          <p:cNvPr id="3" name="Title 2">
            <a:extLst>
              <a:ext uri="{FF2B5EF4-FFF2-40B4-BE49-F238E27FC236}">
                <a16:creationId xmlns:a16="http://schemas.microsoft.com/office/drawing/2014/main" id="{670FBF85-F908-9543-AF8C-C05EF7A1286E}"/>
              </a:ext>
            </a:extLst>
          </p:cNvPr>
          <p:cNvSpPr>
            <a:spLocks noGrp="1"/>
          </p:cNvSpPr>
          <p:nvPr>
            <p:ph type="title" hasCustomPrompt="1"/>
          </p:nvPr>
        </p:nvSpPr>
        <p:spPr/>
        <p:txBody>
          <a:bodyPr/>
          <a:lstStyle>
            <a:lvl1pPr>
              <a:defRPr spc="400" baseline="0"/>
            </a:lvl1pPr>
          </a:lstStyle>
          <a:p>
            <a:r>
              <a:rPr lang="en-US"/>
              <a:t>TITLE HERE. ALL CAPS. WHITE. 24 PT.</a:t>
            </a:r>
          </a:p>
        </p:txBody>
      </p:sp>
      <p:sp>
        <p:nvSpPr>
          <p:cNvPr id="2" name="Footer Placeholder 1">
            <a:extLst>
              <a:ext uri="{FF2B5EF4-FFF2-40B4-BE49-F238E27FC236}">
                <a16:creationId xmlns:a16="http://schemas.microsoft.com/office/drawing/2014/main" id="{7D401187-5DE5-46F5-BE19-2596CA0E38C0}"/>
              </a:ext>
            </a:extLst>
          </p:cNvPr>
          <p:cNvSpPr>
            <a:spLocks noGrp="1"/>
          </p:cNvSpPr>
          <p:nvPr>
            <p:ph type="ftr" sz="quarter" idx="12"/>
          </p:nvPr>
        </p:nvSpPr>
        <p:spPr/>
        <p:txBody>
          <a:bodyPr/>
          <a:lstStyle>
            <a:lvl1pPr>
              <a:defRPr spc="0"/>
            </a:lvl1pPr>
          </a:lstStyle>
          <a:p>
            <a:r>
              <a:rPr lang="en-US">
                <a:solidFill>
                  <a:srgbClr val="E4551F"/>
                </a:solidFill>
              </a:rPr>
              <a:t>CS Agentic Development</a:t>
            </a:r>
            <a:endParaRPr>
              <a:solidFill>
                <a:srgbClr val="E4551F"/>
              </a:solidFill>
            </a:endParaRPr>
          </a:p>
        </p:txBody>
      </p:sp>
      <p:sp>
        <p:nvSpPr>
          <p:cNvPr id="11" name="Content Placeholder 4">
            <a:extLst>
              <a:ext uri="{FF2B5EF4-FFF2-40B4-BE49-F238E27FC236}">
                <a16:creationId xmlns:a16="http://schemas.microsoft.com/office/drawing/2014/main" id="{4C5A4B9D-E5EB-4E0B-9B27-98BCC447BCEE}"/>
              </a:ext>
            </a:extLst>
          </p:cNvPr>
          <p:cNvSpPr>
            <a:spLocks noGrp="1"/>
          </p:cNvSpPr>
          <p:nvPr>
            <p:ph sz="quarter" idx="11"/>
          </p:nvPr>
        </p:nvSpPr>
        <p:spPr>
          <a:xfrm>
            <a:off x="609600" y="1753431"/>
            <a:ext cx="5386917" cy="4327516"/>
          </a:xfrm>
        </p:spPr>
        <p:txBody>
          <a:bodyPr/>
          <a:lstStyle>
            <a:lvl1pPr>
              <a:defRPr spc="0"/>
            </a:lvl1pPr>
            <a:lvl2pPr>
              <a:defRPr spc="0"/>
            </a:lvl2pPr>
            <a:lvl3pPr>
              <a:defRPr spc="0"/>
            </a:lvl3pPr>
            <a:lvl4pPr>
              <a:defRPr spc="0"/>
            </a:lvl4pPr>
            <a:lvl5pPr>
              <a:defRPr spc="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8">
            <a:extLst>
              <a:ext uri="{FF2B5EF4-FFF2-40B4-BE49-F238E27FC236}">
                <a16:creationId xmlns:a16="http://schemas.microsoft.com/office/drawing/2014/main" id="{F1C83059-51E5-4C78-98F2-FD7F352BC5B4}"/>
              </a:ext>
            </a:extLst>
          </p:cNvPr>
          <p:cNvSpPr>
            <a:spLocks noGrp="1"/>
          </p:cNvSpPr>
          <p:nvPr>
            <p:ph sz="quarter" idx="13"/>
          </p:nvPr>
        </p:nvSpPr>
        <p:spPr>
          <a:xfrm>
            <a:off x="6193367" y="1754660"/>
            <a:ext cx="5386917" cy="4318856"/>
          </a:xfrm>
        </p:spPr>
        <p:txBody>
          <a:bodyPr/>
          <a:lstStyle>
            <a:lvl1pPr>
              <a:defRPr spc="0"/>
            </a:lvl1pPr>
            <a:lvl2pPr>
              <a:defRPr spc="0"/>
            </a:lvl2pPr>
            <a:lvl3pPr>
              <a:defRPr spc="0"/>
            </a:lvl3pPr>
            <a:lvl4pPr>
              <a:defRPr spc="0"/>
            </a:lvl4pPr>
            <a:lvl5pPr>
              <a:defRPr spc="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3">
            <a:extLst>
              <a:ext uri="{FF2B5EF4-FFF2-40B4-BE49-F238E27FC236}">
                <a16:creationId xmlns:a16="http://schemas.microsoft.com/office/drawing/2014/main" id="{B79ED366-2A05-459B-9DF8-5BF698B7A4FA}"/>
              </a:ext>
            </a:extLst>
          </p:cNvPr>
          <p:cNvSpPr>
            <a:spLocks noGrp="1"/>
          </p:cNvSpPr>
          <p:nvPr>
            <p:ph type="sldNum" sz="quarter" idx="14"/>
          </p:nvPr>
        </p:nvSpPr>
        <p:spPr/>
        <p:txBody>
          <a:bodyPr/>
          <a:lstStyle>
            <a:lvl1pPr>
              <a:defRPr spc="0"/>
            </a:lvl1pPr>
          </a:lstStyle>
          <a:p>
            <a:pPr algn="r"/>
            <a:fld id="{01517C5A-21C8-4A78-AA4B-D0D5DD5ADE52}" type="slidenum">
              <a:rPr smtClean="0">
                <a:solidFill>
                  <a:srgbClr val="FFFFFF"/>
                </a:solidFill>
              </a:rPr>
              <a:pPr algn="r"/>
              <a:t>‹#›</a:t>
            </a:fld>
            <a:endParaRPr>
              <a:solidFill>
                <a:srgbClr val="FFFFFF"/>
              </a:solidFill>
            </a:endParaRPr>
          </a:p>
        </p:txBody>
      </p:sp>
    </p:spTree>
    <p:extLst>
      <p:ext uri="{BB962C8B-B14F-4D97-AF65-F5344CB8AC3E}">
        <p14:creationId xmlns:p14="http://schemas.microsoft.com/office/powerpoint/2010/main" val="445842119"/>
      </p:ext>
    </p:extLst>
  </p:cSld>
  <p:clrMapOvr>
    <a:masterClrMapping/>
  </p:clrMapOvr>
  <p:transition>
    <p:wipe dir="r"/>
  </p:transition>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Content | Three Columns | Black">
    <p:spTree>
      <p:nvGrpSpPr>
        <p:cNvPr id="1" name=""/>
        <p:cNvGrpSpPr/>
        <p:nvPr/>
      </p:nvGrpSpPr>
      <p:grpSpPr>
        <a:xfrm>
          <a:off x="0" y="0"/>
          <a:ext cx="0" cy="0"/>
          <a:chOff x="0" y="0"/>
          <a:chExt cx="0" cy="0"/>
        </a:xfrm>
      </p:grpSpPr>
      <p:sp>
        <p:nvSpPr>
          <p:cNvPr id="9" name="Text Placeholder 2">
            <a:extLst>
              <a:ext uri="{FF2B5EF4-FFF2-40B4-BE49-F238E27FC236}">
                <a16:creationId xmlns:a16="http://schemas.microsoft.com/office/drawing/2014/main" id="{ED6962E5-3DA9-814E-8D8E-BA7C9106E7CA}"/>
              </a:ext>
            </a:extLst>
          </p:cNvPr>
          <p:cNvSpPr>
            <a:spLocks noGrp="1"/>
          </p:cNvSpPr>
          <p:nvPr>
            <p:ph type="body" idx="16" hasCustomPrompt="1"/>
          </p:nvPr>
        </p:nvSpPr>
        <p:spPr>
          <a:xfrm>
            <a:off x="609600" y="1166707"/>
            <a:ext cx="10972800" cy="411740"/>
          </a:xfrm>
        </p:spPr>
        <p:txBody>
          <a:bodyPr anchor="t">
            <a:normAutofit/>
          </a:bodyPr>
          <a:lstStyle>
            <a:lvl1pPr marL="0" indent="0">
              <a:buNone/>
              <a:defRPr sz="1467" b="0" cap="all" spc="400" baseline="0">
                <a:solidFill>
                  <a:schemeClr val="accent1"/>
                </a:solidFill>
              </a:defRPr>
            </a:lvl1pPr>
            <a:lvl2pPr marL="609555" indent="0">
              <a:buNone/>
              <a:defRPr sz="2667" b="1"/>
            </a:lvl2pPr>
            <a:lvl3pPr marL="1219110" indent="0">
              <a:buNone/>
              <a:defRPr sz="2400" b="1"/>
            </a:lvl3pPr>
            <a:lvl4pPr marL="1828664" indent="0">
              <a:buNone/>
              <a:defRPr sz="2133" b="1"/>
            </a:lvl4pPr>
            <a:lvl5pPr marL="2438218" indent="0">
              <a:buNone/>
              <a:defRPr sz="2133" b="1"/>
            </a:lvl5pPr>
            <a:lvl6pPr marL="3047772" indent="0">
              <a:buNone/>
              <a:defRPr sz="2133" b="1"/>
            </a:lvl6pPr>
            <a:lvl7pPr marL="3657327" indent="0">
              <a:buNone/>
              <a:defRPr sz="2133" b="1"/>
            </a:lvl7pPr>
            <a:lvl8pPr marL="4266880" indent="0">
              <a:buNone/>
              <a:defRPr sz="2133" b="1"/>
            </a:lvl8pPr>
            <a:lvl9pPr marL="4876435" indent="0">
              <a:buNone/>
              <a:defRPr sz="2133" b="1"/>
            </a:lvl9pPr>
          </a:lstStyle>
          <a:p>
            <a:pPr lvl="0"/>
            <a:r>
              <a:rPr lang="en-US"/>
              <a:t>SUBTITLE | ALL CAPS | TERRA COTTA | 11 PT</a:t>
            </a:r>
          </a:p>
        </p:txBody>
      </p:sp>
      <p:sp>
        <p:nvSpPr>
          <p:cNvPr id="3" name="Title 2">
            <a:extLst>
              <a:ext uri="{FF2B5EF4-FFF2-40B4-BE49-F238E27FC236}">
                <a16:creationId xmlns:a16="http://schemas.microsoft.com/office/drawing/2014/main" id="{7F82CE58-32D5-3345-8D45-4B2911CEFF06}"/>
              </a:ext>
            </a:extLst>
          </p:cNvPr>
          <p:cNvSpPr>
            <a:spLocks noGrp="1"/>
          </p:cNvSpPr>
          <p:nvPr>
            <p:ph type="title" hasCustomPrompt="1"/>
          </p:nvPr>
        </p:nvSpPr>
        <p:spPr/>
        <p:txBody>
          <a:bodyPr/>
          <a:lstStyle>
            <a:lvl1pPr>
              <a:defRPr spc="400" baseline="0"/>
            </a:lvl1pPr>
          </a:lstStyle>
          <a:p>
            <a:r>
              <a:rPr lang="en-US"/>
              <a:t>TITLE HERE. ALL CAPS. WHITE. 24 PT.</a:t>
            </a:r>
          </a:p>
        </p:txBody>
      </p:sp>
      <p:sp>
        <p:nvSpPr>
          <p:cNvPr id="2" name="Footer Placeholder 1">
            <a:extLst>
              <a:ext uri="{FF2B5EF4-FFF2-40B4-BE49-F238E27FC236}">
                <a16:creationId xmlns:a16="http://schemas.microsoft.com/office/drawing/2014/main" id="{198A64F6-4B15-444C-BB90-5F5E8F3B383D}"/>
              </a:ext>
            </a:extLst>
          </p:cNvPr>
          <p:cNvSpPr>
            <a:spLocks noGrp="1"/>
          </p:cNvSpPr>
          <p:nvPr>
            <p:ph type="ftr" sz="quarter" idx="17"/>
          </p:nvPr>
        </p:nvSpPr>
        <p:spPr/>
        <p:txBody>
          <a:bodyPr/>
          <a:lstStyle>
            <a:lvl1pPr>
              <a:defRPr spc="0"/>
            </a:lvl1pPr>
          </a:lstStyle>
          <a:p>
            <a:r>
              <a:rPr lang="en-US">
                <a:solidFill>
                  <a:srgbClr val="E4551F"/>
                </a:solidFill>
              </a:rPr>
              <a:t>CS Agentic Development</a:t>
            </a:r>
            <a:endParaRPr>
              <a:solidFill>
                <a:srgbClr val="E4551F"/>
              </a:solidFill>
            </a:endParaRPr>
          </a:p>
        </p:txBody>
      </p:sp>
      <p:sp>
        <p:nvSpPr>
          <p:cNvPr id="12" name="Content Placeholder 2"/>
          <p:cNvSpPr>
            <a:spLocks noGrp="1"/>
          </p:cNvSpPr>
          <p:nvPr>
            <p:ph sz="half" idx="1" hasCustomPrompt="1"/>
          </p:nvPr>
        </p:nvSpPr>
        <p:spPr>
          <a:xfrm>
            <a:off x="609600" y="1688175"/>
            <a:ext cx="3535680" cy="4392772"/>
          </a:xfrm>
        </p:spPr>
        <p:txBody>
          <a:bodyPr>
            <a:noAutofit/>
          </a:bodyPr>
          <a:lstStyle>
            <a:lvl1pPr>
              <a:buClr>
                <a:schemeClr val="accent1"/>
              </a:buClr>
              <a:defRPr sz="2133" spc="0"/>
            </a:lvl1pPr>
            <a:lvl2pPr>
              <a:buClr>
                <a:schemeClr val="accent1"/>
              </a:buClr>
              <a:defRPr sz="1867" spc="0"/>
            </a:lvl2pPr>
            <a:lvl3pPr>
              <a:buClr>
                <a:schemeClr val="accent1"/>
              </a:buClr>
              <a:defRPr sz="1600" spc="0"/>
            </a:lvl3pPr>
            <a:lvl4pPr marL="1828664" indent="0">
              <a:buClr>
                <a:schemeClr val="bg2"/>
              </a:buClr>
              <a:buNone/>
              <a:defRPr sz="1600"/>
            </a:lvl4pPr>
            <a:lvl5pPr>
              <a:buClr>
                <a:schemeClr val="bg2"/>
              </a:buClr>
              <a:defRPr sz="1600"/>
            </a:lvl5pPr>
            <a:lvl6pPr>
              <a:defRPr sz="2400"/>
            </a:lvl6pPr>
            <a:lvl7pPr>
              <a:defRPr sz="2400"/>
            </a:lvl7pPr>
            <a:lvl8pPr>
              <a:defRPr sz="2400"/>
            </a:lvl8pPr>
            <a:lvl9pPr>
              <a:defRPr sz="2400"/>
            </a:lvl9pPr>
          </a:lstStyle>
          <a:p>
            <a:pPr lvl="0"/>
            <a:r>
              <a:rPr lang="en-US"/>
              <a:t>Click to edit Master text styles</a:t>
            </a:r>
          </a:p>
          <a:p>
            <a:pPr lvl="1"/>
            <a:r>
              <a:rPr lang="en-US"/>
              <a:t>Second level</a:t>
            </a:r>
          </a:p>
          <a:p>
            <a:pPr lvl="2"/>
            <a:r>
              <a:rPr lang="en-US"/>
              <a:t>Third level</a:t>
            </a:r>
          </a:p>
        </p:txBody>
      </p:sp>
      <p:sp>
        <p:nvSpPr>
          <p:cNvPr id="13" name="Content Placeholder 3"/>
          <p:cNvSpPr>
            <a:spLocks noGrp="1"/>
          </p:cNvSpPr>
          <p:nvPr>
            <p:ph sz="half" idx="2" hasCustomPrompt="1"/>
          </p:nvPr>
        </p:nvSpPr>
        <p:spPr>
          <a:xfrm>
            <a:off x="8046720" y="1688175"/>
            <a:ext cx="3535680" cy="4392772"/>
          </a:xfrm>
        </p:spPr>
        <p:txBody>
          <a:bodyPr>
            <a:noAutofit/>
          </a:bodyPr>
          <a:lstStyle>
            <a:lvl1pPr>
              <a:buClr>
                <a:schemeClr val="accent1"/>
              </a:buClr>
              <a:defRPr sz="2133" spc="0"/>
            </a:lvl1pPr>
            <a:lvl2pPr>
              <a:buClr>
                <a:schemeClr val="accent1"/>
              </a:buClr>
              <a:defRPr sz="1867" spc="0"/>
            </a:lvl2pPr>
            <a:lvl3pPr>
              <a:buClr>
                <a:schemeClr val="accent1"/>
              </a:buClr>
              <a:defRPr sz="1600" spc="0"/>
            </a:lvl3pPr>
            <a:lvl4pPr>
              <a:buClr>
                <a:schemeClr val="bg2"/>
              </a:buClr>
              <a:defRPr sz="1600"/>
            </a:lvl4pPr>
            <a:lvl5pPr>
              <a:buClr>
                <a:schemeClr val="bg2"/>
              </a:buClr>
              <a:defRPr sz="1600"/>
            </a:lvl5pPr>
            <a:lvl6pPr>
              <a:defRPr sz="2400"/>
            </a:lvl6pPr>
            <a:lvl7pPr>
              <a:defRPr sz="2400"/>
            </a:lvl7pPr>
            <a:lvl8pPr>
              <a:defRPr sz="2400"/>
            </a:lvl8pPr>
            <a:lvl9pPr>
              <a:defRPr sz="2400"/>
            </a:lvl9pPr>
          </a:lstStyle>
          <a:p>
            <a:pPr lvl="0"/>
            <a:r>
              <a:rPr lang="en-US"/>
              <a:t>Click to edit Master text styles</a:t>
            </a:r>
          </a:p>
          <a:p>
            <a:pPr lvl="1"/>
            <a:r>
              <a:rPr lang="en-US"/>
              <a:t>Second level</a:t>
            </a:r>
          </a:p>
          <a:p>
            <a:pPr lvl="2"/>
            <a:r>
              <a:rPr lang="en-US"/>
              <a:t>Third level</a:t>
            </a:r>
          </a:p>
        </p:txBody>
      </p:sp>
      <p:sp>
        <p:nvSpPr>
          <p:cNvPr id="14" name="Content Placeholder 3"/>
          <p:cNvSpPr>
            <a:spLocks noGrp="1"/>
          </p:cNvSpPr>
          <p:nvPr>
            <p:ph sz="half" idx="12" hasCustomPrompt="1"/>
          </p:nvPr>
        </p:nvSpPr>
        <p:spPr>
          <a:xfrm>
            <a:off x="4328160" y="1688175"/>
            <a:ext cx="3535680" cy="4392772"/>
          </a:xfrm>
        </p:spPr>
        <p:txBody>
          <a:bodyPr>
            <a:noAutofit/>
          </a:bodyPr>
          <a:lstStyle>
            <a:lvl1pPr>
              <a:buClr>
                <a:schemeClr val="accent1"/>
              </a:buClr>
              <a:defRPr sz="2133" spc="0"/>
            </a:lvl1pPr>
            <a:lvl2pPr>
              <a:buClr>
                <a:schemeClr val="accent1"/>
              </a:buClr>
              <a:defRPr sz="1867" spc="0"/>
            </a:lvl2pPr>
            <a:lvl3pPr>
              <a:buClr>
                <a:schemeClr val="accent1"/>
              </a:buClr>
              <a:defRPr sz="1600" spc="0"/>
            </a:lvl3pPr>
            <a:lvl4pPr>
              <a:buClr>
                <a:schemeClr val="bg2"/>
              </a:buClr>
              <a:defRPr sz="1600"/>
            </a:lvl4pPr>
            <a:lvl5pPr>
              <a:buClr>
                <a:schemeClr val="bg2"/>
              </a:buClr>
              <a:defRPr sz="1600"/>
            </a:lvl5pPr>
            <a:lvl6pPr>
              <a:defRPr sz="2400"/>
            </a:lvl6pPr>
            <a:lvl7pPr>
              <a:defRPr sz="2400"/>
            </a:lvl7pPr>
            <a:lvl8pPr>
              <a:defRPr sz="2400"/>
            </a:lvl8pPr>
            <a:lvl9pPr>
              <a:defRPr sz="2400"/>
            </a:lvl9pPr>
          </a:lstStyle>
          <a:p>
            <a:pPr lvl="0"/>
            <a:r>
              <a:rPr lang="en-US"/>
              <a:t>Click to edit Master text styles</a:t>
            </a:r>
          </a:p>
          <a:p>
            <a:pPr lvl="1"/>
            <a:r>
              <a:rPr lang="en-US"/>
              <a:t>Second level</a:t>
            </a:r>
          </a:p>
          <a:p>
            <a:pPr lvl="2"/>
            <a:r>
              <a:rPr lang="en-US"/>
              <a:t>Third level</a:t>
            </a:r>
          </a:p>
        </p:txBody>
      </p:sp>
      <p:sp>
        <p:nvSpPr>
          <p:cNvPr id="4" name="Slide Number Placeholder 3">
            <a:extLst>
              <a:ext uri="{FF2B5EF4-FFF2-40B4-BE49-F238E27FC236}">
                <a16:creationId xmlns:a16="http://schemas.microsoft.com/office/drawing/2014/main" id="{B5B9F715-BBA8-46EE-81BA-5AB0ECF70AFF}"/>
              </a:ext>
            </a:extLst>
          </p:cNvPr>
          <p:cNvSpPr>
            <a:spLocks noGrp="1"/>
          </p:cNvSpPr>
          <p:nvPr>
            <p:ph type="sldNum" sz="quarter" idx="18"/>
          </p:nvPr>
        </p:nvSpPr>
        <p:spPr/>
        <p:txBody>
          <a:bodyPr/>
          <a:lstStyle>
            <a:lvl1pPr>
              <a:defRPr spc="0"/>
            </a:lvl1pPr>
          </a:lstStyle>
          <a:p>
            <a:pPr algn="r"/>
            <a:fld id="{01517C5A-21C8-4A78-AA4B-D0D5DD5ADE52}" type="slidenum">
              <a:rPr smtClean="0">
                <a:solidFill>
                  <a:srgbClr val="FFFFFF"/>
                </a:solidFill>
              </a:rPr>
              <a:pPr algn="r"/>
              <a:t>‹#›</a:t>
            </a:fld>
            <a:endParaRPr>
              <a:solidFill>
                <a:srgbClr val="FFFFFF"/>
              </a:solidFill>
            </a:endParaRPr>
          </a:p>
        </p:txBody>
      </p:sp>
    </p:spTree>
    <p:extLst>
      <p:ext uri="{BB962C8B-B14F-4D97-AF65-F5344CB8AC3E}">
        <p14:creationId xmlns:p14="http://schemas.microsoft.com/office/powerpoint/2010/main" val="843302381"/>
      </p:ext>
    </p:extLst>
  </p:cSld>
  <p:clrMapOvr>
    <a:masterClrMapping/>
  </p:clrMapOvr>
  <p:transition>
    <p:wipe dir="r"/>
  </p:transition>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Blank | Black">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C46A440C-5DF3-4DDD-A00A-84F8F4748E8D}"/>
              </a:ext>
            </a:extLst>
          </p:cNvPr>
          <p:cNvSpPr>
            <a:spLocks noGrp="1"/>
          </p:cNvSpPr>
          <p:nvPr>
            <p:ph type="ftr" sz="quarter" idx="10"/>
          </p:nvPr>
        </p:nvSpPr>
        <p:spPr/>
        <p:txBody>
          <a:bodyPr/>
          <a:lstStyle>
            <a:lvl1pPr>
              <a:defRPr spc="0"/>
            </a:lvl1pPr>
          </a:lstStyle>
          <a:p>
            <a:r>
              <a:rPr lang="en-US">
                <a:solidFill>
                  <a:srgbClr val="E4551F"/>
                </a:solidFill>
              </a:rPr>
              <a:t>CS Agentic Development</a:t>
            </a:r>
            <a:endParaRPr>
              <a:solidFill>
                <a:srgbClr val="E4551F"/>
              </a:solidFill>
            </a:endParaRPr>
          </a:p>
        </p:txBody>
      </p:sp>
      <p:sp>
        <p:nvSpPr>
          <p:cNvPr id="5" name="Slide Number Placeholder 4">
            <a:extLst>
              <a:ext uri="{FF2B5EF4-FFF2-40B4-BE49-F238E27FC236}">
                <a16:creationId xmlns:a16="http://schemas.microsoft.com/office/drawing/2014/main" id="{FB4E18CA-2E4A-41D9-B678-28F90E51E09B}"/>
              </a:ext>
            </a:extLst>
          </p:cNvPr>
          <p:cNvSpPr>
            <a:spLocks noGrp="1"/>
          </p:cNvSpPr>
          <p:nvPr>
            <p:ph type="sldNum" sz="quarter" idx="11"/>
          </p:nvPr>
        </p:nvSpPr>
        <p:spPr/>
        <p:txBody>
          <a:bodyPr/>
          <a:lstStyle>
            <a:lvl1pPr>
              <a:defRPr spc="0"/>
            </a:lvl1pPr>
          </a:lstStyle>
          <a:p>
            <a:pPr algn="r"/>
            <a:fld id="{01517C5A-21C8-4A78-AA4B-D0D5DD5ADE52}" type="slidenum">
              <a:rPr smtClean="0">
                <a:solidFill>
                  <a:srgbClr val="FFFFFF"/>
                </a:solidFill>
              </a:rPr>
              <a:pPr algn="r"/>
              <a:t>‹#›</a:t>
            </a:fld>
            <a:endParaRPr>
              <a:solidFill>
                <a:srgbClr val="FFFFFF"/>
              </a:solidFill>
            </a:endParaRPr>
          </a:p>
        </p:txBody>
      </p:sp>
    </p:spTree>
    <p:extLst>
      <p:ext uri="{BB962C8B-B14F-4D97-AF65-F5344CB8AC3E}">
        <p14:creationId xmlns:p14="http://schemas.microsoft.com/office/powerpoint/2010/main" val="3797746509"/>
      </p:ext>
    </p:extLst>
  </p:cSld>
  <p:clrMapOvr>
    <a:masterClrMapping/>
  </p:clrMapOvr>
  <p:transition>
    <p:wipe dir="r"/>
  </p:transition>
</p:sldLayout>
</file>

<file path=ppt/slideLayouts/slideLayout76.xml><?xml version="1.0" encoding="utf-8"?>
<p:sldLayout xmlns:a="http://schemas.openxmlformats.org/drawingml/2006/main" xmlns:r="http://schemas.openxmlformats.org/officeDocument/2006/relationships" xmlns:p="http://schemas.openxmlformats.org/presentationml/2006/main" showMasterSp="0" preserve="1" userDrawn="1">
  <p:cSld name="Blank | Black | No Logo">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A5C24002-EE42-4430-9A4A-6C0B504FEA51}"/>
              </a:ext>
            </a:extLst>
          </p:cNvPr>
          <p:cNvSpPr>
            <a:spLocks noGrp="1"/>
          </p:cNvSpPr>
          <p:nvPr>
            <p:ph type="ftr" sz="quarter" idx="10"/>
          </p:nvPr>
        </p:nvSpPr>
        <p:spPr/>
        <p:txBody>
          <a:bodyPr/>
          <a:lstStyle>
            <a:lvl1pPr>
              <a:defRPr spc="0"/>
            </a:lvl1pPr>
          </a:lstStyle>
          <a:p>
            <a:r>
              <a:rPr lang="en-US">
                <a:solidFill>
                  <a:srgbClr val="E4551F"/>
                </a:solidFill>
              </a:rPr>
              <a:t>CS Agentic Development</a:t>
            </a:r>
            <a:endParaRPr>
              <a:solidFill>
                <a:srgbClr val="E4551F"/>
              </a:solidFill>
            </a:endParaRPr>
          </a:p>
        </p:txBody>
      </p:sp>
      <p:sp>
        <p:nvSpPr>
          <p:cNvPr id="6" name="Slide Number Placeholder 5">
            <a:extLst>
              <a:ext uri="{FF2B5EF4-FFF2-40B4-BE49-F238E27FC236}">
                <a16:creationId xmlns:a16="http://schemas.microsoft.com/office/drawing/2014/main" id="{12E0FB2B-E08A-4F60-8C05-86602CA6541D}"/>
              </a:ext>
            </a:extLst>
          </p:cNvPr>
          <p:cNvSpPr>
            <a:spLocks noGrp="1"/>
          </p:cNvSpPr>
          <p:nvPr>
            <p:ph type="sldNum" sz="quarter" idx="11"/>
          </p:nvPr>
        </p:nvSpPr>
        <p:spPr/>
        <p:txBody>
          <a:bodyPr/>
          <a:lstStyle>
            <a:lvl1pPr>
              <a:defRPr spc="0"/>
            </a:lvl1pPr>
          </a:lstStyle>
          <a:p>
            <a:pPr algn="r"/>
            <a:fld id="{01517C5A-21C8-4A78-AA4B-D0D5DD5ADE52}" type="slidenum">
              <a:rPr smtClean="0">
                <a:solidFill>
                  <a:srgbClr val="FFFFFF"/>
                </a:solidFill>
              </a:rPr>
              <a:pPr algn="r"/>
              <a:t>‹#›</a:t>
            </a:fld>
            <a:endParaRPr>
              <a:solidFill>
                <a:srgbClr val="FFFFFF"/>
              </a:solidFill>
            </a:endParaRPr>
          </a:p>
        </p:txBody>
      </p:sp>
      <p:sp>
        <p:nvSpPr>
          <p:cNvPr id="5" name="Footer Placeholder 3">
            <a:extLst>
              <a:ext uri="{FF2B5EF4-FFF2-40B4-BE49-F238E27FC236}">
                <a16:creationId xmlns:a16="http://schemas.microsoft.com/office/drawing/2014/main" id="{53DD90CB-1EDF-48E1-BC72-0C5983054F42}"/>
              </a:ext>
            </a:extLst>
          </p:cNvPr>
          <p:cNvSpPr txBox="1">
            <a:spLocks/>
          </p:cNvSpPr>
          <p:nvPr userDrawn="1"/>
        </p:nvSpPr>
        <p:spPr>
          <a:xfrm>
            <a:off x="5296102" y="6279969"/>
            <a:ext cx="5997303" cy="183091"/>
          </a:xfrm>
          <a:prstGeom prst="rect">
            <a:avLst/>
          </a:prstGeom>
        </p:spPr>
        <p:txBody>
          <a:bodyPr vert="horz" lIns="0" tIns="0" rIns="0" bIns="0" rtlCol="0" anchor="ctr"/>
          <a:lstStyle>
            <a:defPPr>
              <a:defRPr lang="en-US"/>
            </a:defPPr>
            <a:lvl1pPr marL="0" algn="r" defTabSz="457200" rtl="0" eaLnBrk="1" latinLnBrk="0" hangingPunct="1">
              <a:defRPr sz="600" b="0" kern="800" spc="40" baseline="0">
                <a:solidFill>
                  <a:schemeClr val="tx2"/>
                </a:solidFill>
                <a:latin typeface="+mj-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800" spc="0">
                <a:solidFill>
                  <a:srgbClr val="FFFFFF"/>
                </a:solidFill>
                <a:cs typeface="DIN-Light"/>
              </a:rPr>
              <a:t>© 2020 </a:t>
            </a:r>
            <a:r>
              <a:rPr lang="en-US" sz="800" spc="0">
                <a:solidFill>
                  <a:srgbClr val="FFFFFF"/>
                </a:solidFill>
              </a:rPr>
              <a:t>Collins Aerospace</a:t>
            </a:r>
            <a:endParaRPr lang="en-US" sz="800" spc="0">
              <a:solidFill>
                <a:srgbClr val="E4551F"/>
              </a:solidFill>
              <a:cs typeface="DIN-Light"/>
              <a:sym typeface="Verdana"/>
            </a:endParaRPr>
          </a:p>
        </p:txBody>
      </p:sp>
    </p:spTree>
    <p:extLst>
      <p:ext uri="{BB962C8B-B14F-4D97-AF65-F5344CB8AC3E}">
        <p14:creationId xmlns:p14="http://schemas.microsoft.com/office/powerpoint/2010/main" val="1994870944"/>
      </p:ext>
    </p:extLst>
  </p:cSld>
  <p:clrMapOvr>
    <a:masterClrMapping/>
  </p:clrMapOvr>
  <p:transition>
    <p:wipe dir="r"/>
  </p:transition>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p:cSld name="Cover Slide | White Text">
    <p:spTree>
      <p:nvGrpSpPr>
        <p:cNvPr id="1" name=""/>
        <p:cNvGrpSpPr/>
        <p:nvPr/>
      </p:nvGrpSpPr>
      <p:grpSpPr>
        <a:xfrm>
          <a:off x="0" y="0"/>
          <a:ext cx="0" cy="0"/>
          <a:chOff x="0" y="0"/>
          <a:chExt cx="0" cy="0"/>
        </a:xfrm>
      </p:grpSpPr>
      <p:sp>
        <p:nvSpPr>
          <p:cNvPr id="13" name="Title Placeholder 1"/>
          <p:cNvSpPr>
            <a:spLocks noGrp="1"/>
          </p:cNvSpPr>
          <p:nvPr>
            <p:ph type="title" hasCustomPrompt="1"/>
          </p:nvPr>
        </p:nvSpPr>
        <p:spPr>
          <a:xfrm>
            <a:off x="609600" y="466828"/>
            <a:ext cx="6495845" cy="1617613"/>
          </a:xfrm>
          <a:prstGeom prst="rect">
            <a:avLst/>
          </a:prstGeom>
        </p:spPr>
        <p:txBody>
          <a:bodyPr vert="horz" lIns="91440" tIns="45720" rIns="91440" bIns="45720" rtlCol="0" anchor="b">
            <a:noAutofit/>
          </a:bodyPr>
          <a:lstStyle>
            <a:lvl1pPr>
              <a:defRPr spc="400" baseline="0"/>
            </a:lvl1pPr>
          </a:lstStyle>
          <a:p>
            <a:pPr lvl="0"/>
            <a:r>
              <a:rPr lang="en-US"/>
              <a:t>TITLE HERE. ALL CAPS. WHITE. 24 PT.</a:t>
            </a:r>
          </a:p>
        </p:txBody>
      </p:sp>
      <p:sp>
        <p:nvSpPr>
          <p:cNvPr id="11" name="Text Placeholder 17">
            <a:extLst>
              <a:ext uri="{FF2B5EF4-FFF2-40B4-BE49-F238E27FC236}">
                <a16:creationId xmlns:a16="http://schemas.microsoft.com/office/drawing/2014/main" id="{7397E52E-98A3-4984-931D-1E63DCDB9A33}"/>
              </a:ext>
            </a:extLst>
          </p:cNvPr>
          <p:cNvSpPr>
            <a:spLocks noGrp="1"/>
          </p:cNvSpPr>
          <p:nvPr>
            <p:ph type="body" sz="quarter" idx="28" hasCustomPrompt="1"/>
          </p:nvPr>
        </p:nvSpPr>
        <p:spPr>
          <a:xfrm>
            <a:off x="609600" y="2138819"/>
            <a:ext cx="6507888" cy="613853"/>
          </a:xfrm>
        </p:spPr>
        <p:txBody>
          <a:bodyPr anchor="t">
            <a:noAutofit/>
          </a:bodyPr>
          <a:lstStyle>
            <a:lvl1pPr marL="0" indent="0">
              <a:buNone/>
              <a:defRPr sz="1467" cap="all" spc="400" baseline="0">
                <a:solidFill>
                  <a:schemeClr val="accent1"/>
                </a:solidFill>
              </a:defRPr>
            </a:lvl1pPr>
          </a:lstStyle>
          <a:p>
            <a:pPr lvl="0"/>
            <a:r>
              <a:rPr lang="en-US"/>
              <a:t>SUBHEAD HERE. ALL CAPS. TERRA COTTA. 11 PT.</a:t>
            </a:r>
          </a:p>
        </p:txBody>
      </p:sp>
      <p:sp>
        <p:nvSpPr>
          <p:cNvPr id="3" name="Footer Placeholder 2">
            <a:extLst>
              <a:ext uri="{FF2B5EF4-FFF2-40B4-BE49-F238E27FC236}">
                <a16:creationId xmlns:a16="http://schemas.microsoft.com/office/drawing/2014/main" id="{7A221D27-7279-4E5A-A354-B1B0C73D427F}"/>
              </a:ext>
            </a:extLst>
          </p:cNvPr>
          <p:cNvSpPr>
            <a:spLocks noGrp="1"/>
          </p:cNvSpPr>
          <p:nvPr>
            <p:ph type="ftr" sz="quarter" idx="29"/>
          </p:nvPr>
        </p:nvSpPr>
        <p:spPr/>
        <p:txBody>
          <a:bodyPr/>
          <a:lstStyle/>
          <a:p>
            <a:r>
              <a:rPr lang="en-US">
                <a:solidFill>
                  <a:srgbClr val="E4551F"/>
                </a:solidFill>
              </a:rPr>
              <a:t>CS Agentic Development</a:t>
            </a:r>
            <a:endParaRPr>
              <a:solidFill>
                <a:srgbClr val="E4551F"/>
              </a:solidFill>
            </a:endParaRPr>
          </a:p>
        </p:txBody>
      </p:sp>
      <p:sp>
        <p:nvSpPr>
          <p:cNvPr id="4" name="Slide Number Placeholder 3">
            <a:extLst>
              <a:ext uri="{FF2B5EF4-FFF2-40B4-BE49-F238E27FC236}">
                <a16:creationId xmlns:a16="http://schemas.microsoft.com/office/drawing/2014/main" id="{DB156E47-238B-4F65-BF44-6D8FA932FBBD}"/>
              </a:ext>
            </a:extLst>
          </p:cNvPr>
          <p:cNvSpPr>
            <a:spLocks noGrp="1"/>
          </p:cNvSpPr>
          <p:nvPr>
            <p:ph type="sldNum" sz="quarter" idx="30"/>
          </p:nvPr>
        </p:nvSpPr>
        <p:spPr/>
        <p:txBody>
          <a:bodyPr/>
          <a:lstStyle/>
          <a:p>
            <a:pPr algn="r"/>
            <a:fld id="{01517C5A-21C8-4A78-AA4B-D0D5DD5ADE52}" type="slidenum">
              <a:rPr>
                <a:solidFill>
                  <a:srgbClr val="FFFFFF"/>
                </a:solidFill>
              </a:rPr>
              <a:pPr algn="r"/>
              <a:t>‹#›</a:t>
            </a:fld>
            <a:endParaRPr>
              <a:solidFill>
                <a:srgbClr val="FFFFFF"/>
              </a:solidFill>
            </a:endParaRPr>
          </a:p>
        </p:txBody>
      </p:sp>
    </p:spTree>
    <p:extLst>
      <p:ext uri="{BB962C8B-B14F-4D97-AF65-F5344CB8AC3E}">
        <p14:creationId xmlns:p14="http://schemas.microsoft.com/office/powerpoint/2010/main" val="1810851388"/>
      </p:ext>
    </p:extLst>
  </p:cSld>
  <p:clrMapOvr>
    <a:masterClrMapping/>
  </p:clrMapOvr>
  <p:transition>
    <p:wipe dir="r"/>
  </p:transition>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p:cSld name="Cover Slide | Black Text">
    <p:bg>
      <p:bgRef idx="1001">
        <a:schemeClr val="bg1"/>
      </p:bgRef>
    </p:bg>
    <p:spTree>
      <p:nvGrpSpPr>
        <p:cNvPr id="1" name=""/>
        <p:cNvGrpSpPr/>
        <p:nvPr/>
      </p:nvGrpSpPr>
      <p:grpSpPr>
        <a:xfrm>
          <a:off x="0" y="0"/>
          <a:ext cx="0" cy="0"/>
          <a:chOff x="0" y="0"/>
          <a:chExt cx="0" cy="0"/>
        </a:xfrm>
      </p:grpSpPr>
      <p:sp>
        <p:nvSpPr>
          <p:cNvPr id="10" name="Title Placeholder 1"/>
          <p:cNvSpPr>
            <a:spLocks noGrp="1"/>
          </p:cNvSpPr>
          <p:nvPr>
            <p:ph type="title" hasCustomPrompt="1"/>
          </p:nvPr>
        </p:nvSpPr>
        <p:spPr>
          <a:xfrm>
            <a:off x="609600" y="466828"/>
            <a:ext cx="6495845" cy="1617613"/>
          </a:xfrm>
          <a:prstGeom prst="rect">
            <a:avLst/>
          </a:prstGeom>
        </p:spPr>
        <p:txBody>
          <a:bodyPr vert="horz" lIns="91440" tIns="45720" rIns="91440" bIns="45720" rtlCol="0" anchor="b">
            <a:noAutofit/>
          </a:bodyPr>
          <a:lstStyle>
            <a:lvl1pPr>
              <a:defRPr spc="400" baseline="0"/>
            </a:lvl1pPr>
          </a:lstStyle>
          <a:p>
            <a:pPr lvl="0"/>
            <a:r>
              <a:rPr lang="en-US"/>
              <a:t>TITLE HERE. ALL CAPS. BLACK. 24 PT.</a:t>
            </a:r>
          </a:p>
        </p:txBody>
      </p:sp>
      <p:sp>
        <p:nvSpPr>
          <p:cNvPr id="12" name="Text Placeholder 17">
            <a:extLst>
              <a:ext uri="{FF2B5EF4-FFF2-40B4-BE49-F238E27FC236}">
                <a16:creationId xmlns:a16="http://schemas.microsoft.com/office/drawing/2014/main" id="{67AA4070-7CFC-45F6-8A11-958B4586B16F}"/>
              </a:ext>
            </a:extLst>
          </p:cNvPr>
          <p:cNvSpPr>
            <a:spLocks noGrp="1"/>
          </p:cNvSpPr>
          <p:nvPr>
            <p:ph type="body" sz="quarter" idx="28" hasCustomPrompt="1"/>
          </p:nvPr>
        </p:nvSpPr>
        <p:spPr>
          <a:xfrm>
            <a:off x="609600" y="2138819"/>
            <a:ext cx="6507888" cy="613853"/>
          </a:xfrm>
        </p:spPr>
        <p:txBody>
          <a:bodyPr anchor="t">
            <a:noAutofit/>
          </a:bodyPr>
          <a:lstStyle>
            <a:lvl1pPr marL="0" indent="0">
              <a:buNone/>
              <a:defRPr sz="1467" cap="all" spc="400" baseline="0">
                <a:solidFill>
                  <a:schemeClr val="accent1"/>
                </a:solidFill>
              </a:defRPr>
            </a:lvl1pPr>
          </a:lstStyle>
          <a:p>
            <a:pPr lvl="0"/>
            <a:r>
              <a:rPr lang="en-US"/>
              <a:t>SUBHEAD HERE. ALL CAPS. TERRA COTTA. 11 PT.</a:t>
            </a:r>
          </a:p>
        </p:txBody>
      </p:sp>
      <p:sp>
        <p:nvSpPr>
          <p:cNvPr id="2" name="Footer Placeholder 1">
            <a:extLst>
              <a:ext uri="{FF2B5EF4-FFF2-40B4-BE49-F238E27FC236}">
                <a16:creationId xmlns:a16="http://schemas.microsoft.com/office/drawing/2014/main" id="{3145897C-23C1-436B-89DF-882EE349FC81}"/>
              </a:ext>
            </a:extLst>
          </p:cNvPr>
          <p:cNvSpPr>
            <a:spLocks noGrp="1"/>
          </p:cNvSpPr>
          <p:nvPr>
            <p:ph type="ftr" sz="quarter" idx="29"/>
          </p:nvPr>
        </p:nvSpPr>
        <p:spPr/>
        <p:txBody>
          <a:bodyPr/>
          <a:lstStyle/>
          <a:p>
            <a:r>
              <a:rPr lang="en-US">
                <a:solidFill>
                  <a:srgbClr val="E4551F"/>
                </a:solidFill>
              </a:rPr>
              <a:t>CS Agentic Development</a:t>
            </a:r>
            <a:endParaRPr>
              <a:solidFill>
                <a:srgbClr val="E4551F"/>
              </a:solidFill>
            </a:endParaRPr>
          </a:p>
        </p:txBody>
      </p:sp>
      <p:sp>
        <p:nvSpPr>
          <p:cNvPr id="4" name="Slide Number Placeholder 3">
            <a:extLst>
              <a:ext uri="{FF2B5EF4-FFF2-40B4-BE49-F238E27FC236}">
                <a16:creationId xmlns:a16="http://schemas.microsoft.com/office/drawing/2014/main" id="{AFCCD10A-591E-4F9C-9814-BD8C78107065}"/>
              </a:ext>
            </a:extLst>
          </p:cNvPr>
          <p:cNvSpPr>
            <a:spLocks noGrp="1"/>
          </p:cNvSpPr>
          <p:nvPr>
            <p:ph type="sldNum" sz="quarter" idx="30"/>
          </p:nvPr>
        </p:nvSpPr>
        <p:spPr/>
        <p:txBody>
          <a:bodyPr/>
          <a:lstStyle/>
          <a:p>
            <a:pPr algn="r"/>
            <a:fld id="{01517C5A-21C8-4A78-AA4B-D0D5DD5ADE52}" type="slidenum">
              <a:rPr>
                <a:solidFill>
                  <a:srgbClr val="000000"/>
                </a:solidFill>
              </a:rPr>
              <a:pPr algn="r"/>
              <a:t>‹#›</a:t>
            </a:fld>
            <a:endParaRPr>
              <a:solidFill>
                <a:srgbClr val="000000"/>
              </a:solidFill>
            </a:endParaRPr>
          </a:p>
        </p:txBody>
      </p:sp>
    </p:spTree>
    <p:extLst>
      <p:ext uri="{BB962C8B-B14F-4D97-AF65-F5344CB8AC3E}">
        <p14:creationId xmlns:p14="http://schemas.microsoft.com/office/powerpoint/2010/main" val="442489239"/>
      </p:ext>
    </p:extLst>
  </p:cSld>
  <p:clrMapOvr>
    <a:overrideClrMapping bg1="lt1" tx1="dk1" bg2="lt2" tx2="dk2" accent1="accent1" accent2="accent2" accent3="accent3" accent4="accent4" accent5="accent5" accent6="accent6" hlink="hlink" folHlink="folHlink"/>
  </p:clrMapOvr>
  <p:transition>
    <p:wipe dir="r"/>
  </p:transition>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Alt Cover Slide | Solid | Black">
    <p:bg>
      <p:bgRef idx="1001">
        <a:schemeClr val="bg1"/>
      </p:bgRef>
    </p:bg>
    <p:spTree>
      <p:nvGrpSpPr>
        <p:cNvPr id="1" name=""/>
        <p:cNvGrpSpPr/>
        <p:nvPr/>
      </p:nvGrpSpPr>
      <p:grpSpPr>
        <a:xfrm>
          <a:off x="0" y="0"/>
          <a:ext cx="0" cy="0"/>
          <a:chOff x="0" y="0"/>
          <a:chExt cx="0" cy="0"/>
        </a:xfrm>
      </p:grpSpPr>
      <p:sp>
        <p:nvSpPr>
          <p:cNvPr id="21" name="Title 1">
            <a:extLst>
              <a:ext uri="{FF2B5EF4-FFF2-40B4-BE49-F238E27FC236}">
                <a16:creationId xmlns:a16="http://schemas.microsoft.com/office/drawing/2014/main" id="{F4A54FD8-B531-0B4E-8934-C853C4D67D98}"/>
              </a:ext>
            </a:extLst>
          </p:cNvPr>
          <p:cNvSpPr>
            <a:spLocks noGrp="1"/>
          </p:cNvSpPr>
          <p:nvPr>
            <p:ph type="title" hasCustomPrompt="1"/>
          </p:nvPr>
        </p:nvSpPr>
        <p:spPr>
          <a:xfrm>
            <a:off x="609601" y="2697276"/>
            <a:ext cx="6906408" cy="1617613"/>
          </a:xfrm>
          <a:prstGeom prst="rect">
            <a:avLst/>
          </a:prstGeom>
        </p:spPr>
        <p:txBody>
          <a:bodyPr anchor="b"/>
          <a:lstStyle>
            <a:lvl1pPr marL="0" marR="0" indent="0" algn="l" defTabSz="609555" rtl="0" eaLnBrk="1" fontAlgn="auto" latinLnBrk="0" hangingPunct="1">
              <a:lnSpc>
                <a:spcPct val="100000"/>
              </a:lnSpc>
              <a:spcBef>
                <a:spcPct val="0"/>
              </a:spcBef>
              <a:spcAft>
                <a:spcPts val="0"/>
              </a:spcAft>
              <a:buClrTx/>
              <a:buSzTx/>
              <a:buFontTx/>
              <a:buNone/>
              <a:tabLst/>
              <a:defRPr spc="400" baseline="0">
                <a:solidFill>
                  <a:schemeClr val="tx1"/>
                </a:solidFill>
              </a:defRPr>
            </a:lvl1pPr>
          </a:lstStyle>
          <a:p>
            <a:pPr marL="0" marR="0" lvl="0" indent="0" algn="l" defTabSz="609555" rtl="0" eaLnBrk="1" fontAlgn="auto" latinLnBrk="0" hangingPunct="1">
              <a:lnSpc>
                <a:spcPct val="100000"/>
              </a:lnSpc>
              <a:spcBef>
                <a:spcPct val="0"/>
              </a:spcBef>
              <a:spcAft>
                <a:spcPts val="0"/>
              </a:spcAft>
              <a:buClrTx/>
              <a:buSzTx/>
              <a:buFontTx/>
              <a:buNone/>
              <a:tabLst/>
              <a:defRPr/>
            </a:pPr>
            <a:r>
              <a:rPr lang="en-US"/>
              <a:t>title HERE. ALL CAPS. white. 24 PT.</a:t>
            </a:r>
          </a:p>
        </p:txBody>
      </p:sp>
      <p:sp>
        <p:nvSpPr>
          <p:cNvPr id="24" name="Text Placeholder 17">
            <a:extLst>
              <a:ext uri="{FF2B5EF4-FFF2-40B4-BE49-F238E27FC236}">
                <a16:creationId xmlns:a16="http://schemas.microsoft.com/office/drawing/2014/main" id="{D31D793F-8D60-444C-B182-F47C65D2738F}"/>
              </a:ext>
            </a:extLst>
          </p:cNvPr>
          <p:cNvSpPr>
            <a:spLocks noGrp="1"/>
          </p:cNvSpPr>
          <p:nvPr>
            <p:ph type="body" sz="quarter" idx="28" hasCustomPrompt="1"/>
          </p:nvPr>
        </p:nvSpPr>
        <p:spPr>
          <a:xfrm>
            <a:off x="609601" y="4376176"/>
            <a:ext cx="6906408" cy="613853"/>
          </a:xfrm>
        </p:spPr>
        <p:txBody>
          <a:bodyPr anchor="t">
            <a:noAutofit/>
          </a:bodyPr>
          <a:lstStyle>
            <a:lvl1pPr marL="0" indent="0">
              <a:buNone/>
              <a:defRPr sz="1467" cap="all" spc="400" baseline="0">
                <a:solidFill>
                  <a:schemeClr val="accent1"/>
                </a:solidFill>
              </a:defRPr>
            </a:lvl1pPr>
          </a:lstStyle>
          <a:p>
            <a:pPr lvl="0"/>
            <a:r>
              <a:rPr lang="en-US"/>
              <a:t>SUBHEAD HERE. ALL CAPS. TERRA COTTA. 11 PT.</a:t>
            </a:r>
          </a:p>
        </p:txBody>
      </p:sp>
      <p:cxnSp>
        <p:nvCxnSpPr>
          <p:cNvPr id="23" name="Straight Connector 22"/>
          <p:cNvCxnSpPr/>
          <p:nvPr userDrawn="1"/>
        </p:nvCxnSpPr>
        <p:spPr>
          <a:xfrm>
            <a:off x="609600" y="609600"/>
            <a:ext cx="11582400" cy="0"/>
          </a:xfrm>
          <a:prstGeom prst="line">
            <a:avLst/>
          </a:prstGeom>
          <a:ln w="6350" cap="sq">
            <a:solidFill>
              <a:schemeClr val="accent1"/>
            </a:solidFill>
            <a:headEnd type="oval" w="sm" len="sm"/>
          </a:ln>
          <a:effectLst/>
        </p:spPr>
        <p:style>
          <a:lnRef idx="2">
            <a:schemeClr val="accent1"/>
          </a:lnRef>
          <a:fillRef idx="0">
            <a:schemeClr val="accent1"/>
          </a:fillRef>
          <a:effectRef idx="1">
            <a:schemeClr val="accent1"/>
          </a:effectRef>
          <a:fontRef idx="minor">
            <a:schemeClr val="tx1"/>
          </a:fontRef>
        </p:style>
      </p:cxnSp>
      <p:sp>
        <p:nvSpPr>
          <p:cNvPr id="2" name="Footer Placeholder 1">
            <a:extLst>
              <a:ext uri="{FF2B5EF4-FFF2-40B4-BE49-F238E27FC236}">
                <a16:creationId xmlns:a16="http://schemas.microsoft.com/office/drawing/2014/main" id="{95AAEC19-A6B2-4318-8059-930560E2463A}"/>
              </a:ext>
            </a:extLst>
          </p:cNvPr>
          <p:cNvSpPr>
            <a:spLocks noGrp="1"/>
          </p:cNvSpPr>
          <p:nvPr>
            <p:ph type="ftr" sz="quarter" idx="29"/>
          </p:nvPr>
        </p:nvSpPr>
        <p:spPr/>
        <p:txBody>
          <a:bodyPr/>
          <a:lstStyle>
            <a:lvl1pPr>
              <a:defRPr spc="0"/>
            </a:lvl1pPr>
          </a:lstStyle>
          <a:p>
            <a:r>
              <a:rPr lang="en-US">
                <a:solidFill>
                  <a:srgbClr val="E4551F"/>
                </a:solidFill>
              </a:rPr>
              <a:t>CS Agentic Development</a:t>
            </a:r>
            <a:endParaRPr>
              <a:solidFill>
                <a:srgbClr val="E4551F"/>
              </a:solidFill>
            </a:endParaRPr>
          </a:p>
        </p:txBody>
      </p:sp>
      <p:sp>
        <p:nvSpPr>
          <p:cNvPr id="3" name="Slide Number Placeholder 2">
            <a:extLst>
              <a:ext uri="{FF2B5EF4-FFF2-40B4-BE49-F238E27FC236}">
                <a16:creationId xmlns:a16="http://schemas.microsoft.com/office/drawing/2014/main" id="{2BB0D61B-C032-47A0-817B-E65EADC178ED}"/>
              </a:ext>
            </a:extLst>
          </p:cNvPr>
          <p:cNvSpPr>
            <a:spLocks noGrp="1"/>
          </p:cNvSpPr>
          <p:nvPr>
            <p:ph type="sldNum" sz="quarter" idx="30"/>
          </p:nvPr>
        </p:nvSpPr>
        <p:spPr/>
        <p:txBody>
          <a:bodyPr/>
          <a:lstStyle>
            <a:lvl1pPr>
              <a:defRPr spc="0"/>
            </a:lvl1pPr>
          </a:lstStyle>
          <a:p>
            <a:pPr algn="r"/>
            <a:fld id="{01517C5A-21C8-4A78-AA4B-D0D5DD5ADE52}" type="slidenum">
              <a:rPr smtClean="0">
                <a:solidFill>
                  <a:srgbClr val="FFFFFF"/>
                </a:solidFill>
              </a:rPr>
              <a:pPr algn="r"/>
              <a:t>‹#›</a:t>
            </a:fld>
            <a:endParaRPr>
              <a:solidFill>
                <a:srgbClr val="FFFFFF"/>
              </a:solidFill>
            </a:endParaRPr>
          </a:p>
        </p:txBody>
      </p:sp>
    </p:spTree>
    <p:extLst>
      <p:ext uri="{BB962C8B-B14F-4D97-AF65-F5344CB8AC3E}">
        <p14:creationId xmlns:p14="http://schemas.microsoft.com/office/powerpoint/2010/main" val="3977608109"/>
      </p:ext>
    </p:extLst>
  </p:cSld>
  <p:clrMapOvr>
    <a:overrideClrMapping bg1="dk1" tx1="lt1" bg2="dk2" tx2="lt2" accent1="accent1" accent2="accent2" accent3="accent3" accent4="accent4" accent5="accent5" accent6="accent6" hlink="hlink" folHlink="folHlink"/>
  </p:clrMapOvr>
  <p:transition>
    <p:wipe dir="r"/>
  </p:transition>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Alt Cover Slide | Solid | White">
    <p:bg>
      <p:bgRef idx="1001">
        <a:schemeClr val="bg1"/>
      </p:bgRef>
    </p:bg>
    <p:spTree>
      <p:nvGrpSpPr>
        <p:cNvPr id="1" name=""/>
        <p:cNvGrpSpPr/>
        <p:nvPr/>
      </p:nvGrpSpPr>
      <p:grpSpPr>
        <a:xfrm>
          <a:off x="0" y="0"/>
          <a:ext cx="0" cy="0"/>
          <a:chOff x="0" y="0"/>
          <a:chExt cx="0" cy="0"/>
        </a:xfrm>
      </p:grpSpPr>
      <p:sp>
        <p:nvSpPr>
          <p:cNvPr id="21" name="Title 1">
            <a:extLst>
              <a:ext uri="{FF2B5EF4-FFF2-40B4-BE49-F238E27FC236}">
                <a16:creationId xmlns:a16="http://schemas.microsoft.com/office/drawing/2014/main" id="{F4A54FD8-B531-0B4E-8934-C853C4D67D98}"/>
              </a:ext>
            </a:extLst>
          </p:cNvPr>
          <p:cNvSpPr>
            <a:spLocks noGrp="1"/>
          </p:cNvSpPr>
          <p:nvPr>
            <p:ph type="title" hasCustomPrompt="1"/>
          </p:nvPr>
        </p:nvSpPr>
        <p:spPr>
          <a:xfrm>
            <a:off x="609601" y="2697276"/>
            <a:ext cx="6906408" cy="1617613"/>
          </a:xfrm>
          <a:prstGeom prst="rect">
            <a:avLst/>
          </a:prstGeom>
        </p:spPr>
        <p:txBody>
          <a:bodyPr anchor="b"/>
          <a:lstStyle>
            <a:lvl1pPr marL="0" marR="0" indent="0" algn="l" defTabSz="609555" rtl="0" eaLnBrk="1" fontAlgn="auto" latinLnBrk="0" hangingPunct="1">
              <a:lnSpc>
                <a:spcPct val="100000"/>
              </a:lnSpc>
              <a:spcBef>
                <a:spcPct val="0"/>
              </a:spcBef>
              <a:spcAft>
                <a:spcPts val="0"/>
              </a:spcAft>
              <a:buClrTx/>
              <a:buSzTx/>
              <a:buFontTx/>
              <a:buNone/>
              <a:tabLst/>
              <a:defRPr spc="400" baseline="0">
                <a:solidFill>
                  <a:schemeClr val="tx1"/>
                </a:solidFill>
              </a:defRPr>
            </a:lvl1pPr>
          </a:lstStyle>
          <a:p>
            <a:pPr marL="0" marR="0" lvl="0" indent="0" algn="l" defTabSz="609555" rtl="0" eaLnBrk="1" fontAlgn="auto" latinLnBrk="0" hangingPunct="1">
              <a:lnSpc>
                <a:spcPct val="100000"/>
              </a:lnSpc>
              <a:spcBef>
                <a:spcPct val="0"/>
              </a:spcBef>
              <a:spcAft>
                <a:spcPts val="0"/>
              </a:spcAft>
              <a:buClrTx/>
              <a:buSzTx/>
              <a:buFontTx/>
              <a:buNone/>
              <a:tabLst/>
              <a:defRPr/>
            </a:pPr>
            <a:r>
              <a:rPr lang="en-US"/>
              <a:t>title HERE. ALL CAPS. black. 24 PT.</a:t>
            </a:r>
          </a:p>
        </p:txBody>
      </p:sp>
      <p:sp>
        <p:nvSpPr>
          <p:cNvPr id="24" name="Text Placeholder 17">
            <a:extLst>
              <a:ext uri="{FF2B5EF4-FFF2-40B4-BE49-F238E27FC236}">
                <a16:creationId xmlns:a16="http://schemas.microsoft.com/office/drawing/2014/main" id="{D31D793F-8D60-444C-B182-F47C65D2738F}"/>
              </a:ext>
            </a:extLst>
          </p:cNvPr>
          <p:cNvSpPr>
            <a:spLocks noGrp="1"/>
          </p:cNvSpPr>
          <p:nvPr>
            <p:ph type="body" sz="quarter" idx="28" hasCustomPrompt="1"/>
          </p:nvPr>
        </p:nvSpPr>
        <p:spPr>
          <a:xfrm>
            <a:off x="609603" y="4376176"/>
            <a:ext cx="6906408" cy="613853"/>
          </a:xfrm>
        </p:spPr>
        <p:txBody>
          <a:bodyPr anchor="t">
            <a:noAutofit/>
          </a:bodyPr>
          <a:lstStyle>
            <a:lvl1pPr marL="0" indent="0">
              <a:buNone/>
              <a:defRPr sz="1467" cap="all" spc="400" baseline="0">
                <a:solidFill>
                  <a:schemeClr val="accent1"/>
                </a:solidFill>
              </a:defRPr>
            </a:lvl1pPr>
          </a:lstStyle>
          <a:p>
            <a:pPr lvl="0"/>
            <a:r>
              <a:rPr lang="en-US"/>
              <a:t>SUBHEAD HERE. ALL CAPS. TERRA COTTA. 11 PT.</a:t>
            </a:r>
          </a:p>
        </p:txBody>
      </p:sp>
      <p:cxnSp>
        <p:nvCxnSpPr>
          <p:cNvPr id="8" name="Straight Connector 7"/>
          <p:cNvCxnSpPr/>
          <p:nvPr userDrawn="1"/>
        </p:nvCxnSpPr>
        <p:spPr>
          <a:xfrm>
            <a:off x="609600" y="609600"/>
            <a:ext cx="11582400" cy="9912"/>
          </a:xfrm>
          <a:prstGeom prst="line">
            <a:avLst/>
          </a:prstGeom>
          <a:ln w="6350" cap="sq">
            <a:solidFill>
              <a:schemeClr val="accent1"/>
            </a:solidFill>
            <a:headEnd type="oval" w="sm" len="sm"/>
          </a:ln>
          <a:effectLst/>
        </p:spPr>
        <p:style>
          <a:lnRef idx="2">
            <a:schemeClr val="accent1"/>
          </a:lnRef>
          <a:fillRef idx="0">
            <a:schemeClr val="accent1"/>
          </a:fillRef>
          <a:effectRef idx="1">
            <a:schemeClr val="accent1"/>
          </a:effectRef>
          <a:fontRef idx="minor">
            <a:schemeClr val="tx1"/>
          </a:fontRef>
        </p:style>
      </p:cxnSp>
      <p:sp>
        <p:nvSpPr>
          <p:cNvPr id="2" name="Footer Placeholder 1">
            <a:extLst>
              <a:ext uri="{FF2B5EF4-FFF2-40B4-BE49-F238E27FC236}">
                <a16:creationId xmlns:a16="http://schemas.microsoft.com/office/drawing/2014/main" id="{5A4A3360-5419-403A-BF9A-FFDBE6F34F28}"/>
              </a:ext>
            </a:extLst>
          </p:cNvPr>
          <p:cNvSpPr>
            <a:spLocks noGrp="1"/>
          </p:cNvSpPr>
          <p:nvPr>
            <p:ph type="ftr" sz="quarter" idx="29"/>
          </p:nvPr>
        </p:nvSpPr>
        <p:spPr/>
        <p:txBody>
          <a:bodyPr/>
          <a:lstStyle>
            <a:lvl1pPr>
              <a:defRPr spc="0"/>
            </a:lvl1pPr>
          </a:lstStyle>
          <a:p>
            <a:r>
              <a:rPr lang="en-US">
                <a:solidFill>
                  <a:srgbClr val="E4551F"/>
                </a:solidFill>
              </a:rPr>
              <a:t>CS Agentic Development</a:t>
            </a:r>
            <a:endParaRPr>
              <a:solidFill>
                <a:srgbClr val="E4551F"/>
              </a:solidFill>
            </a:endParaRPr>
          </a:p>
        </p:txBody>
      </p:sp>
      <p:sp>
        <p:nvSpPr>
          <p:cNvPr id="3" name="Slide Number Placeholder 2">
            <a:extLst>
              <a:ext uri="{FF2B5EF4-FFF2-40B4-BE49-F238E27FC236}">
                <a16:creationId xmlns:a16="http://schemas.microsoft.com/office/drawing/2014/main" id="{558E21A3-FD86-4B24-9BF4-D756D4A8106C}"/>
              </a:ext>
            </a:extLst>
          </p:cNvPr>
          <p:cNvSpPr>
            <a:spLocks noGrp="1"/>
          </p:cNvSpPr>
          <p:nvPr>
            <p:ph type="sldNum" sz="quarter" idx="30"/>
          </p:nvPr>
        </p:nvSpPr>
        <p:spPr/>
        <p:txBody>
          <a:bodyPr/>
          <a:lstStyle>
            <a:lvl1pPr>
              <a:defRPr spc="0"/>
            </a:lvl1pPr>
          </a:lstStyle>
          <a:p>
            <a:pPr algn="r"/>
            <a:fld id="{01517C5A-21C8-4A78-AA4B-D0D5DD5ADE52}" type="slidenum">
              <a:rPr smtClean="0">
                <a:solidFill>
                  <a:srgbClr val="000000"/>
                </a:solidFill>
              </a:rPr>
              <a:pPr algn="r"/>
              <a:t>‹#›</a:t>
            </a:fld>
            <a:endParaRPr>
              <a:solidFill>
                <a:srgbClr val="000000"/>
              </a:solidFill>
            </a:endParaRPr>
          </a:p>
        </p:txBody>
      </p:sp>
    </p:spTree>
    <p:extLst>
      <p:ext uri="{BB962C8B-B14F-4D97-AF65-F5344CB8AC3E}">
        <p14:creationId xmlns:p14="http://schemas.microsoft.com/office/powerpoint/2010/main" val="2456374449"/>
      </p:ext>
    </p:extLst>
  </p:cSld>
  <p:clrMapOvr>
    <a:overrideClrMapping bg1="lt1" tx1="dk1" bg2="lt2" tx2="dk2" accent1="accent1" accent2="accent2" accent3="accent3" accent4="accent4" accent5="accent5" accent6="accent6" hlink="hlink" folHlink="folHlink"/>
  </p:clrMapOvr>
  <p:transition>
    <p:wipe dir="r"/>
  </p:transition>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Alt Cover Slide | Solid | Terra Cotta">
    <p:bg>
      <p:bgPr>
        <a:solidFill>
          <a:schemeClr val="accent1"/>
        </a:solidFill>
        <a:effectLst/>
      </p:bgPr>
    </p:bg>
    <p:spTree>
      <p:nvGrpSpPr>
        <p:cNvPr id="1" name=""/>
        <p:cNvGrpSpPr/>
        <p:nvPr/>
      </p:nvGrpSpPr>
      <p:grpSpPr>
        <a:xfrm>
          <a:off x="0" y="0"/>
          <a:ext cx="0" cy="0"/>
          <a:chOff x="0" y="0"/>
          <a:chExt cx="0" cy="0"/>
        </a:xfrm>
      </p:grpSpPr>
      <p:sp>
        <p:nvSpPr>
          <p:cNvPr id="21" name="Title 1">
            <a:extLst>
              <a:ext uri="{FF2B5EF4-FFF2-40B4-BE49-F238E27FC236}">
                <a16:creationId xmlns:a16="http://schemas.microsoft.com/office/drawing/2014/main" id="{F4A54FD8-B531-0B4E-8934-C853C4D67D98}"/>
              </a:ext>
            </a:extLst>
          </p:cNvPr>
          <p:cNvSpPr>
            <a:spLocks noGrp="1"/>
          </p:cNvSpPr>
          <p:nvPr>
            <p:ph type="title" hasCustomPrompt="1"/>
          </p:nvPr>
        </p:nvSpPr>
        <p:spPr>
          <a:xfrm>
            <a:off x="609601" y="2697276"/>
            <a:ext cx="6906408" cy="1617613"/>
          </a:xfrm>
          <a:prstGeom prst="rect">
            <a:avLst/>
          </a:prstGeom>
        </p:spPr>
        <p:txBody>
          <a:bodyPr anchor="b"/>
          <a:lstStyle>
            <a:lvl1pPr marL="0" marR="0" indent="0" algn="l" defTabSz="609555" rtl="0" eaLnBrk="1" fontAlgn="auto" latinLnBrk="0" hangingPunct="1">
              <a:lnSpc>
                <a:spcPct val="100000"/>
              </a:lnSpc>
              <a:spcBef>
                <a:spcPct val="0"/>
              </a:spcBef>
              <a:spcAft>
                <a:spcPts val="0"/>
              </a:spcAft>
              <a:buClrTx/>
              <a:buSzTx/>
              <a:buFontTx/>
              <a:buNone/>
              <a:tabLst/>
              <a:defRPr spc="400" baseline="0">
                <a:solidFill>
                  <a:schemeClr val="tx1"/>
                </a:solidFill>
              </a:defRPr>
            </a:lvl1pPr>
          </a:lstStyle>
          <a:p>
            <a:pPr marL="0" marR="0" lvl="0" indent="0" algn="l" defTabSz="609555" rtl="0" eaLnBrk="1" fontAlgn="auto" latinLnBrk="0" hangingPunct="1">
              <a:lnSpc>
                <a:spcPct val="100000"/>
              </a:lnSpc>
              <a:spcBef>
                <a:spcPct val="0"/>
              </a:spcBef>
              <a:spcAft>
                <a:spcPts val="0"/>
              </a:spcAft>
              <a:buClrTx/>
              <a:buSzTx/>
              <a:buFontTx/>
              <a:buNone/>
              <a:tabLst/>
              <a:defRPr/>
            </a:pPr>
            <a:r>
              <a:rPr lang="en-US"/>
              <a:t>title HERE. ALL CAPS. WHITE. 24 PT.</a:t>
            </a:r>
          </a:p>
        </p:txBody>
      </p:sp>
      <p:sp>
        <p:nvSpPr>
          <p:cNvPr id="24" name="Text Placeholder 17">
            <a:extLst>
              <a:ext uri="{FF2B5EF4-FFF2-40B4-BE49-F238E27FC236}">
                <a16:creationId xmlns:a16="http://schemas.microsoft.com/office/drawing/2014/main" id="{D31D793F-8D60-444C-B182-F47C65D2738F}"/>
              </a:ext>
            </a:extLst>
          </p:cNvPr>
          <p:cNvSpPr>
            <a:spLocks noGrp="1"/>
          </p:cNvSpPr>
          <p:nvPr>
            <p:ph type="body" sz="quarter" idx="28" hasCustomPrompt="1"/>
          </p:nvPr>
        </p:nvSpPr>
        <p:spPr>
          <a:xfrm>
            <a:off x="609603" y="4376176"/>
            <a:ext cx="6906408" cy="613853"/>
          </a:xfrm>
        </p:spPr>
        <p:txBody>
          <a:bodyPr anchor="t">
            <a:noAutofit/>
          </a:bodyPr>
          <a:lstStyle>
            <a:lvl1pPr marL="0" indent="0">
              <a:buNone/>
              <a:defRPr sz="1467" cap="all" spc="400" baseline="0">
                <a:solidFill>
                  <a:schemeClr val="tx1"/>
                </a:solidFill>
              </a:defRPr>
            </a:lvl1pPr>
          </a:lstStyle>
          <a:p>
            <a:pPr lvl="0"/>
            <a:r>
              <a:rPr lang="en-US"/>
              <a:t>SUBHEAD HERE. ALL CAPS. white. 11 PT.</a:t>
            </a:r>
          </a:p>
        </p:txBody>
      </p:sp>
      <p:cxnSp>
        <p:nvCxnSpPr>
          <p:cNvPr id="8" name="Straight Connector 7"/>
          <p:cNvCxnSpPr/>
          <p:nvPr userDrawn="1"/>
        </p:nvCxnSpPr>
        <p:spPr>
          <a:xfrm>
            <a:off x="609600" y="609600"/>
            <a:ext cx="11582400" cy="9912"/>
          </a:xfrm>
          <a:prstGeom prst="line">
            <a:avLst/>
          </a:prstGeom>
          <a:ln w="6350" cap="sq">
            <a:solidFill>
              <a:schemeClr val="tx1"/>
            </a:solidFill>
            <a:headEnd type="oval" w="sm" len="sm"/>
          </a:ln>
          <a:effectLst/>
        </p:spPr>
        <p:style>
          <a:lnRef idx="2">
            <a:schemeClr val="accent1"/>
          </a:lnRef>
          <a:fillRef idx="0">
            <a:schemeClr val="accent1"/>
          </a:fillRef>
          <a:effectRef idx="1">
            <a:schemeClr val="accent1"/>
          </a:effectRef>
          <a:fontRef idx="minor">
            <a:schemeClr val="tx1"/>
          </a:fontRef>
        </p:style>
      </p:cxnSp>
      <p:sp>
        <p:nvSpPr>
          <p:cNvPr id="2" name="Footer Placeholder 1">
            <a:extLst>
              <a:ext uri="{FF2B5EF4-FFF2-40B4-BE49-F238E27FC236}">
                <a16:creationId xmlns:a16="http://schemas.microsoft.com/office/drawing/2014/main" id="{024E10CE-6D19-4A8A-AAD8-85840FDD8F3C}"/>
              </a:ext>
            </a:extLst>
          </p:cNvPr>
          <p:cNvSpPr>
            <a:spLocks noGrp="1"/>
          </p:cNvSpPr>
          <p:nvPr>
            <p:ph type="ftr" sz="quarter" idx="29"/>
          </p:nvPr>
        </p:nvSpPr>
        <p:spPr/>
        <p:txBody>
          <a:bodyPr/>
          <a:lstStyle>
            <a:lvl1pPr>
              <a:defRPr spc="0">
                <a:solidFill>
                  <a:schemeClr val="bg1"/>
                </a:solidFill>
              </a:defRPr>
            </a:lvl1pPr>
          </a:lstStyle>
          <a:p>
            <a:r>
              <a:rPr lang="en-US">
                <a:solidFill>
                  <a:srgbClr val="000000"/>
                </a:solidFill>
              </a:rPr>
              <a:t>CS Agentic Development</a:t>
            </a:r>
            <a:endParaRPr>
              <a:solidFill>
                <a:srgbClr val="000000"/>
              </a:solidFill>
            </a:endParaRPr>
          </a:p>
        </p:txBody>
      </p:sp>
      <p:sp>
        <p:nvSpPr>
          <p:cNvPr id="3" name="Slide Number Placeholder 2">
            <a:extLst>
              <a:ext uri="{FF2B5EF4-FFF2-40B4-BE49-F238E27FC236}">
                <a16:creationId xmlns:a16="http://schemas.microsoft.com/office/drawing/2014/main" id="{9E4D1D29-7C65-4277-A32E-2FD693FAC8A7}"/>
              </a:ext>
            </a:extLst>
          </p:cNvPr>
          <p:cNvSpPr>
            <a:spLocks noGrp="1"/>
          </p:cNvSpPr>
          <p:nvPr>
            <p:ph type="sldNum" sz="quarter" idx="30"/>
          </p:nvPr>
        </p:nvSpPr>
        <p:spPr/>
        <p:txBody>
          <a:bodyPr/>
          <a:lstStyle>
            <a:lvl1pPr>
              <a:defRPr spc="0"/>
            </a:lvl1pPr>
          </a:lstStyle>
          <a:p>
            <a:pPr algn="r"/>
            <a:fld id="{01517C5A-21C8-4A78-AA4B-D0D5DD5ADE52}" type="slidenum">
              <a:rPr smtClean="0">
                <a:solidFill>
                  <a:srgbClr val="FFFFFF"/>
                </a:solidFill>
              </a:rPr>
              <a:pPr algn="r"/>
              <a:t>‹#›</a:t>
            </a:fld>
            <a:endParaRPr>
              <a:solidFill>
                <a:srgbClr val="FFFFFF"/>
              </a:solidFill>
            </a:endParaRPr>
          </a:p>
        </p:txBody>
      </p:sp>
    </p:spTree>
    <p:extLst>
      <p:ext uri="{BB962C8B-B14F-4D97-AF65-F5344CB8AC3E}">
        <p14:creationId xmlns:p14="http://schemas.microsoft.com/office/powerpoint/2010/main" val="1567853545"/>
      </p:ext>
    </p:extLst>
  </p:cSld>
  <p:clrMapOvr>
    <a:overrideClrMapping bg1="dk1" tx1="lt1" bg2="dk2" tx2="lt2" accent1="accent1" accent2="accent2" accent3="accent3" accent4="accent4" accent5="accent5" accent6="accent6" hlink="hlink" folHlink="folHlink"/>
  </p:clrMapOvr>
  <p:transition>
    <p:wipe dir="r"/>
  </p:transition>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Section Divider | Solid | Black">
    <p:bg>
      <p:bgRef idx="1001">
        <a:schemeClr val="bg1"/>
      </p:bgRef>
    </p:bg>
    <p:spTree>
      <p:nvGrpSpPr>
        <p:cNvPr id="1" name=""/>
        <p:cNvGrpSpPr/>
        <p:nvPr/>
      </p:nvGrpSpPr>
      <p:grpSpPr>
        <a:xfrm>
          <a:off x="0" y="0"/>
          <a:ext cx="0" cy="0"/>
          <a:chOff x="0" y="0"/>
          <a:chExt cx="0" cy="0"/>
        </a:xfrm>
      </p:grpSpPr>
      <p:sp>
        <p:nvSpPr>
          <p:cNvPr id="14" name="Freeform 13">
            <a:extLst>
              <a:ext uri="{FF2B5EF4-FFF2-40B4-BE49-F238E27FC236}">
                <a16:creationId xmlns:a16="http://schemas.microsoft.com/office/drawing/2014/main" id="{9CF9688B-74D5-7B40-871D-F5EADB2DA9E6}"/>
              </a:ext>
            </a:extLst>
          </p:cNvPr>
          <p:cNvSpPr/>
          <p:nvPr userDrawn="1"/>
        </p:nvSpPr>
        <p:spPr>
          <a:xfrm>
            <a:off x="348899" y="345061"/>
            <a:ext cx="11494220" cy="5647183"/>
          </a:xfrm>
          <a:custGeom>
            <a:avLst/>
            <a:gdLst>
              <a:gd name="connsiteX0" fmla="*/ 385314 w 8620665"/>
              <a:gd name="connsiteY0" fmla="*/ 0 h 4014159"/>
              <a:gd name="connsiteX1" fmla="*/ 8620665 w 8620665"/>
              <a:gd name="connsiteY1" fmla="*/ 0 h 4014159"/>
              <a:gd name="connsiteX2" fmla="*/ 8620665 w 8620665"/>
              <a:gd name="connsiteY2" fmla="*/ 4014159 h 4014159"/>
              <a:gd name="connsiteX3" fmla="*/ 0 w 8620665"/>
              <a:gd name="connsiteY3" fmla="*/ 4014159 h 4014159"/>
              <a:gd name="connsiteX4" fmla="*/ 0 w 8620665"/>
              <a:gd name="connsiteY4" fmla="*/ 408317 h 4014159"/>
              <a:gd name="connsiteX0" fmla="*/ 304632 w 8620665"/>
              <a:gd name="connsiteY0" fmla="*/ 8965 h 4014159"/>
              <a:gd name="connsiteX1" fmla="*/ 8620665 w 8620665"/>
              <a:gd name="connsiteY1" fmla="*/ 0 h 4014159"/>
              <a:gd name="connsiteX2" fmla="*/ 8620665 w 8620665"/>
              <a:gd name="connsiteY2" fmla="*/ 4014159 h 4014159"/>
              <a:gd name="connsiteX3" fmla="*/ 0 w 8620665"/>
              <a:gd name="connsiteY3" fmla="*/ 4014159 h 4014159"/>
              <a:gd name="connsiteX4" fmla="*/ 0 w 8620665"/>
              <a:gd name="connsiteY4" fmla="*/ 408317 h 40141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20665" h="4014159">
                <a:moveTo>
                  <a:pt x="304632" y="8965"/>
                </a:moveTo>
                <a:lnTo>
                  <a:pt x="8620665" y="0"/>
                </a:lnTo>
                <a:lnTo>
                  <a:pt x="8620665" y="4014159"/>
                </a:lnTo>
                <a:lnTo>
                  <a:pt x="0" y="4014159"/>
                </a:lnTo>
                <a:lnTo>
                  <a:pt x="0" y="408317"/>
                </a:lnTo>
              </a:path>
            </a:pathLst>
          </a:custGeom>
          <a:noFill/>
          <a:ln w="15875">
            <a:solidFill>
              <a:schemeClr val="tx1"/>
            </a:solidFill>
            <a:headEnd type="oval" w="sm" len="sm"/>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09585"/>
            <a:endParaRPr lang="en-US" sz="2400">
              <a:solidFill>
                <a:srgbClr val="FFFFFF"/>
              </a:solidFill>
            </a:endParaRPr>
          </a:p>
        </p:txBody>
      </p:sp>
      <p:sp>
        <p:nvSpPr>
          <p:cNvPr id="8" name="Text Placeholder 17">
            <a:extLst>
              <a:ext uri="{FF2B5EF4-FFF2-40B4-BE49-F238E27FC236}">
                <a16:creationId xmlns:a16="http://schemas.microsoft.com/office/drawing/2014/main" id="{D77F097C-CB5B-3641-B30F-3DA07CE8FD38}"/>
              </a:ext>
            </a:extLst>
          </p:cNvPr>
          <p:cNvSpPr>
            <a:spLocks noGrp="1"/>
          </p:cNvSpPr>
          <p:nvPr>
            <p:ph type="body" sz="quarter" idx="28" hasCustomPrompt="1"/>
          </p:nvPr>
        </p:nvSpPr>
        <p:spPr>
          <a:xfrm>
            <a:off x="602509" y="5407141"/>
            <a:ext cx="6913501" cy="417931"/>
          </a:xfrm>
        </p:spPr>
        <p:txBody>
          <a:bodyPr anchor="t">
            <a:noAutofit/>
          </a:bodyPr>
          <a:lstStyle>
            <a:lvl1pPr marL="0" indent="0">
              <a:buNone/>
              <a:defRPr sz="1467" cap="all" spc="400" baseline="0">
                <a:solidFill>
                  <a:schemeClr val="accent1"/>
                </a:solidFill>
              </a:defRPr>
            </a:lvl1pPr>
          </a:lstStyle>
          <a:p>
            <a:pPr lvl="0"/>
            <a:r>
              <a:rPr lang="en-US"/>
              <a:t>SUBHEAD HERE. ALL CAPS. TERRA COTTA. 11 PT.</a:t>
            </a:r>
          </a:p>
        </p:txBody>
      </p:sp>
      <p:sp>
        <p:nvSpPr>
          <p:cNvPr id="2" name="Title 1">
            <a:extLst>
              <a:ext uri="{FF2B5EF4-FFF2-40B4-BE49-F238E27FC236}">
                <a16:creationId xmlns:a16="http://schemas.microsoft.com/office/drawing/2014/main" id="{A3EE988F-F066-469F-B9DB-250959693269}"/>
              </a:ext>
            </a:extLst>
          </p:cNvPr>
          <p:cNvSpPr>
            <a:spLocks noGrp="1"/>
          </p:cNvSpPr>
          <p:nvPr>
            <p:ph type="title" hasCustomPrompt="1"/>
          </p:nvPr>
        </p:nvSpPr>
        <p:spPr>
          <a:xfrm>
            <a:off x="604499" y="2061405"/>
            <a:ext cx="10984992" cy="3345736"/>
          </a:xfrm>
        </p:spPr>
        <p:txBody>
          <a:bodyPr vert="horz" lIns="91440" tIns="45720" rIns="91440" bIns="45720" rtlCol="0" anchor="b">
            <a:noAutofit/>
          </a:bodyPr>
          <a:lstStyle>
            <a:lvl1pPr>
              <a:defRPr lang="en-US" sz="6000" spc="400" baseline="0">
                <a:ea typeface="+mn-ea"/>
              </a:defRPr>
            </a:lvl1pPr>
          </a:lstStyle>
          <a:p>
            <a:pPr lvl="0"/>
            <a:r>
              <a:rPr lang="en-US"/>
              <a:t>TRANSITION TITLE. </a:t>
            </a:r>
            <a:br>
              <a:rPr lang="en-US"/>
            </a:br>
            <a:r>
              <a:rPr lang="en-US"/>
              <a:t>ALL CAPS. WHITE. </a:t>
            </a:r>
            <a:br>
              <a:rPr lang="en-US"/>
            </a:br>
            <a:r>
              <a:rPr lang="en-US"/>
              <a:t>45 PT.</a:t>
            </a:r>
          </a:p>
        </p:txBody>
      </p:sp>
      <p:sp>
        <p:nvSpPr>
          <p:cNvPr id="3" name="Footer Placeholder 2">
            <a:extLst>
              <a:ext uri="{FF2B5EF4-FFF2-40B4-BE49-F238E27FC236}">
                <a16:creationId xmlns:a16="http://schemas.microsoft.com/office/drawing/2014/main" id="{FEDB6529-7FFC-481C-8C50-839650D8F5EB}"/>
              </a:ext>
            </a:extLst>
          </p:cNvPr>
          <p:cNvSpPr>
            <a:spLocks noGrp="1"/>
          </p:cNvSpPr>
          <p:nvPr>
            <p:ph type="ftr" sz="quarter" idx="29"/>
          </p:nvPr>
        </p:nvSpPr>
        <p:spPr/>
        <p:txBody>
          <a:bodyPr/>
          <a:lstStyle>
            <a:lvl1pPr>
              <a:defRPr spc="0"/>
            </a:lvl1pPr>
          </a:lstStyle>
          <a:p>
            <a:r>
              <a:rPr lang="en-US">
                <a:solidFill>
                  <a:srgbClr val="E4551F"/>
                </a:solidFill>
              </a:rPr>
              <a:t>CS Agentic Development</a:t>
            </a:r>
            <a:endParaRPr>
              <a:solidFill>
                <a:srgbClr val="E4551F"/>
              </a:solidFill>
            </a:endParaRPr>
          </a:p>
        </p:txBody>
      </p:sp>
      <p:sp>
        <p:nvSpPr>
          <p:cNvPr id="4" name="Slide Number Placeholder 3">
            <a:extLst>
              <a:ext uri="{FF2B5EF4-FFF2-40B4-BE49-F238E27FC236}">
                <a16:creationId xmlns:a16="http://schemas.microsoft.com/office/drawing/2014/main" id="{E2130380-8D6C-48ED-B960-5D3CA89888CE}"/>
              </a:ext>
            </a:extLst>
          </p:cNvPr>
          <p:cNvSpPr>
            <a:spLocks noGrp="1"/>
          </p:cNvSpPr>
          <p:nvPr>
            <p:ph type="sldNum" sz="quarter" idx="30"/>
          </p:nvPr>
        </p:nvSpPr>
        <p:spPr/>
        <p:txBody>
          <a:bodyPr/>
          <a:lstStyle>
            <a:lvl1pPr>
              <a:defRPr spc="0"/>
            </a:lvl1pPr>
          </a:lstStyle>
          <a:p>
            <a:pPr algn="r"/>
            <a:fld id="{01517C5A-21C8-4A78-AA4B-D0D5DD5ADE52}" type="slidenum">
              <a:rPr smtClean="0">
                <a:solidFill>
                  <a:srgbClr val="FFFFFF"/>
                </a:solidFill>
              </a:rPr>
              <a:pPr algn="r"/>
              <a:t>‹#›</a:t>
            </a:fld>
            <a:endParaRPr>
              <a:solidFill>
                <a:srgbClr val="FFFFFF"/>
              </a:solidFill>
            </a:endParaRPr>
          </a:p>
        </p:txBody>
      </p:sp>
    </p:spTree>
    <p:extLst>
      <p:ext uri="{BB962C8B-B14F-4D97-AF65-F5344CB8AC3E}">
        <p14:creationId xmlns:p14="http://schemas.microsoft.com/office/powerpoint/2010/main" val="1422984416"/>
      </p:ext>
    </p:extLst>
  </p:cSld>
  <p:clrMapOvr>
    <a:overrideClrMapping bg1="dk1" tx1="lt1" bg2="dk2" tx2="lt2" accent1="accent1" accent2="accent2" accent3="accent3" accent4="accent4" accent5="accent5" accent6="accent6" hlink="hlink" folHlink="folHlink"/>
  </p:clrMapOvr>
  <p:transition>
    <p:wipe dir="r"/>
  </p:transition>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Section Divider | Solid | White">
    <p:bg>
      <p:bgRef idx="1001">
        <a:schemeClr val="bg1"/>
      </p:bgRef>
    </p:bg>
    <p:spTree>
      <p:nvGrpSpPr>
        <p:cNvPr id="1" name=""/>
        <p:cNvGrpSpPr/>
        <p:nvPr/>
      </p:nvGrpSpPr>
      <p:grpSpPr>
        <a:xfrm>
          <a:off x="0" y="0"/>
          <a:ext cx="0" cy="0"/>
          <a:chOff x="0" y="0"/>
          <a:chExt cx="0" cy="0"/>
        </a:xfrm>
      </p:grpSpPr>
      <p:sp>
        <p:nvSpPr>
          <p:cNvPr id="14" name="Freeform 13">
            <a:extLst>
              <a:ext uri="{FF2B5EF4-FFF2-40B4-BE49-F238E27FC236}">
                <a16:creationId xmlns:a16="http://schemas.microsoft.com/office/drawing/2014/main" id="{9CF9688B-74D5-7B40-871D-F5EADB2DA9E6}"/>
              </a:ext>
            </a:extLst>
          </p:cNvPr>
          <p:cNvSpPr/>
          <p:nvPr userDrawn="1"/>
        </p:nvSpPr>
        <p:spPr>
          <a:xfrm>
            <a:off x="348899" y="345061"/>
            <a:ext cx="11494220" cy="5647183"/>
          </a:xfrm>
          <a:custGeom>
            <a:avLst/>
            <a:gdLst>
              <a:gd name="connsiteX0" fmla="*/ 385314 w 8620665"/>
              <a:gd name="connsiteY0" fmla="*/ 0 h 4014159"/>
              <a:gd name="connsiteX1" fmla="*/ 8620665 w 8620665"/>
              <a:gd name="connsiteY1" fmla="*/ 0 h 4014159"/>
              <a:gd name="connsiteX2" fmla="*/ 8620665 w 8620665"/>
              <a:gd name="connsiteY2" fmla="*/ 4014159 h 4014159"/>
              <a:gd name="connsiteX3" fmla="*/ 0 w 8620665"/>
              <a:gd name="connsiteY3" fmla="*/ 4014159 h 4014159"/>
              <a:gd name="connsiteX4" fmla="*/ 0 w 8620665"/>
              <a:gd name="connsiteY4" fmla="*/ 408317 h 4014159"/>
              <a:gd name="connsiteX0" fmla="*/ 304632 w 8620665"/>
              <a:gd name="connsiteY0" fmla="*/ 8965 h 4014159"/>
              <a:gd name="connsiteX1" fmla="*/ 8620665 w 8620665"/>
              <a:gd name="connsiteY1" fmla="*/ 0 h 4014159"/>
              <a:gd name="connsiteX2" fmla="*/ 8620665 w 8620665"/>
              <a:gd name="connsiteY2" fmla="*/ 4014159 h 4014159"/>
              <a:gd name="connsiteX3" fmla="*/ 0 w 8620665"/>
              <a:gd name="connsiteY3" fmla="*/ 4014159 h 4014159"/>
              <a:gd name="connsiteX4" fmla="*/ 0 w 8620665"/>
              <a:gd name="connsiteY4" fmla="*/ 408317 h 40141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20665" h="4014159">
                <a:moveTo>
                  <a:pt x="304632" y="8965"/>
                </a:moveTo>
                <a:lnTo>
                  <a:pt x="8620665" y="0"/>
                </a:lnTo>
                <a:lnTo>
                  <a:pt x="8620665" y="4014159"/>
                </a:lnTo>
                <a:lnTo>
                  <a:pt x="0" y="4014159"/>
                </a:lnTo>
                <a:lnTo>
                  <a:pt x="0" y="408317"/>
                </a:lnTo>
              </a:path>
            </a:pathLst>
          </a:custGeom>
          <a:noFill/>
          <a:ln w="15875">
            <a:solidFill>
              <a:schemeClr val="tx1"/>
            </a:solidFill>
            <a:headEnd type="oval" w="sm" len="sm"/>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09585"/>
            <a:endParaRPr lang="en-US" sz="2400">
              <a:solidFill>
                <a:srgbClr val="FFFFFF"/>
              </a:solidFill>
            </a:endParaRPr>
          </a:p>
        </p:txBody>
      </p:sp>
      <p:sp>
        <p:nvSpPr>
          <p:cNvPr id="8" name="Text Placeholder 17">
            <a:extLst>
              <a:ext uri="{FF2B5EF4-FFF2-40B4-BE49-F238E27FC236}">
                <a16:creationId xmlns:a16="http://schemas.microsoft.com/office/drawing/2014/main" id="{D77F097C-CB5B-3641-B30F-3DA07CE8FD38}"/>
              </a:ext>
            </a:extLst>
          </p:cNvPr>
          <p:cNvSpPr>
            <a:spLocks noGrp="1"/>
          </p:cNvSpPr>
          <p:nvPr>
            <p:ph type="body" sz="quarter" idx="28" hasCustomPrompt="1"/>
          </p:nvPr>
        </p:nvSpPr>
        <p:spPr>
          <a:xfrm>
            <a:off x="602509" y="5407141"/>
            <a:ext cx="6913501" cy="417931"/>
          </a:xfrm>
        </p:spPr>
        <p:txBody>
          <a:bodyPr anchor="t">
            <a:noAutofit/>
          </a:bodyPr>
          <a:lstStyle>
            <a:lvl1pPr marL="0" indent="0">
              <a:buNone/>
              <a:defRPr sz="1467" cap="all" spc="400" baseline="0">
                <a:solidFill>
                  <a:schemeClr val="accent1"/>
                </a:solidFill>
              </a:defRPr>
            </a:lvl1pPr>
          </a:lstStyle>
          <a:p>
            <a:pPr lvl="0"/>
            <a:r>
              <a:rPr lang="en-US"/>
              <a:t>SUBHEAD HERE. ALL CAPS. TERRA COTTA. 11 PT.</a:t>
            </a:r>
          </a:p>
        </p:txBody>
      </p:sp>
      <p:sp>
        <p:nvSpPr>
          <p:cNvPr id="6" name="Title 1">
            <a:extLst>
              <a:ext uri="{FF2B5EF4-FFF2-40B4-BE49-F238E27FC236}">
                <a16:creationId xmlns:a16="http://schemas.microsoft.com/office/drawing/2014/main" id="{E8A2C1F3-FA25-47B6-8A37-E9A0CD151D98}"/>
              </a:ext>
            </a:extLst>
          </p:cNvPr>
          <p:cNvSpPr>
            <a:spLocks noGrp="1"/>
          </p:cNvSpPr>
          <p:nvPr>
            <p:ph type="title" hasCustomPrompt="1"/>
          </p:nvPr>
        </p:nvSpPr>
        <p:spPr>
          <a:xfrm>
            <a:off x="604499" y="2061405"/>
            <a:ext cx="10984992" cy="3345736"/>
          </a:xfrm>
        </p:spPr>
        <p:txBody>
          <a:bodyPr vert="horz" lIns="91440" tIns="45720" rIns="91440" bIns="45720" rtlCol="0" anchor="b">
            <a:noAutofit/>
          </a:bodyPr>
          <a:lstStyle>
            <a:lvl1pPr>
              <a:defRPr lang="en-US" sz="6000" spc="400" baseline="0">
                <a:ea typeface="+mn-ea"/>
              </a:defRPr>
            </a:lvl1pPr>
          </a:lstStyle>
          <a:p>
            <a:pPr lvl="0"/>
            <a:r>
              <a:rPr lang="en-US"/>
              <a:t>TRANSITION TITLE. </a:t>
            </a:r>
            <a:br>
              <a:rPr lang="en-US"/>
            </a:br>
            <a:r>
              <a:rPr lang="en-US"/>
              <a:t>ALL CAPS. Black. </a:t>
            </a:r>
            <a:br>
              <a:rPr lang="en-US"/>
            </a:br>
            <a:r>
              <a:rPr lang="en-US"/>
              <a:t>45 PT.</a:t>
            </a:r>
          </a:p>
        </p:txBody>
      </p:sp>
      <p:sp>
        <p:nvSpPr>
          <p:cNvPr id="2" name="Footer Placeholder 1">
            <a:extLst>
              <a:ext uri="{FF2B5EF4-FFF2-40B4-BE49-F238E27FC236}">
                <a16:creationId xmlns:a16="http://schemas.microsoft.com/office/drawing/2014/main" id="{BC2BE83E-D886-418F-9C93-2D5DEA9C3484}"/>
              </a:ext>
            </a:extLst>
          </p:cNvPr>
          <p:cNvSpPr>
            <a:spLocks noGrp="1"/>
          </p:cNvSpPr>
          <p:nvPr>
            <p:ph type="ftr" sz="quarter" idx="29"/>
          </p:nvPr>
        </p:nvSpPr>
        <p:spPr/>
        <p:txBody>
          <a:bodyPr/>
          <a:lstStyle>
            <a:lvl1pPr>
              <a:defRPr spc="0"/>
            </a:lvl1pPr>
          </a:lstStyle>
          <a:p>
            <a:r>
              <a:rPr lang="en-US">
                <a:solidFill>
                  <a:srgbClr val="E4551F"/>
                </a:solidFill>
              </a:rPr>
              <a:t>CS Agentic Development</a:t>
            </a:r>
            <a:endParaRPr>
              <a:solidFill>
                <a:srgbClr val="E4551F"/>
              </a:solidFill>
            </a:endParaRPr>
          </a:p>
        </p:txBody>
      </p:sp>
      <p:sp>
        <p:nvSpPr>
          <p:cNvPr id="3" name="Slide Number Placeholder 2">
            <a:extLst>
              <a:ext uri="{FF2B5EF4-FFF2-40B4-BE49-F238E27FC236}">
                <a16:creationId xmlns:a16="http://schemas.microsoft.com/office/drawing/2014/main" id="{78A2071B-2C30-49B6-95FF-C5CCFE8BAA73}"/>
              </a:ext>
            </a:extLst>
          </p:cNvPr>
          <p:cNvSpPr>
            <a:spLocks noGrp="1"/>
          </p:cNvSpPr>
          <p:nvPr>
            <p:ph type="sldNum" sz="quarter" idx="30"/>
          </p:nvPr>
        </p:nvSpPr>
        <p:spPr/>
        <p:txBody>
          <a:bodyPr/>
          <a:lstStyle>
            <a:lvl1pPr>
              <a:defRPr spc="0"/>
            </a:lvl1pPr>
          </a:lstStyle>
          <a:p>
            <a:pPr algn="r"/>
            <a:fld id="{01517C5A-21C8-4A78-AA4B-D0D5DD5ADE52}" type="slidenum">
              <a:rPr smtClean="0">
                <a:solidFill>
                  <a:srgbClr val="000000"/>
                </a:solidFill>
              </a:rPr>
              <a:pPr algn="r"/>
              <a:t>‹#›</a:t>
            </a:fld>
            <a:endParaRPr>
              <a:solidFill>
                <a:srgbClr val="000000"/>
              </a:solidFill>
            </a:endParaRPr>
          </a:p>
        </p:txBody>
      </p:sp>
    </p:spTree>
    <p:extLst>
      <p:ext uri="{BB962C8B-B14F-4D97-AF65-F5344CB8AC3E}">
        <p14:creationId xmlns:p14="http://schemas.microsoft.com/office/powerpoint/2010/main" val="4063136970"/>
      </p:ext>
    </p:extLst>
  </p:cSld>
  <p:clrMapOvr>
    <a:overrideClrMapping bg1="lt1" tx1="dk1" bg2="lt2" tx2="dk2" accent1="accent1" accent2="accent2" accent3="accent3" accent4="accent4" accent5="accent5" accent6="accent6" hlink="hlink" folHlink="folHlink"/>
  </p:clrMapOvr>
  <p:transition>
    <p:wipe dir="r"/>
  </p:transition>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Section Divider | Solid | Terra Cotta">
    <p:bg>
      <p:bgPr>
        <a:solidFill>
          <a:schemeClr val="accent1"/>
        </a:solidFill>
        <a:effectLst/>
      </p:bgPr>
    </p:bg>
    <p:spTree>
      <p:nvGrpSpPr>
        <p:cNvPr id="1" name=""/>
        <p:cNvGrpSpPr/>
        <p:nvPr/>
      </p:nvGrpSpPr>
      <p:grpSpPr>
        <a:xfrm>
          <a:off x="0" y="0"/>
          <a:ext cx="0" cy="0"/>
          <a:chOff x="0" y="0"/>
          <a:chExt cx="0" cy="0"/>
        </a:xfrm>
      </p:grpSpPr>
      <p:sp>
        <p:nvSpPr>
          <p:cNvPr id="14" name="Freeform 13">
            <a:extLst>
              <a:ext uri="{FF2B5EF4-FFF2-40B4-BE49-F238E27FC236}">
                <a16:creationId xmlns:a16="http://schemas.microsoft.com/office/drawing/2014/main" id="{9CF9688B-74D5-7B40-871D-F5EADB2DA9E6}"/>
              </a:ext>
            </a:extLst>
          </p:cNvPr>
          <p:cNvSpPr/>
          <p:nvPr userDrawn="1"/>
        </p:nvSpPr>
        <p:spPr>
          <a:xfrm>
            <a:off x="348899" y="345061"/>
            <a:ext cx="11494220" cy="5647183"/>
          </a:xfrm>
          <a:custGeom>
            <a:avLst/>
            <a:gdLst>
              <a:gd name="connsiteX0" fmla="*/ 385314 w 8620665"/>
              <a:gd name="connsiteY0" fmla="*/ 0 h 4014159"/>
              <a:gd name="connsiteX1" fmla="*/ 8620665 w 8620665"/>
              <a:gd name="connsiteY1" fmla="*/ 0 h 4014159"/>
              <a:gd name="connsiteX2" fmla="*/ 8620665 w 8620665"/>
              <a:gd name="connsiteY2" fmla="*/ 4014159 h 4014159"/>
              <a:gd name="connsiteX3" fmla="*/ 0 w 8620665"/>
              <a:gd name="connsiteY3" fmla="*/ 4014159 h 4014159"/>
              <a:gd name="connsiteX4" fmla="*/ 0 w 8620665"/>
              <a:gd name="connsiteY4" fmla="*/ 408317 h 4014159"/>
              <a:gd name="connsiteX0" fmla="*/ 304632 w 8620665"/>
              <a:gd name="connsiteY0" fmla="*/ 8965 h 4014159"/>
              <a:gd name="connsiteX1" fmla="*/ 8620665 w 8620665"/>
              <a:gd name="connsiteY1" fmla="*/ 0 h 4014159"/>
              <a:gd name="connsiteX2" fmla="*/ 8620665 w 8620665"/>
              <a:gd name="connsiteY2" fmla="*/ 4014159 h 4014159"/>
              <a:gd name="connsiteX3" fmla="*/ 0 w 8620665"/>
              <a:gd name="connsiteY3" fmla="*/ 4014159 h 4014159"/>
              <a:gd name="connsiteX4" fmla="*/ 0 w 8620665"/>
              <a:gd name="connsiteY4" fmla="*/ 408317 h 40141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20665" h="4014159">
                <a:moveTo>
                  <a:pt x="304632" y="8965"/>
                </a:moveTo>
                <a:lnTo>
                  <a:pt x="8620665" y="0"/>
                </a:lnTo>
                <a:lnTo>
                  <a:pt x="8620665" y="4014159"/>
                </a:lnTo>
                <a:lnTo>
                  <a:pt x="0" y="4014159"/>
                </a:lnTo>
                <a:lnTo>
                  <a:pt x="0" y="408317"/>
                </a:lnTo>
              </a:path>
            </a:pathLst>
          </a:custGeom>
          <a:noFill/>
          <a:ln w="15875">
            <a:solidFill>
              <a:schemeClr val="tx1"/>
            </a:solidFill>
            <a:headEnd type="oval" w="sm" len="sm"/>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09585"/>
            <a:endParaRPr lang="en-US" sz="2400">
              <a:solidFill>
                <a:srgbClr val="FFFFFF"/>
              </a:solidFill>
            </a:endParaRPr>
          </a:p>
        </p:txBody>
      </p:sp>
      <p:sp>
        <p:nvSpPr>
          <p:cNvPr id="8" name="Text Placeholder 17">
            <a:extLst>
              <a:ext uri="{FF2B5EF4-FFF2-40B4-BE49-F238E27FC236}">
                <a16:creationId xmlns:a16="http://schemas.microsoft.com/office/drawing/2014/main" id="{D77F097C-CB5B-3641-B30F-3DA07CE8FD38}"/>
              </a:ext>
            </a:extLst>
          </p:cNvPr>
          <p:cNvSpPr>
            <a:spLocks noGrp="1"/>
          </p:cNvSpPr>
          <p:nvPr>
            <p:ph type="body" sz="quarter" idx="28" hasCustomPrompt="1"/>
          </p:nvPr>
        </p:nvSpPr>
        <p:spPr>
          <a:xfrm>
            <a:off x="602509" y="5407141"/>
            <a:ext cx="6913501" cy="417931"/>
          </a:xfrm>
        </p:spPr>
        <p:txBody>
          <a:bodyPr anchor="t">
            <a:noAutofit/>
          </a:bodyPr>
          <a:lstStyle>
            <a:lvl1pPr marL="0" indent="0">
              <a:buNone/>
              <a:defRPr sz="1467" cap="all" spc="400" baseline="0">
                <a:solidFill>
                  <a:schemeClr val="tx1"/>
                </a:solidFill>
              </a:defRPr>
            </a:lvl1pPr>
          </a:lstStyle>
          <a:p>
            <a:pPr lvl="0"/>
            <a:r>
              <a:rPr lang="en-US"/>
              <a:t>SUBHEAD HERE. ALL CAPS. white. 11 PT.</a:t>
            </a:r>
          </a:p>
        </p:txBody>
      </p:sp>
      <p:sp>
        <p:nvSpPr>
          <p:cNvPr id="12" name="Title 1">
            <a:extLst>
              <a:ext uri="{FF2B5EF4-FFF2-40B4-BE49-F238E27FC236}">
                <a16:creationId xmlns:a16="http://schemas.microsoft.com/office/drawing/2014/main" id="{491C7030-7C21-4D01-94C3-78400167FE0D}"/>
              </a:ext>
            </a:extLst>
          </p:cNvPr>
          <p:cNvSpPr>
            <a:spLocks noGrp="1"/>
          </p:cNvSpPr>
          <p:nvPr>
            <p:ph type="title" hasCustomPrompt="1"/>
          </p:nvPr>
        </p:nvSpPr>
        <p:spPr>
          <a:xfrm>
            <a:off x="604499" y="2061405"/>
            <a:ext cx="10984992" cy="3345736"/>
          </a:xfrm>
        </p:spPr>
        <p:txBody>
          <a:bodyPr vert="horz" lIns="91440" tIns="45720" rIns="91440" bIns="45720" rtlCol="0" anchor="b">
            <a:noAutofit/>
          </a:bodyPr>
          <a:lstStyle>
            <a:lvl1pPr>
              <a:defRPr lang="en-US" sz="6000" spc="400" baseline="0">
                <a:solidFill>
                  <a:schemeClr val="tx1"/>
                </a:solidFill>
                <a:ea typeface="+mn-ea"/>
              </a:defRPr>
            </a:lvl1pPr>
          </a:lstStyle>
          <a:p>
            <a:pPr lvl="0"/>
            <a:r>
              <a:rPr lang="en-US"/>
              <a:t>TRANSITION TITLE. </a:t>
            </a:r>
            <a:br>
              <a:rPr lang="en-US"/>
            </a:br>
            <a:r>
              <a:rPr lang="en-US"/>
              <a:t>ALL CAPS. WHITE. </a:t>
            </a:r>
            <a:br>
              <a:rPr lang="en-US"/>
            </a:br>
            <a:r>
              <a:rPr lang="en-US"/>
              <a:t>45 PT.</a:t>
            </a:r>
          </a:p>
        </p:txBody>
      </p:sp>
      <p:sp>
        <p:nvSpPr>
          <p:cNvPr id="2" name="Footer Placeholder 1">
            <a:extLst>
              <a:ext uri="{FF2B5EF4-FFF2-40B4-BE49-F238E27FC236}">
                <a16:creationId xmlns:a16="http://schemas.microsoft.com/office/drawing/2014/main" id="{BB9FA3B2-D0F0-46D2-9466-44B642FC905B}"/>
              </a:ext>
            </a:extLst>
          </p:cNvPr>
          <p:cNvSpPr>
            <a:spLocks noGrp="1"/>
          </p:cNvSpPr>
          <p:nvPr>
            <p:ph type="ftr" sz="quarter" idx="29"/>
          </p:nvPr>
        </p:nvSpPr>
        <p:spPr/>
        <p:txBody>
          <a:bodyPr/>
          <a:lstStyle>
            <a:lvl1pPr>
              <a:defRPr spc="0">
                <a:solidFill>
                  <a:schemeClr val="bg1"/>
                </a:solidFill>
              </a:defRPr>
            </a:lvl1pPr>
          </a:lstStyle>
          <a:p>
            <a:r>
              <a:rPr lang="en-US">
                <a:solidFill>
                  <a:srgbClr val="000000"/>
                </a:solidFill>
              </a:rPr>
              <a:t>CS Agentic Development</a:t>
            </a:r>
            <a:endParaRPr>
              <a:solidFill>
                <a:srgbClr val="000000"/>
              </a:solidFill>
            </a:endParaRPr>
          </a:p>
        </p:txBody>
      </p:sp>
      <p:sp>
        <p:nvSpPr>
          <p:cNvPr id="3" name="Slide Number Placeholder 2">
            <a:extLst>
              <a:ext uri="{FF2B5EF4-FFF2-40B4-BE49-F238E27FC236}">
                <a16:creationId xmlns:a16="http://schemas.microsoft.com/office/drawing/2014/main" id="{053A297C-A2D6-40CA-AD99-EEB809D81A83}"/>
              </a:ext>
            </a:extLst>
          </p:cNvPr>
          <p:cNvSpPr>
            <a:spLocks noGrp="1"/>
          </p:cNvSpPr>
          <p:nvPr>
            <p:ph type="sldNum" sz="quarter" idx="30"/>
          </p:nvPr>
        </p:nvSpPr>
        <p:spPr/>
        <p:txBody>
          <a:bodyPr/>
          <a:lstStyle>
            <a:lvl1pPr>
              <a:defRPr spc="0"/>
            </a:lvl1pPr>
          </a:lstStyle>
          <a:p>
            <a:pPr algn="r"/>
            <a:fld id="{01517C5A-21C8-4A78-AA4B-D0D5DD5ADE52}" type="slidenum">
              <a:rPr smtClean="0">
                <a:solidFill>
                  <a:srgbClr val="FFFFFF"/>
                </a:solidFill>
              </a:rPr>
              <a:pPr algn="r"/>
              <a:t>‹#›</a:t>
            </a:fld>
            <a:endParaRPr>
              <a:solidFill>
                <a:srgbClr val="FFFFFF"/>
              </a:solidFill>
            </a:endParaRPr>
          </a:p>
        </p:txBody>
      </p:sp>
    </p:spTree>
    <p:extLst>
      <p:ext uri="{BB962C8B-B14F-4D97-AF65-F5344CB8AC3E}">
        <p14:creationId xmlns:p14="http://schemas.microsoft.com/office/powerpoint/2010/main" val="49399549"/>
      </p:ext>
    </p:extLst>
  </p:cSld>
  <p:clrMapOvr>
    <a:masterClrMapping/>
  </p:clrMapOvr>
  <p:transition>
    <p:wipe dir="r"/>
  </p:transition>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Org Chart | White">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9600" y="466827"/>
            <a:ext cx="11237379" cy="758500"/>
          </a:xfrm>
        </p:spPr>
        <p:txBody>
          <a:bodyPr/>
          <a:lstStyle>
            <a:lvl1pPr>
              <a:defRPr spc="400" baseline="0"/>
            </a:lvl1pPr>
          </a:lstStyle>
          <a:p>
            <a:r>
              <a:rPr lang="en-US"/>
              <a:t>TITLE HERE. ALL CAPS. BLACK. 24 PT.</a:t>
            </a:r>
          </a:p>
        </p:txBody>
      </p:sp>
      <p:sp>
        <p:nvSpPr>
          <p:cNvPr id="3" name="Footer Placeholder 2"/>
          <p:cNvSpPr>
            <a:spLocks noGrp="1"/>
          </p:cNvSpPr>
          <p:nvPr>
            <p:ph type="ftr" sz="quarter" idx="10"/>
          </p:nvPr>
        </p:nvSpPr>
        <p:spPr/>
        <p:txBody>
          <a:bodyPr/>
          <a:lstStyle>
            <a:lvl1pPr>
              <a:defRPr spc="0"/>
            </a:lvl1pPr>
          </a:lstStyle>
          <a:p>
            <a:r>
              <a:rPr lang="en-US">
                <a:solidFill>
                  <a:srgbClr val="E4551F"/>
                </a:solidFill>
              </a:rPr>
              <a:t>CS Agentic Development</a:t>
            </a:r>
            <a:endParaRPr>
              <a:solidFill>
                <a:srgbClr val="E4551F"/>
              </a:solidFill>
            </a:endParaRPr>
          </a:p>
        </p:txBody>
      </p:sp>
      <p:sp>
        <p:nvSpPr>
          <p:cNvPr id="4" name="Text Placeholder 2">
            <a:extLst>
              <a:ext uri="{FF2B5EF4-FFF2-40B4-BE49-F238E27FC236}">
                <a16:creationId xmlns:a16="http://schemas.microsoft.com/office/drawing/2014/main" id="{6958B17C-FE6E-4F59-A161-671D59ABF973}"/>
              </a:ext>
            </a:extLst>
          </p:cNvPr>
          <p:cNvSpPr>
            <a:spLocks noGrp="1"/>
          </p:cNvSpPr>
          <p:nvPr>
            <p:ph type="body" idx="13" hasCustomPrompt="1"/>
          </p:nvPr>
        </p:nvSpPr>
        <p:spPr>
          <a:xfrm>
            <a:off x="609600" y="1166707"/>
            <a:ext cx="11237379" cy="411740"/>
          </a:xfrm>
          <a:prstGeom prst="rect">
            <a:avLst/>
          </a:prstGeom>
        </p:spPr>
        <p:txBody>
          <a:bodyPr anchor="t">
            <a:normAutofit/>
          </a:bodyPr>
          <a:lstStyle>
            <a:lvl1pPr marL="0" marR="0" indent="0" algn="l" defTabSz="609555" rtl="0" eaLnBrk="1" fontAlgn="auto" latinLnBrk="0" hangingPunct="1">
              <a:lnSpc>
                <a:spcPct val="100000"/>
              </a:lnSpc>
              <a:spcBef>
                <a:spcPct val="20000"/>
              </a:spcBef>
              <a:spcAft>
                <a:spcPts val="0"/>
              </a:spcAft>
              <a:buClr>
                <a:schemeClr val="accent1"/>
              </a:buClr>
              <a:buSzTx/>
              <a:buFont typeface="Arial" panose="020B0604020202020204" pitchFamily="34" charset="0"/>
              <a:buNone/>
              <a:tabLst/>
              <a:defRPr sz="1467" b="0" cap="all" spc="400" baseline="0">
                <a:solidFill>
                  <a:schemeClr val="accent1"/>
                </a:solidFill>
              </a:defRPr>
            </a:lvl1pPr>
            <a:lvl2pPr marL="609555" indent="0">
              <a:buNone/>
              <a:defRPr sz="2667" b="1"/>
            </a:lvl2pPr>
            <a:lvl3pPr marL="1219110" indent="0">
              <a:buNone/>
              <a:defRPr sz="2400" b="1"/>
            </a:lvl3pPr>
            <a:lvl4pPr marL="1828664" indent="0">
              <a:buNone/>
              <a:defRPr sz="2133" b="1"/>
            </a:lvl4pPr>
            <a:lvl5pPr marL="2438218" indent="0">
              <a:buNone/>
              <a:defRPr sz="2133" b="1"/>
            </a:lvl5pPr>
            <a:lvl6pPr marL="3047772" indent="0">
              <a:buNone/>
              <a:defRPr sz="2133" b="1"/>
            </a:lvl6pPr>
            <a:lvl7pPr marL="3657327" indent="0">
              <a:buNone/>
              <a:defRPr sz="2133" b="1"/>
            </a:lvl7pPr>
            <a:lvl8pPr marL="4266880" indent="0">
              <a:buNone/>
              <a:defRPr sz="2133" b="1"/>
            </a:lvl8pPr>
            <a:lvl9pPr marL="4876435" indent="0">
              <a:buNone/>
              <a:defRPr sz="2133" b="1"/>
            </a:lvl9pPr>
          </a:lstStyle>
          <a:p>
            <a:pPr marL="0" marR="0" lvl="0" indent="0" algn="l" defTabSz="609555" rtl="0" eaLnBrk="1" fontAlgn="auto" latinLnBrk="0" hangingPunct="1">
              <a:lnSpc>
                <a:spcPct val="100000"/>
              </a:lnSpc>
              <a:spcBef>
                <a:spcPct val="20000"/>
              </a:spcBef>
              <a:spcAft>
                <a:spcPts val="0"/>
              </a:spcAft>
              <a:buClr>
                <a:schemeClr val="accent1"/>
              </a:buClr>
              <a:buSzTx/>
              <a:buFont typeface="Arial" panose="020B0604020202020204" pitchFamily="34" charset="0"/>
              <a:buNone/>
              <a:tabLst/>
              <a:defRPr/>
            </a:pPr>
            <a:r>
              <a:rPr lang="en-US"/>
              <a:t>SUBHEAD HERE. ALL CAPS. TERRA COTTA. 11 PT.</a:t>
            </a:r>
          </a:p>
        </p:txBody>
      </p:sp>
      <p:sp>
        <p:nvSpPr>
          <p:cNvPr id="5" name="Picture Placeholder 5">
            <a:extLst>
              <a:ext uri="{FF2B5EF4-FFF2-40B4-BE49-F238E27FC236}">
                <a16:creationId xmlns:a16="http://schemas.microsoft.com/office/drawing/2014/main" id="{5ABFF238-972F-FB40-BE5D-68E2F1D9EC21}"/>
              </a:ext>
            </a:extLst>
          </p:cNvPr>
          <p:cNvSpPr>
            <a:spLocks noGrp="1"/>
          </p:cNvSpPr>
          <p:nvPr>
            <p:ph type="pic" sz="quarter" idx="14" hasCustomPrompt="1"/>
          </p:nvPr>
        </p:nvSpPr>
        <p:spPr>
          <a:xfrm>
            <a:off x="5193792" y="1641951"/>
            <a:ext cx="975360" cy="975360"/>
          </a:xfrm>
          <a:prstGeom prst="rect">
            <a:avLst/>
          </a:prstGeom>
        </p:spPr>
        <p:txBody>
          <a:bodyPr anchor="ctr"/>
          <a:lstStyle>
            <a:lvl1pPr marL="10584" indent="0" algn="ctr">
              <a:buNone/>
              <a:defRPr sz="1000" spc="0"/>
            </a:lvl1pPr>
          </a:lstStyle>
          <a:p>
            <a:r>
              <a:rPr lang="en-US"/>
              <a:t>HEADSHOT HERE</a:t>
            </a:r>
          </a:p>
        </p:txBody>
      </p:sp>
      <p:sp>
        <p:nvSpPr>
          <p:cNvPr id="6" name="Picture Placeholder 5">
            <a:extLst>
              <a:ext uri="{FF2B5EF4-FFF2-40B4-BE49-F238E27FC236}">
                <a16:creationId xmlns:a16="http://schemas.microsoft.com/office/drawing/2014/main" id="{18EC76AE-7BE5-294B-9BF4-53BFFAFF7E79}"/>
              </a:ext>
            </a:extLst>
          </p:cNvPr>
          <p:cNvSpPr>
            <a:spLocks noGrp="1"/>
          </p:cNvSpPr>
          <p:nvPr>
            <p:ph type="pic" sz="quarter" idx="11" hasCustomPrompt="1"/>
          </p:nvPr>
        </p:nvSpPr>
        <p:spPr>
          <a:xfrm>
            <a:off x="5193792" y="3030131"/>
            <a:ext cx="975360" cy="975360"/>
          </a:xfrm>
          <a:prstGeom prst="rect">
            <a:avLst/>
          </a:prstGeom>
        </p:spPr>
        <p:txBody>
          <a:bodyPr anchor="ctr"/>
          <a:lstStyle>
            <a:lvl1pPr marL="10584" indent="0" algn="ctr">
              <a:buNone/>
              <a:defRPr sz="1000" spc="0"/>
            </a:lvl1pPr>
          </a:lstStyle>
          <a:p>
            <a:r>
              <a:rPr lang="en-US"/>
              <a:t>HEADSHOT HERE</a:t>
            </a:r>
          </a:p>
        </p:txBody>
      </p:sp>
      <p:sp>
        <p:nvSpPr>
          <p:cNvPr id="7" name="Picture Placeholder 5">
            <a:extLst>
              <a:ext uri="{FF2B5EF4-FFF2-40B4-BE49-F238E27FC236}">
                <a16:creationId xmlns:a16="http://schemas.microsoft.com/office/drawing/2014/main" id="{12D8180D-0D8E-B642-AD57-6BA7F623754E}"/>
              </a:ext>
            </a:extLst>
          </p:cNvPr>
          <p:cNvSpPr>
            <a:spLocks noGrp="1"/>
          </p:cNvSpPr>
          <p:nvPr>
            <p:ph type="pic" sz="quarter" idx="15" hasCustomPrompt="1"/>
          </p:nvPr>
        </p:nvSpPr>
        <p:spPr>
          <a:xfrm>
            <a:off x="1676400" y="3030131"/>
            <a:ext cx="975360" cy="975360"/>
          </a:xfrm>
          <a:prstGeom prst="rect">
            <a:avLst/>
          </a:prstGeom>
        </p:spPr>
        <p:txBody>
          <a:bodyPr anchor="ctr"/>
          <a:lstStyle>
            <a:lvl1pPr marL="10584" indent="0" algn="ctr">
              <a:buNone/>
              <a:defRPr sz="1000" spc="0"/>
            </a:lvl1pPr>
          </a:lstStyle>
          <a:p>
            <a:r>
              <a:rPr lang="en-US"/>
              <a:t>HEADSHOT HERE</a:t>
            </a:r>
          </a:p>
        </p:txBody>
      </p:sp>
      <p:sp>
        <p:nvSpPr>
          <p:cNvPr id="8" name="Picture Placeholder 5">
            <a:extLst>
              <a:ext uri="{FF2B5EF4-FFF2-40B4-BE49-F238E27FC236}">
                <a16:creationId xmlns:a16="http://schemas.microsoft.com/office/drawing/2014/main" id="{E6A15E34-936C-DF49-858C-AB3A808ED2C3}"/>
              </a:ext>
            </a:extLst>
          </p:cNvPr>
          <p:cNvSpPr>
            <a:spLocks noGrp="1"/>
          </p:cNvSpPr>
          <p:nvPr>
            <p:ph type="pic" sz="quarter" idx="16" hasCustomPrompt="1"/>
          </p:nvPr>
        </p:nvSpPr>
        <p:spPr>
          <a:xfrm>
            <a:off x="445008" y="4349837"/>
            <a:ext cx="975360" cy="975360"/>
          </a:xfrm>
          <a:prstGeom prst="rect">
            <a:avLst/>
          </a:prstGeom>
        </p:spPr>
        <p:txBody>
          <a:bodyPr anchor="ctr"/>
          <a:lstStyle>
            <a:lvl1pPr marL="10584" indent="0" algn="ctr">
              <a:buNone/>
              <a:defRPr sz="1000" spc="0"/>
            </a:lvl1pPr>
          </a:lstStyle>
          <a:p>
            <a:r>
              <a:rPr lang="en-US"/>
              <a:t>HEADSHOT HERE</a:t>
            </a:r>
          </a:p>
        </p:txBody>
      </p:sp>
      <p:sp>
        <p:nvSpPr>
          <p:cNvPr id="9" name="Picture Placeholder 5">
            <a:extLst>
              <a:ext uri="{FF2B5EF4-FFF2-40B4-BE49-F238E27FC236}">
                <a16:creationId xmlns:a16="http://schemas.microsoft.com/office/drawing/2014/main" id="{4C68ADBA-D7D6-D342-AE08-FD1C53F945E6}"/>
              </a:ext>
            </a:extLst>
          </p:cNvPr>
          <p:cNvSpPr>
            <a:spLocks noGrp="1"/>
          </p:cNvSpPr>
          <p:nvPr>
            <p:ph type="pic" sz="quarter" idx="17" hasCustomPrompt="1"/>
          </p:nvPr>
        </p:nvSpPr>
        <p:spPr>
          <a:xfrm>
            <a:off x="2859024" y="4349837"/>
            <a:ext cx="975360" cy="975360"/>
          </a:xfrm>
          <a:prstGeom prst="rect">
            <a:avLst/>
          </a:prstGeom>
        </p:spPr>
        <p:txBody>
          <a:bodyPr anchor="ctr"/>
          <a:lstStyle>
            <a:lvl1pPr marL="10584" indent="0" algn="ctr">
              <a:buNone/>
              <a:defRPr sz="1000" spc="0"/>
            </a:lvl1pPr>
          </a:lstStyle>
          <a:p>
            <a:r>
              <a:rPr lang="en-US"/>
              <a:t>HEADSHOT HERE</a:t>
            </a:r>
          </a:p>
        </p:txBody>
      </p:sp>
      <p:sp>
        <p:nvSpPr>
          <p:cNvPr id="10" name="Picture Placeholder 5">
            <a:extLst>
              <a:ext uri="{FF2B5EF4-FFF2-40B4-BE49-F238E27FC236}">
                <a16:creationId xmlns:a16="http://schemas.microsoft.com/office/drawing/2014/main" id="{E02ECDB4-5AD6-7C45-91D3-82FE33CE6D9F}"/>
              </a:ext>
            </a:extLst>
          </p:cNvPr>
          <p:cNvSpPr>
            <a:spLocks noGrp="1"/>
          </p:cNvSpPr>
          <p:nvPr>
            <p:ph type="pic" sz="quarter" idx="18" hasCustomPrompt="1"/>
          </p:nvPr>
        </p:nvSpPr>
        <p:spPr>
          <a:xfrm>
            <a:off x="5193792" y="4349837"/>
            <a:ext cx="975360" cy="975360"/>
          </a:xfrm>
          <a:prstGeom prst="rect">
            <a:avLst/>
          </a:prstGeom>
        </p:spPr>
        <p:txBody>
          <a:bodyPr anchor="ctr"/>
          <a:lstStyle>
            <a:lvl1pPr marL="10584" indent="0" algn="ctr">
              <a:buNone/>
              <a:defRPr sz="1000" spc="0"/>
            </a:lvl1pPr>
          </a:lstStyle>
          <a:p>
            <a:r>
              <a:rPr lang="en-US"/>
              <a:t>HEADSHOT HERE</a:t>
            </a:r>
          </a:p>
        </p:txBody>
      </p:sp>
      <p:sp>
        <p:nvSpPr>
          <p:cNvPr id="11" name="Picture Placeholder 5">
            <a:extLst>
              <a:ext uri="{FF2B5EF4-FFF2-40B4-BE49-F238E27FC236}">
                <a16:creationId xmlns:a16="http://schemas.microsoft.com/office/drawing/2014/main" id="{B967F4E4-8CE7-2944-A00F-24639A4022F4}"/>
              </a:ext>
            </a:extLst>
          </p:cNvPr>
          <p:cNvSpPr>
            <a:spLocks noGrp="1"/>
          </p:cNvSpPr>
          <p:nvPr>
            <p:ph type="pic" sz="quarter" idx="19" hasCustomPrompt="1"/>
          </p:nvPr>
        </p:nvSpPr>
        <p:spPr>
          <a:xfrm>
            <a:off x="7040880" y="4349837"/>
            <a:ext cx="975360" cy="975360"/>
          </a:xfrm>
          <a:prstGeom prst="rect">
            <a:avLst/>
          </a:prstGeom>
        </p:spPr>
        <p:txBody>
          <a:bodyPr anchor="ctr"/>
          <a:lstStyle>
            <a:lvl1pPr marL="10584" indent="0" algn="ctr">
              <a:buNone/>
              <a:defRPr sz="1000" spc="0"/>
            </a:lvl1pPr>
          </a:lstStyle>
          <a:p>
            <a:r>
              <a:rPr lang="en-US"/>
              <a:t>HEADSHOT HERE</a:t>
            </a:r>
          </a:p>
        </p:txBody>
      </p:sp>
      <p:sp>
        <p:nvSpPr>
          <p:cNvPr id="12" name="Picture Placeholder 5">
            <a:extLst>
              <a:ext uri="{FF2B5EF4-FFF2-40B4-BE49-F238E27FC236}">
                <a16:creationId xmlns:a16="http://schemas.microsoft.com/office/drawing/2014/main" id="{B6067C2E-8A1A-C24E-ABBB-BFD08C1671BA}"/>
              </a:ext>
            </a:extLst>
          </p:cNvPr>
          <p:cNvSpPr>
            <a:spLocks noGrp="1"/>
          </p:cNvSpPr>
          <p:nvPr>
            <p:ph type="pic" sz="quarter" idx="20" hasCustomPrompt="1"/>
          </p:nvPr>
        </p:nvSpPr>
        <p:spPr>
          <a:xfrm>
            <a:off x="8711184" y="4349837"/>
            <a:ext cx="975360" cy="975360"/>
          </a:xfrm>
          <a:prstGeom prst="rect">
            <a:avLst/>
          </a:prstGeom>
        </p:spPr>
        <p:txBody>
          <a:bodyPr anchor="ctr"/>
          <a:lstStyle>
            <a:lvl1pPr marL="10584" indent="0" algn="ctr">
              <a:buNone/>
              <a:defRPr sz="1000" spc="0"/>
            </a:lvl1pPr>
          </a:lstStyle>
          <a:p>
            <a:r>
              <a:rPr lang="en-US"/>
              <a:t>HEADSHOT HERE</a:t>
            </a:r>
          </a:p>
        </p:txBody>
      </p:sp>
      <p:sp>
        <p:nvSpPr>
          <p:cNvPr id="13" name="Picture Placeholder 5">
            <a:extLst>
              <a:ext uri="{FF2B5EF4-FFF2-40B4-BE49-F238E27FC236}">
                <a16:creationId xmlns:a16="http://schemas.microsoft.com/office/drawing/2014/main" id="{356D8DE8-5B64-8D4D-9781-CB5B72A560FC}"/>
              </a:ext>
            </a:extLst>
          </p:cNvPr>
          <p:cNvSpPr>
            <a:spLocks noGrp="1"/>
          </p:cNvSpPr>
          <p:nvPr>
            <p:ph type="pic" sz="quarter" idx="21" hasCustomPrompt="1"/>
          </p:nvPr>
        </p:nvSpPr>
        <p:spPr>
          <a:xfrm>
            <a:off x="10381488" y="4349837"/>
            <a:ext cx="975360" cy="975360"/>
          </a:xfrm>
          <a:prstGeom prst="rect">
            <a:avLst/>
          </a:prstGeom>
        </p:spPr>
        <p:txBody>
          <a:bodyPr anchor="ctr"/>
          <a:lstStyle>
            <a:lvl1pPr marL="10584" indent="0" algn="ctr">
              <a:buNone/>
              <a:defRPr sz="1000" spc="0"/>
            </a:lvl1pPr>
          </a:lstStyle>
          <a:p>
            <a:r>
              <a:rPr lang="en-US"/>
              <a:t>HEADSHOT HERE</a:t>
            </a:r>
          </a:p>
        </p:txBody>
      </p:sp>
      <p:sp>
        <p:nvSpPr>
          <p:cNvPr id="14" name="Text Placeholder 59">
            <a:extLst>
              <a:ext uri="{FF2B5EF4-FFF2-40B4-BE49-F238E27FC236}">
                <a16:creationId xmlns:a16="http://schemas.microsoft.com/office/drawing/2014/main" id="{AAD068EC-C3F2-0F46-B6CB-4A760746362D}"/>
              </a:ext>
            </a:extLst>
          </p:cNvPr>
          <p:cNvSpPr>
            <a:spLocks noGrp="1"/>
          </p:cNvSpPr>
          <p:nvPr>
            <p:ph type="body" sz="quarter" idx="22" hasCustomPrompt="1"/>
          </p:nvPr>
        </p:nvSpPr>
        <p:spPr>
          <a:xfrm>
            <a:off x="6339840" y="1806231"/>
            <a:ext cx="2072640" cy="486833"/>
          </a:xfrm>
          <a:prstGeom prst="rect">
            <a:avLst/>
          </a:prstGeom>
        </p:spPr>
        <p:txBody>
          <a:bodyPr lIns="0" bIns="0" anchor="b"/>
          <a:lstStyle>
            <a:lvl1pPr marL="10584" indent="0">
              <a:buNone/>
              <a:defRPr sz="1200" cap="all" spc="0" baseline="0">
                <a:solidFill>
                  <a:schemeClr val="tx1"/>
                </a:solidFill>
              </a:defRPr>
            </a:lvl1pPr>
          </a:lstStyle>
          <a:p>
            <a:pPr lvl="0"/>
            <a:r>
              <a:rPr lang="en-US"/>
              <a:t>NAME HERE. ALL CAPS. BLACK. 9 PT.</a:t>
            </a:r>
          </a:p>
        </p:txBody>
      </p:sp>
      <p:sp>
        <p:nvSpPr>
          <p:cNvPr id="15" name="Text Placeholder 59">
            <a:extLst>
              <a:ext uri="{FF2B5EF4-FFF2-40B4-BE49-F238E27FC236}">
                <a16:creationId xmlns:a16="http://schemas.microsoft.com/office/drawing/2014/main" id="{46396501-5E4A-4547-BD0E-75445D8F480B}"/>
              </a:ext>
            </a:extLst>
          </p:cNvPr>
          <p:cNvSpPr>
            <a:spLocks noGrp="1"/>
          </p:cNvSpPr>
          <p:nvPr>
            <p:ph type="body" sz="quarter" idx="33" hasCustomPrompt="1"/>
          </p:nvPr>
        </p:nvSpPr>
        <p:spPr>
          <a:xfrm>
            <a:off x="6339840" y="2300951"/>
            <a:ext cx="2072640" cy="322287"/>
          </a:xfrm>
          <a:prstGeom prst="rect">
            <a:avLst/>
          </a:prstGeom>
        </p:spPr>
        <p:txBody>
          <a:bodyPr lIns="0" bIns="0" anchor="t" anchorCtr="0"/>
          <a:lstStyle>
            <a:lvl1pPr marL="10584" indent="0">
              <a:buNone/>
              <a:defRPr sz="1200" cap="none" spc="0" baseline="0">
                <a:solidFill>
                  <a:schemeClr val="accent1"/>
                </a:solidFill>
                <a:latin typeface="+mj-lt"/>
              </a:defRPr>
            </a:lvl1pPr>
          </a:lstStyle>
          <a:p>
            <a:pPr lvl="0"/>
            <a:r>
              <a:rPr lang="en-US"/>
              <a:t>Title Here. Lowercase. 9 pt.</a:t>
            </a:r>
          </a:p>
        </p:txBody>
      </p:sp>
      <p:sp>
        <p:nvSpPr>
          <p:cNvPr id="16" name="Text Placeholder 59">
            <a:extLst>
              <a:ext uri="{FF2B5EF4-FFF2-40B4-BE49-F238E27FC236}">
                <a16:creationId xmlns:a16="http://schemas.microsoft.com/office/drawing/2014/main" id="{2603966A-E2D9-824B-A89F-EA677B9EFE19}"/>
              </a:ext>
            </a:extLst>
          </p:cNvPr>
          <p:cNvSpPr>
            <a:spLocks noGrp="1"/>
          </p:cNvSpPr>
          <p:nvPr>
            <p:ph type="body" sz="quarter" idx="40" hasCustomPrompt="1"/>
          </p:nvPr>
        </p:nvSpPr>
        <p:spPr>
          <a:xfrm>
            <a:off x="2859024" y="3175233"/>
            <a:ext cx="2072640" cy="486833"/>
          </a:xfrm>
          <a:prstGeom prst="rect">
            <a:avLst/>
          </a:prstGeom>
        </p:spPr>
        <p:txBody>
          <a:bodyPr lIns="0" bIns="0" anchor="b"/>
          <a:lstStyle>
            <a:lvl1pPr marL="10584" indent="0">
              <a:buNone/>
              <a:defRPr sz="1200" cap="all" spc="0" baseline="0">
                <a:solidFill>
                  <a:schemeClr val="tx1"/>
                </a:solidFill>
              </a:defRPr>
            </a:lvl1pPr>
          </a:lstStyle>
          <a:p>
            <a:pPr lvl="0"/>
            <a:r>
              <a:rPr lang="en-US"/>
              <a:t>NAME HERE. ALL CAPS. BLACK. 9 PT.</a:t>
            </a:r>
          </a:p>
        </p:txBody>
      </p:sp>
      <p:sp>
        <p:nvSpPr>
          <p:cNvPr id="17" name="Text Placeholder 59">
            <a:extLst>
              <a:ext uri="{FF2B5EF4-FFF2-40B4-BE49-F238E27FC236}">
                <a16:creationId xmlns:a16="http://schemas.microsoft.com/office/drawing/2014/main" id="{F306B794-F127-CD4A-AF19-BEEFCAA85BB2}"/>
              </a:ext>
            </a:extLst>
          </p:cNvPr>
          <p:cNvSpPr>
            <a:spLocks noGrp="1"/>
          </p:cNvSpPr>
          <p:nvPr>
            <p:ph type="body" sz="quarter" idx="41" hasCustomPrompt="1"/>
          </p:nvPr>
        </p:nvSpPr>
        <p:spPr>
          <a:xfrm>
            <a:off x="2859024" y="3683205"/>
            <a:ext cx="2072640" cy="322287"/>
          </a:xfrm>
          <a:prstGeom prst="rect">
            <a:avLst/>
          </a:prstGeom>
        </p:spPr>
        <p:txBody>
          <a:bodyPr lIns="0" bIns="0" anchor="t" anchorCtr="0"/>
          <a:lstStyle>
            <a:lvl1pPr marL="10584" indent="0">
              <a:buNone/>
              <a:defRPr sz="1200" cap="none" spc="0" baseline="0">
                <a:solidFill>
                  <a:schemeClr val="accent1"/>
                </a:solidFill>
                <a:latin typeface="+mj-lt"/>
              </a:defRPr>
            </a:lvl1pPr>
          </a:lstStyle>
          <a:p>
            <a:pPr lvl="0"/>
            <a:r>
              <a:rPr lang="en-US"/>
              <a:t>Title Here. Lowercase. 9 pt.</a:t>
            </a:r>
          </a:p>
        </p:txBody>
      </p:sp>
      <p:sp>
        <p:nvSpPr>
          <p:cNvPr id="18" name="Text Placeholder 59">
            <a:extLst>
              <a:ext uri="{FF2B5EF4-FFF2-40B4-BE49-F238E27FC236}">
                <a16:creationId xmlns:a16="http://schemas.microsoft.com/office/drawing/2014/main" id="{34112D37-2205-B848-AC2E-BD4056D73F74}"/>
              </a:ext>
            </a:extLst>
          </p:cNvPr>
          <p:cNvSpPr>
            <a:spLocks noGrp="1"/>
          </p:cNvSpPr>
          <p:nvPr>
            <p:ph type="body" sz="quarter" idx="46" hasCustomPrompt="1"/>
          </p:nvPr>
        </p:nvSpPr>
        <p:spPr>
          <a:xfrm>
            <a:off x="445009" y="5449718"/>
            <a:ext cx="1465491" cy="291367"/>
          </a:xfrm>
          <a:prstGeom prst="rect">
            <a:avLst/>
          </a:prstGeom>
        </p:spPr>
        <p:txBody>
          <a:bodyPr lIns="0" bIns="0" anchor="b"/>
          <a:lstStyle>
            <a:lvl1pPr marL="10584" marR="0" indent="0" algn="l" defTabSz="609555" rtl="0" eaLnBrk="1" fontAlgn="auto" latinLnBrk="0" hangingPunct="1">
              <a:lnSpc>
                <a:spcPct val="100000"/>
              </a:lnSpc>
              <a:spcBef>
                <a:spcPct val="20000"/>
              </a:spcBef>
              <a:spcAft>
                <a:spcPts val="0"/>
              </a:spcAft>
              <a:buClr>
                <a:schemeClr val="accent1"/>
              </a:buClr>
              <a:buSzTx/>
              <a:buFont typeface="Arial" panose="020B0604020202020204" pitchFamily="34" charset="0"/>
              <a:buNone/>
              <a:tabLst/>
              <a:defRPr sz="1067" cap="all" spc="0" baseline="0">
                <a:solidFill>
                  <a:schemeClr val="tx1"/>
                </a:solidFill>
              </a:defRPr>
            </a:lvl1pPr>
          </a:lstStyle>
          <a:p>
            <a:pPr marL="10584" marR="0" lvl="0" indent="0" algn="l" defTabSz="609555" rtl="0" eaLnBrk="1" fontAlgn="auto" latinLnBrk="0" hangingPunct="1">
              <a:lnSpc>
                <a:spcPct val="100000"/>
              </a:lnSpc>
              <a:spcBef>
                <a:spcPct val="20000"/>
              </a:spcBef>
              <a:spcAft>
                <a:spcPts val="0"/>
              </a:spcAft>
              <a:buClr>
                <a:schemeClr val="accent1"/>
              </a:buClr>
              <a:buSzTx/>
              <a:buFont typeface="Arial" panose="020B0604020202020204" pitchFamily="34" charset="0"/>
              <a:buNone/>
              <a:tabLst/>
              <a:defRPr/>
            </a:pPr>
            <a:r>
              <a:rPr lang="en-US"/>
              <a:t>NAME HERE. ALL CAPS. BLACK. 8 PT.</a:t>
            </a:r>
          </a:p>
        </p:txBody>
      </p:sp>
      <p:sp>
        <p:nvSpPr>
          <p:cNvPr id="19" name="Text Placeholder 59">
            <a:extLst>
              <a:ext uri="{FF2B5EF4-FFF2-40B4-BE49-F238E27FC236}">
                <a16:creationId xmlns:a16="http://schemas.microsoft.com/office/drawing/2014/main" id="{F7F8772C-0E28-B04E-BD81-B40EF87AEC77}"/>
              </a:ext>
            </a:extLst>
          </p:cNvPr>
          <p:cNvSpPr>
            <a:spLocks noGrp="1"/>
          </p:cNvSpPr>
          <p:nvPr>
            <p:ph type="body" sz="quarter" idx="47" hasCustomPrompt="1"/>
          </p:nvPr>
        </p:nvSpPr>
        <p:spPr>
          <a:xfrm>
            <a:off x="445009" y="5755571"/>
            <a:ext cx="1465491" cy="328021"/>
          </a:xfrm>
          <a:prstGeom prst="rect">
            <a:avLst/>
          </a:prstGeom>
        </p:spPr>
        <p:txBody>
          <a:bodyPr lIns="0" bIns="0" anchor="t" anchorCtr="0"/>
          <a:lstStyle>
            <a:lvl1pPr marL="10584" indent="0">
              <a:buNone/>
              <a:defRPr sz="1067" cap="none" spc="0" baseline="0">
                <a:solidFill>
                  <a:schemeClr val="accent1"/>
                </a:solidFill>
                <a:latin typeface="+mj-lt"/>
              </a:defRPr>
            </a:lvl1pPr>
          </a:lstStyle>
          <a:p>
            <a:pPr lvl="0"/>
            <a:r>
              <a:rPr lang="en-US"/>
              <a:t>Title Here. Lowercase. 8 pt.</a:t>
            </a:r>
          </a:p>
        </p:txBody>
      </p:sp>
      <p:sp>
        <p:nvSpPr>
          <p:cNvPr id="20" name="Text Placeholder 59">
            <a:extLst>
              <a:ext uri="{FF2B5EF4-FFF2-40B4-BE49-F238E27FC236}">
                <a16:creationId xmlns:a16="http://schemas.microsoft.com/office/drawing/2014/main" id="{9227AD50-FBF9-A246-AF49-3CEF5A9B0920}"/>
              </a:ext>
            </a:extLst>
          </p:cNvPr>
          <p:cNvSpPr>
            <a:spLocks noGrp="1"/>
          </p:cNvSpPr>
          <p:nvPr>
            <p:ph type="body" sz="quarter" idx="48" hasCustomPrompt="1"/>
          </p:nvPr>
        </p:nvSpPr>
        <p:spPr>
          <a:xfrm>
            <a:off x="2859024" y="5449718"/>
            <a:ext cx="1465491" cy="291367"/>
          </a:xfrm>
          <a:prstGeom prst="rect">
            <a:avLst/>
          </a:prstGeom>
        </p:spPr>
        <p:txBody>
          <a:bodyPr lIns="0" bIns="0" anchor="b"/>
          <a:lstStyle>
            <a:lvl1pPr marL="10584" marR="0" indent="0" algn="l" defTabSz="609555" rtl="0" eaLnBrk="1" fontAlgn="auto" latinLnBrk="0" hangingPunct="1">
              <a:lnSpc>
                <a:spcPct val="100000"/>
              </a:lnSpc>
              <a:spcBef>
                <a:spcPct val="20000"/>
              </a:spcBef>
              <a:spcAft>
                <a:spcPts val="0"/>
              </a:spcAft>
              <a:buClr>
                <a:schemeClr val="accent1"/>
              </a:buClr>
              <a:buSzTx/>
              <a:buFont typeface="Arial" panose="020B0604020202020204" pitchFamily="34" charset="0"/>
              <a:buNone/>
              <a:tabLst/>
              <a:defRPr sz="1067" cap="all" spc="0" baseline="0">
                <a:solidFill>
                  <a:schemeClr val="tx1"/>
                </a:solidFill>
              </a:defRPr>
            </a:lvl1pPr>
          </a:lstStyle>
          <a:p>
            <a:pPr marL="10584" marR="0" lvl="0" indent="0" algn="l" defTabSz="609555" rtl="0" eaLnBrk="1" fontAlgn="auto" latinLnBrk="0" hangingPunct="1">
              <a:lnSpc>
                <a:spcPct val="100000"/>
              </a:lnSpc>
              <a:spcBef>
                <a:spcPct val="20000"/>
              </a:spcBef>
              <a:spcAft>
                <a:spcPts val="0"/>
              </a:spcAft>
              <a:buClr>
                <a:schemeClr val="accent1"/>
              </a:buClr>
              <a:buSzTx/>
              <a:buFont typeface="Arial" panose="020B0604020202020204" pitchFamily="34" charset="0"/>
              <a:buNone/>
              <a:tabLst/>
              <a:defRPr/>
            </a:pPr>
            <a:r>
              <a:rPr lang="en-US"/>
              <a:t>NAME HERE. ALL CAPS. BLACK. 8 PT.</a:t>
            </a:r>
          </a:p>
        </p:txBody>
      </p:sp>
      <p:sp>
        <p:nvSpPr>
          <p:cNvPr id="21" name="Text Placeholder 59">
            <a:extLst>
              <a:ext uri="{FF2B5EF4-FFF2-40B4-BE49-F238E27FC236}">
                <a16:creationId xmlns:a16="http://schemas.microsoft.com/office/drawing/2014/main" id="{A9801118-1422-A14E-BD94-22F26787C133}"/>
              </a:ext>
            </a:extLst>
          </p:cNvPr>
          <p:cNvSpPr>
            <a:spLocks noGrp="1"/>
          </p:cNvSpPr>
          <p:nvPr>
            <p:ph type="body" sz="quarter" idx="49" hasCustomPrompt="1"/>
          </p:nvPr>
        </p:nvSpPr>
        <p:spPr>
          <a:xfrm>
            <a:off x="2859024" y="5755571"/>
            <a:ext cx="1465491" cy="328021"/>
          </a:xfrm>
          <a:prstGeom prst="rect">
            <a:avLst/>
          </a:prstGeom>
        </p:spPr>
        <p:txBody>
          <a:bodyPr lIns="0" bIns="0" anchor="t" anchorCtr="0"/>
          <a:lstStyle>
            <a:lvl1pPr marL="10584" indent="0">
              <a:buNone/>
              <a:defRPr sz="1067" cap="none" spc="0" baseline="0">
                <a:solidFill>
                  <a:schemeClr val="accent1"/>
                </a:solidFill>
                <a:latin typeface="+mj-lt"/>
              </a:defRPr>
            </a:lvl1pPr>
          </a:lstStyle>
          <a:p>
            <a:pPr lvl="0"/>
            <a:r>
              <a:rPr lang="en-US"/>
              <a:t>Title Here. Lowercase. 8 pt.</a:t>
            </a:r>
          </a:p>
        </p:txBody>
      </p:sp>
      <p:sp>
        <p:nvSpPr>
          <p:cNvPr id="22" name="Text Placeholder 59">
            <a:extLst>
              <a:ext uri="{FF2B5EF4-FFF2-40B4-BE49-F238E27FC236}">
                <a16:creationId xmlns:a16="http://schemas.microsoft.com/office/drawing/2014/main" id="{DA83B46F-FD84-814E-B725-028067D91D9E}"/>
              </a:ext>
            </a:extLst>
          </p:cNvPr>
          <p:cNvSpPr>
            <a:spLocks noGrp="1"/>
          </p:cNvSpPr>
          <p:nvPr>
            <p:ph type="body" sz="quarter" idx="50" hasCustomPrompt="1"/>
          </p:nvPr>
        </p:nvSpPr>
        <p:spPr>
          <a:xfrm>
            <a:off x="5193792" y="5449718"/>
            <a:ext cx="1465491" cy="291367"/>
          </a:xfrm>
          <a:prstGeom prst="rect">
            <a:avLst/>
          </a:prstGeom>
        </p:spPr>
        <p:txBody>
          <a:bodyPr lIns="0" bIns="0" anchor="b"/>
          <a:lstStyle>
            <a:lvl1pPr marL="10584" marR="0" indent="0" algn="l" defTabSz="609555" rtl="0" eaLnBrk="1" fontAlgn="auto" latinLnBrk="0" hangingPunct="1">
              <a:lnSpc>
                <a:spcPct val="100000"/>
              </a:lnSpc>
              <a:spcBef>
                <a:spcPct val="20000"/>
              </a:spcBef>
              <a:spcAft>
                <a:spcPts val="0"/>
              </a:spcAft>
              <a:buClr>
                <a:schemeClr val="accent1"/>
              </a:buClr>
              <a:buSzTx/>
              <a:buFont typeface="Arial" panose="020B0604020202020204" pitchFamily="34" charset="0"/>
              <a:buNone/>
              <a:tabLst/>
              <a:defRPr sz="1067" cap="all" spc="0" baseline="0">
                <a:solidFill>
                  <a:schemeClr val="tx1"/>
                </a:solidFill>
              </a:defRPr>
            </a:lvl1pPr>
          </a:lstStyle>
          <a:p>
            <a:pPr marL="10584" marR="0" lvl="0" indent="0" algn="l" defTabSz="609555" rtl="0" eaLnBrk="1" fontAlgn="auto" latinLnBrk="0" hangingPunct="1">
              <a:lnSpc>
                <a:spcPct val="100000"/>
              </a:lnSpc>
              <a:spcBef>
                <a:spcPct val="20000"/>
              </a:spcBef>
              <a:spcAft>
                <a:spcPts val="0"/>
              </a:spcAft>
              <a:buClr>
                <a:schemeClr val="accent1"/>
              </a:buClr>
              <a:buSzTx/>
              <a:buFont typeface="Arial" panose="020B0604020202020204" pitchFamily="34" charset="0"/>
              <a:buNone/>
              <a:tabLst/>
              <a:defRPr/>
            </a:pPr>
            <a:r>
              <a:rPr lang="en-US"/>
              <a:t>NAME HERE. ALL CAPS. BLACK. 8 PT.</a:t>
            </a:r>
          </a:p>
        </p:txBody>
      </p:sp>
      <p:sp>
        <p:nvSpPr>
          <p:cNvPr id="23" name="Text Placeholder 59">
            <a:extLst>
              <a:ext uri="{FF2B5EF4-FFF2-40B4-BE49-F238E27FC236}">
                <a16:creationId xmlns:a16="http://schemas.microsoft.com/office/drawing/2014/main" id="{7608E6CD-ACB2-4A4E-99C9-BA790309A6C8}"/>
              </a:ext>
            </a:extLst>
          </p:cNvPr>
          <p:cNvSpPr>
            <a:spLocks noGrp="1"/>
          </p:cNvSpPr>
          <p:nvPr>
            <p:ph type="body" sz="quarter" idx="51" hasCustomPrompt="1"/>
          </p:nvPr>
        </p:nvSpPr>
        <p:spPr>
          <a:xfrm>
            <a:off x="5193792" y="5755571"/>
            <a:ext cx="1465491" cy="328021"/>
          </a:xfrm>
          <a:prstGeom prst="rect">
            <a:avLst/>
          </a:prstGeom>
        </p:spPr>
        <p:txBody>
          <a:bodyPr lIns="0" bIns="0" anchor="t" anchorCtr="0"/>
          <a:lstStyle>
            <a:lvl1pPr marL="10584" indent="0">
              <a:buNone/>
              <a:defRPr sz="1067" cap="none" spc="0" baseline="0">
                <a:solidFill>
                  <a:schemeClr val="accent1"/>
                </a:solidFill>
                <a:latin typeface="+mj-lt"/>
              </a:defRPr>
            </a:lvl1pPr>
          </a:lstStyle>
          <a:p>
            <a:pPr lvl="0"/>
            <a:r>
              <a:rPr lang="en-US"/>
              <a:t>Title Here. Lowercase. 8 pt.</a:t>
            </a:r>
          </a:p>
        </p:txBody>
      </p:sp>
      <p:sp>
        <p:nvSpPr>
          <p:cNvPr id="24" name="Text Placeholder 59">
            <a:extLst>
              <a:ext uri="{FF2B5EF4-FFF2-40B4-BE49-F238E27FC236}">
                <a16:creationId xmlns:a16="http://schemas.microsoft.com/office/drawing/2014/main" id="{34273060-1F39-A54E-B595-D24001E81C23}"/>
              </a:ext>
            </a:extLst>
          </p:cNvPr>
          <p:cNvSpPr>
            <a:spLocks noGrp="1"/>
          </p:cNvSpPr>
          <p:nvPr>
            <p:ph type="body" sz="quarter" idx="52" hasCustomPrompt="1"/>
          </p:nvPr>
        </p:nvSpPr>
        <p:spPr>
          <a:xfrm>
            <a:off x="7040880" y="5449718"/>
            <a:ext cx="1465491" cy="291367"/>
          </a:xfrm>
          <a:prstGeom prst="rect">
            <a:avLst/>
          </a:prstGeom>
        </p:spPr>
        <p:txBody>
          <a:bodyPr lIns="0" bIns="0" anchor="b"/>
          <a:lstStyle>
            <a:lvl1pPr marL="10584" marR="0" indent="0" algn="l" defTabSz="609555" rtl="0" eaLnBrk="1" fontAlgn="auto" latinLnBrk="0" hangingPunct="1">
              <a:lnSpc>
                <a:spcPct val="100000"/>
              </a:lnSpc>
              <a:spcBef>
                <a:spcPct val="20000"/>
              </a:spcBef>
              <a:spcAft>
                <a:spcPts val="0"/>
              </a:spcAft>
              <a:buClr>
                <a:schemeClr val="accent1"/>
              </a:buClr>
              <a:buSzTx/>
              <a:buFont typeface="Arial" panose="020B0604020202020204" pitchFamily="34" charset="0"/>
              <a:buNone/>
              <a:tabLst/>
              <a:defRPr sz="1067" cap="all" spc="0" baseline="0">
                <a:solidFill>
                  <a:schemeClr val="tx1"/>
                </a:solidFill>
              </a:defRPr>
            </a:lvl1pPr>
          </a:lstStyle>
          <a:p>
            <a:pPr marL="10584" marR="0" lvl="0" indent="0" algn="l" defTabSz="609555" rtl="0" eaLnBrk="1" fontAlgn="auto" latinLnBrk="0" hangingPunct="1">
              <a:lnSpc>
                <a:spcPct val="100000"/>
              </a:lnSpc>
              <a:spcBef>
                <a:spcPct val="20000"/>
              </a:spcBef>
              <a:spcAft>
                <a:spcPts val="0"/>
              </a:spcAft>
              <a:buClr>
                <a:schemeClr val="accent1"/>
              </a:buClr>
              <a:buSzTx/>
              <a:buFont typeface="Arial" panose="020B0604020202020204" pitchFamily="34" charset="0"/>
              <a:buNone/>
              <a:tabLst/>
              <a:defRPr/>
            </a:pPr>
            <a:r>
              <a:rPr lang="en-US"/>
              <a:t>NAME HERE. ALL CAPS. BLACK. 8 PT.</a:t>
            </a:r>
          </a:p>
        </p:txBody>
      </p:sp>
      <p:sp>
        <p:nvSpPr>
          <p:cNvPr id="25" name="Text Placeholder 59">
            <a:extLst>
              <a:ext uri="{FF2B5EF4-FFF2-40B4-BE49-F238E27FC236}">
                <a16:creationId xmlns:a16="http://schemas.microsoft.com/office/drawing/2014/main" id="{DB3F8C38-E7FA-EC4B-B0EA-E8968653CAEB}"/>
              </a:ext>
            </a:extLst>
          </p:cNvPr>
          <p:cNvSpPr>
            <a:spLocks noGrp="1"/>
          </p:cNvSpPr>
          <p:nvPr>
            <p:ph type="body" sz="quarter" idx="53" hasCustomPrompt="1"/>
          </p:nvPr>
        </p:nvSpPr>
        <p:spPr>
          <a:xfrm>
            <a:off x="7040880" y="5755571"/>
            <a:ext cx="1465491" cy="328021"/>
          </a:xfrm>
          <a:prstGeom prst="rect">
            <a:avLst/>
          </a:prstGeom>
        </p:spPr>
        <p:txBody>
          <a:bodyPr lIns="0" bIns="0" anchor="t" anchorCtr="0"/>
          <a:lstStyle>
            <a:lvl1pPr marL="10584" indent="0">
              <a:buNone/>
              <a:defRPr sz="1067" cap="none" spc="0" baseline="0">
                <a:solidFill>
                  <a:schemeClr val="accent1"/>
                </a:solidFill>
                <a:latin typeface="+mj-lt"/>
              </a:defRPr>
            </a:lvl1pPr>
          </a:lstStyle>
          <a:p>
            <a:pPr lvl="0"/>
            <a:r>
              <a:rPr lang="en-US"/>
              <a:t>Title Here. Lowercase. 8 pt.</a:t>
            </a:r>
          </a:p>
        </p:txBody>
      </p:sp>
      <p:sp>
        <p:nvSpPr>
          <p:cNvPr id="26" name="Text Placeholder 59">
            <a:extLst>
              <a:ext uri="{FF2B5EF4-FFF2-40B4-BE49-F238E27FC236}">
                <a16:creationId xmlns:a16="http://schemas.microsoft.com/office/drawing/2014/main" id="{C10AEC33-A230-184B-A765-7D4A74A8F4C0}"/>
              </a:ext>
            </a:extLst>
          </p:cNvPr>
          <p:cNvSpPr>
            <a:spLocks noGrp="1"/>
          </p:cNvSpPr>
          <p:nvPr>
            <p:ph type="body" sz="quarter" idx="54" hasCustomPrompt="1"/>
          </p:nvPr>
        </p:nvSpPr>
        <p:spPr>
          <a:xfrm>
            <a:off x="8723755" y="5449718"/>
            <a:ext cx="1465491" cy="291367"/>
          </a:xfrm>
          <a:prstGeom prst="rect">
            <a:avLst/>
          </a:prstGeom>
        </p:spPr>
        <p:txBody>
          <a:bodyPr lIns="0" bIns="0" anchor="b"/>
          <a:lstStyle>
            <a:lvl1pPr marL="10584" marR="0" indent="0" algn="l" defTabSz="609555" rtl="0" eaLnBrk="1" fontAlgn="auto" latinLnBrk="0" hangingPunct="1">
              <a:lnSpc>
                <a:spcPct val="100000"/>
              </a:lnSpc>
              <a:spcBef>
                <a:spcPct val="20000"/>
              </a:spcBef>
              <a:spcAft>
                <a:spcPts val="0"/>
              </a:spcAft>
              <a:buClr>
                <a:schemeClr val="accent1"/>
              </a:buClr>
              <a:buSzTx/>
              <a:buFont typeface="Arial" panose="020B0604020202020204" pitchFamily="34" charset="0"/>
              <a:buNone/>
              <a:tabLst/>
              <a:defRPr sz="1067" cap="all" spc="0" baseline="0">
                <a:solidFill>
                  <a:schemeClr val="tx1"/>
                </a:solidFill>
              </a:defRPr>
            </a:lvl1pPr>
          </a:lstStyle>
          <a:p>
            <a:pPr marL="10584" marR="0" lvl="0" indent="0" algn="l" defTabSz="609555" rtl="0" eaLnBrk="1" fontAlgn="auto" latinLnBrk="0" hangingPunct="1">
              <a:lnSpc>
                <a:spcPct val="100000"/>
              </a:lnSpc>
              <a:spcBef>
                <a:spcPct val="20000"/>
              </a:spcBef>
              <a:spcAft>
                <a:spcPts val="0"/>
              </a:spcAft>
              <a:buClr>
                <a:schemeClr val="accent1"/>
              </a:buClr>
              <a:buSzTx/>
              <a:buFont typeface="Arial" panose="020B0604020202020204" pitchFamily="34" charset="0"/>
              <a:buNone/>
              <a:tabLst/>
              <a:defRPr/>
            </a:pPr>
            <a:r>
              <a:rPr lang="en-US"/>
              <a:t>NAME HERE. ALL CAPS. BLACK. 8 PT.</a:t>
            </a:r>
          </a:p>
        </p:txBody>
      </p:sp>
      <p:sp>
        <p:nvSpPr>
          <p:cNvPr id="27" name="Text Placeholder 59">
            <a:extLst>
              <a:ext uri="{FF2B5EF4-FFF2-40B4-BE49-F238E27FC236}">
                <a16:creationId xmlns:a16="http://schemas.microsoft.com/office/drawing/2014/main" id="{9F2E478C-C4E9-4146-9EC3-D0C9AB7A6595}"/>
              </a:ext>
            </a:extLst>
          </p:cNvPr>
          <p:cNvSpPr>
            <a:spLocks noGrp="1"/>
          </p:cNvSpPr>
          <p:nvPr>
            <p:ph type="body" sz="quarter" idx="55" hasCustomPrompt="1"/>
          </p:nvPr>
        </p:nvSpPr>
        <p:spPr>
          <a:xfrm>
            <a:off x="8723755" y="5755571"/>
            <a:ext cx="1465491" cy="328021"/>
          </a:xfrm>
          <a:prstGeom prst="rect">
            <a:avLst/>
          </a:prstGeom>
        </p:spPr>
        <p:txBody>
          <a:bodyPr lIns="0" bIns="0" anchor="t" anchorCtr="0"/>
          <a:lstStyle>
            <a:lvl1pPr marL="10584" indent="0">
              <a:buNone/>
              <a:defRPr sz="1067" cap="none" spc="0" baseline="0">
                <a:solidFill>
                  <a:schemeClr val="accent1"/>
                </a:solidFill>
                <a:latin typeface="+mj-lt"/>
              </a:defRPr>
            </a:lvl1pPr>
          </a:lstStyle>
          <a:p>
            <a:pPr lvl="0"/>
            <a:r>
              <a:rPr lang="en-US"/>
              <a:t>Title Here. Lowercase. 8 pt.</a:t>
            </a:r>
          </a:p>
        </p:txBody>
      </p:sp>
      <p:sp>
        <p:nvSpPr>
          <p:cNvPr id="28" name="Picture Placeholder 5">
            <a:extLst>
              <a:ext uri="{FF2B5EF4-FFF2-40B4-BE49-F238E27FC236}">
                <a16:creationId xmlns:a16="http://schemas.microsoft.com/office/drawing/2014/main" id="{81E76849-5610-2C40-93D4-822EF3028FBB}"/>
              </a:ext>
            </a:extLst>
          </p:cNvPr>
          <p:cNvSpPr>
            <a:spLocks noGrp="1"/>
          </p:cNvSpPr>
          <p:nvPr>
            <p:ph type="pic" sz="quarter" idx="58" hasCustomPrompt="1"/>
          </p:nvPr>
        </p:nvSpPr>
        <p:spPr>
          <a:xfrm>
            <a:off x="8674232" y="3030131"/>
            <a:ext cx="975360" cy="975360"/>
          </a:xfrm>
          <a:prstGeom prst="rect">
            <a:avLst/>
          </a:prstGeom>
        </p:spPr>
        <p:txBody>
          <a:bodyPr anchor="ctr"/>
          <a:lstStyle>
            <a:lvl1pPr marL="10584" indent="0" algn="ctr">
              <a:buNone/>
              <a:defRPr sz="1000" spc="0"/>
            </a:lvl1pPr>
          </a:lstStyle>
          <a:p>
            <a:r>
              <a:rPr lang="en-US"/>
              <a:t>HEADSHOT HERE</a:t>
            </a:r>
          </a:p>
        </p:txBody>
      </p:sp>
      <p:sp>
        <p:nvSpPr>
          <p:cNvPr id="29" name="Text Placeholder 59">
            <a:extLst>
              <a:ext uri="{FF2B5EF4-FFF2-40B4-BE49-F238E27FC236}">
                <a16:creationId xmlns:a16="http://schemas.microsoft.com/office/drawing/2014/main" id="{11A9C59D-F39D-D14F-AF46-5BA85F567680}"/>
              </a:ext>
            </a:extLst>
          </p:cNvPr>
          <p:cNvSpPr>
            <a:spLocks noGrp="1"/>
          </p:cNvSpPr>
          <p:nvPr>
            <p:ph type="body" sz="quarter" idx="61" hasCustomPrompt="1"/>
          </p:nvPr>
        </p:nvSpPr>
        <p:spPr>
          <a:xfrm>
            <a:off x="6431280" y="3175233"/>
            <a:ext cx="2072640" cy="486833"/>
          </a:xfrm>
          <a:prstGeom prst="rect">
            <a:avLst/>
          </a:prstGeom>
        </p:spPr>
        <p:txBody>
          <a:bodyPr lIns="0" bIns="0" anchor="b"/>
          <a:lstStyle>
            <a:lvl1pPr marL="10584" indent="0">
              <a:buNone/>
              <a:defRPr sz="1200" cap="all" spc="0" baseline="0">
                <a:solidFill>
                  <a:schemeClr val="tx1"/>
                </a:solidFill>
              </a:defRPr>
            </a:lvl1pPr>
          </a:lstStyle>
          <a:p>
            <a:pPr lvl="0"/>
            <a:r>
              <a:rPr lang="en-US"/>
              <a:t>NAME HERE. ALL CAPS. BLACK. 9 PT.</a:t>
            </a:r>
          </a:p>
        </p:txBody>
      </p:sp>
      <p:sp>
        <p:nvSpPr>
          <p:cNvPr id="30" name="Text Placeholder 59">
            <a:extLst>
              <a:ext uri="{FF2B5EF4-FFF2-40B4-BE49-F238E27FC236}">
                <a16:creationId xmlns:a16="http://schemas.microsoft.com/office/drawing/2014/main" id="{4695BFE7-6E66-EB4F-83FA-D531E3D06BC2}"/>
              </a:ext>
            </a:extLst>
          </p:cNvPr>
          <p:cNvSpPr>
            <a:spLocks noGrp="1"/>
          </p:cNvSpPr>
          <p:nvPr>
            <p:ph type="body" sz="quarter" idx="62" hasCustomPrompt="1"/>
          </p:nvPr>
        </p:nvSpPr>
        <p:spPr>
          <a:xfrm>
            <a:off x="6431280" y="3683205"/>
            <a:ext cx="2072640" cy="322287"/>
          </a:xfrm>
          <a:prstGeom prst="rect">
            <a:avLst/>
          </a:prstGeom>
        </p:spPr>
        <p:txBody>
          <a:bodyPr lIns="0" bIns="0" anchor="t" anchorCtr="0"/>
          <a:lstStyle>
            <a:lvl1pPr marL="10584" indent="0">
              <a:buNone/>
              <a:defRPr sz="1200" cap="none" spc="0" baseline="0">
                <a:solidFill>
                  <a:schemeClr val="accent1"/>
                </a:solidFill>
                <a:latin typeface="+mj-lt"/>
              </a:defRPr>
            </a:lvl1pPr>
          </a:lstStyle>
          <a:p>
            <a:pPr lvl="0"/>
            <a:r>
              <a:rPr lang="en-US"/>
              <a:t>Title Here. Lowercase. 9 pt.</a:t>
            </a:r>
          </a:p>
        </p:txBody>
      </p:sp>
      <p:sp>
        <p:nvSpPr>
          <p:cNvPr id="31" name="Text Placeholder 59">
            <a:extLst>
              <a:ext uri="{FF2B5EF4-FFF2-40B4-BE49-F238E27FC236}">
                <a16:creationId xmlns:a16="http://schemas.microsoft.com/office/drawing/2014/main" id="{81818247-7E1D-6647-BB1B-ACB36AE76005}"/>
              </a:ext>
            </a:extLst>
          </p:cNvPr>
          <p:cNvSpPr>
            <a:spLocks noGrp="1"/>
          </p:cNvSpPr>
          <p:nvPr>
            <p:ph type="body" sz="quarter" idx="63" hasCustomPrompt="1"/>
          </p:nvPr>
        </p:nvSpPr>
        <p:spPr>
          <a:xfrm>
            <a:off x="9819904" y="3174296"/>
            <a:ext cx="2072640" cy="486833"/>
          </a:xfrm>
          <a:prstGeom prst="rect">
            <a:avLst/>
          </a:prstGeom>
        </p:spPr>
        <p:txBody>
          <a:bodyPr lIns="0" bIns="0" anchor="b"/>
          <a:lstStyle>
            <a:lvl1pPr marL="10584" indent="0">
              <a:buNone/>
              <a:defRPr sz="1200" cap="all" spc="0" baseline="0">
                <a:solidFill>
                  <a:schemeClr val="tx1"/>
                </a:solidFill>
              </a:defRPr>
            </a:lvl1pPr>
          </a:lstStyle>
          <a:p>
            <a:pPr lvl="0"/>
            <a:r>
              <a:rPr lang="en-US"/>
              <a:t>NAME HERE. ALL CAPS. BLACK. 9 PT.</a:t>
            </a:r>
          </a:p>
        </p:txBody>
      </p:sp>
      <p:sp>
        <p:nvSpPr>
          <p:cNvPr id="32" name="Text Placeholder 59">
            <a:extLst>
              <a:ext uri="{FF2B5EF4-FFF2-40B4-BE49-F238E27FC236}">
                <a16:creationId xmlns:a16="http://schemas.microsoft.com/office/drawing/2014/main" id="{4F1CECA1-565B-7540-B43C-49770A617ECB}"/>
              </a:ext>
            </a:extLst>
          </p:cNvPr>
          <p:cNvSpPr>
            <a:spLocks noGrp="1"/>
          </p:cNvSpPr>
          <p:nvPr>
            <p:ph type="body" sz="quarter" idx="64" hasCustomPrompt="1"/>
          </p:nvPr>
        </p:nvSpPr>
        <p:spPr>
          <a:xfrm>
            <a:off x="9819904" y="3683205"/>
            <a:ext cx="2072640" cy="322287"/>
          </a:xfrm>
          <a:prstGeom prst="rect">
            <a:avLst/>
          </a:prstGeom>
        </p:spPr>
        <p:txBody>
          <a:bodyPr lIns="0" bIns="0" anchor="t" anchorCtr="0"/>
          <a:lstStyle>
            <a:lvl1pPr marL="10584" indent="0">
              <a:buNone/>
              <a:defRPr sz="1200" cap="none" spc="0" baseline="0">
                <a:solidFill>
                  <a:schemeClr val="accent1"/>
                </a:solidFill>
                <a:latin typeface="+mj-lt"/>
              </a:defRPr>
            </a:lvl1pPr>
          </a:lstStyle>
          <a:p>
            <a:pPr lvl="0"/>
            <a:r>
              <a:rPr lang="en-US"/>
              <a:t>Title Here. Lowercase. 9 pt.</a:t>
            </a:r>
          </a:p>
        </p:txBody>
      </p:sp>
      <p:sp>
        <p:nvSpPr>
          <p:cNvPr id="33" name="Text Placeholder 59">
            <a:extLst>
              <a:ext uri="{FF2B5EF4-FFF2-40B4-BE49-F238E27FC236}">
                <a16:creationId xmlns:a16="http://schemas.microsoft.com/office/drawing/2014/main" id="{5A430AF1-FF22-0A4E-9AAB-B6FEC573BCF7}"/>
              </a:ext>
            </a:extLst>
          </p:cNvPr>
          <p:cNvSpPr>
            <a:spLocks noGrp="1"/>
          </p:cNvSpPr>
          <p:nvPr>
            <p:ph type="body" sz="quarter" idx="65" hasCustomPrompt="1"/>
          </p:nvPr>
        </p:nvSpPr>
        <p:spPr>
          <a:xfrm>
            <a:off x="10381488" y="5449718"/>
            <a:ext cx="1465491" cy="291367"/>
          </a:xfrm>
          <a:prstGeom prst="rect">
            <a:avLst/>
          </a:prstGeom>
        </p:spPr>
        <p:txBody>
          <a:bodyPr lIns="0" bIns="0" anchor="b"/>
          <a:lstStyle>
            <a:lvl1pPr marL="10584" marR="0" indent="0" algn="l" defTabSz="609555" rtl="0" eaLnBrk="1" fontAlgn="auto" latinLnBrk="0" hangingPunct="1">
              <a:lnSpc>
                <a:spcPct val="100000"/>
              </a:lnSpc>
              <a:spcBef>
                <a:spcPct val="20000"/>
              </a:spcBef>
              <a:spcAft>
                <a:spcPts val="0"/>
              </a:spcAft>
              <a:buClr>
                <a:schemeClr val="accent1"/>
              </a:buClr>
              <a:buSzTx/>
              <a:buFont typeface="Arial" panose="020B0604020202020204" pitchFamily="34" charset="0"/>
              <a:buNone/>
              <a:tabLst/>
              <a:defRPr sz="1067" cap="all" spc="0" baseline="0">
                <a:solidFill>
                  <a:schemeClr val="tx1"/>
                </a:solidFill>
              </a:defRPr>
            </a:lvl1pPr>
          </a:lstStyle>
          <a:p>
            <a:pPr marL="10584" marR="0" lvl="0" indent="0" algn="l" defTabSz="609555" rtl="0" eaLnBrk="1" fontAlgn="auto" latinLnBrk="0" hangingPunct="1">
              <a:lnSpc>
                <a:spcPct val="100000"/>
              </a:lnSpc>
              <a:spcBef>
                <a:spcPct val="20000"/>
              </a:spcBef>
              <a:spcAft>
                <a:spcPts val="0"/>
              </a:spcAft>
              <a:buClr>
                <a:schemeClr val="accent1"/>
              </a:buClr>
              <a:buSzTx/>
              <a:buFont typeface="Arial" panose="020B0604020202020204" pitchFamily="34" charset="0"/>
              <a:buNone/>
              <a:tabLst/>
              <a:defRPr/>
            </a:pPr>
            <a:r>
              <a:rPr lang="en-US"/>
              <a:t>NAME HERE. ALL CAPS. BLACK. 8 PT.</a:t>
            </a:r>
          </a:p>
        </p:txBody>
      </p:sp>
      <p:sp>
        <p:nvSpPr>
          <p:cNvPr id="34" name="Text Placeholder 59">
            <a:extLst>
              <a:ext uri="{FF2B5EF4-FFF2-40B4-BE49-F238E27FC236}">
                <a16:creationId xmlns:a16="http://schemas.microsoft.com/office/drawing/2014/main" id="{99BD1052-19CC-5A4B-9443-95FF06B71007}"/>
              </a:ext>
            </a:extLst>
          </p:cNvPr>
          <p:cNvSpPr>
            <a:spLocks noGrp="1"/>
          </p:cNvSpPr>
          <p:nvPr>
            <p:ph type="body" sz="quarter" idx="66" hasCustomPrompt="1"/>
          </p:nvPr>
        </p:nvSpPr>
        <p:spPr>
          <a:xfrm>
            <a:off x="10381488" y="5755571"/>
            <a:ext cx="1465491" cy="328021"/>
          </a:xfrm>
          <a:prstGeom prst="rect">
            <a:avLst/>
          </a:prstGeom>
        </p:spPr>
        <p:txBody>
          <a:bodyPr lIns="0" bIns="0" anchor="t" anchorCtr="0"/>
          <a:lstStyle>
            <a:lvl1pPr marL="10584" indent="0">
              <a:buNone/>
              <a:defRPr sz="1067" cap="none" spc="0" baseline="0">
                <a:solidFill>
                  <a:schemeClr val="accent1"/>
                </a:solidFill>
                <a:latin typeface="+mj-lt"/>
              </a:defRPr>
            </a:lvl1pPr>
          </a:lstStyle>
          <a:p>
            <a:pPr lvl="0"/>
            <a:r>
              <a:rPr lang="en-US"/>
              <a:t>Title Here. Lowercase. 8 pt.</a:t>
            </a:r>
          </a:p>
        </p:txBody>
      </p:sp>
      <p:sp>
        <p:nvSpPr>
          <p:cNvPr id="37" name="Slide Number Placeholder 36">
            <a:extLst>
              <a:ext uri="{FF2B5EF4-FFF2-40B4-BE49-F238E27FC236}">
                <a16:creationId xmlns:a16="http://schemas.microsoft.com/office/drawing/2014/main" id="{5F1AE9EA-E293-486F-B3CE-4BF2AB9EE23C}"/>
              </a:ext>
            </a:extLst>
          </p:cNvPr>
          <p:cNvSpPr>
            <a:spLocks noGrp="1"/>
          </p:cNvSpPr>
          <p:nvPr>
            <p:ph type="sldNum" sz="quarter" idx="67"/>
          </p:nvPr>
        </p:nvSpPr>
        <p:spPr/>
        <p:txBody>
          <a:bodyPr/>
          <a:lstStyle>
            <a:lvl1pPr>
              <a:defRPr spc="0"/>
            </a:lvl1pPr>
          </a:lstStyle>
          <a:p>
            <a:pPr algn="r"/>
            <a:fld id="{01517C5A-21C8-4A78-AA4B-D0D5DD5ADE52}" type="slidenum">
              <a:rPr smtClean="0">
                <a:solidFill>
                  <a:srgbClr val="000000"/>
                </a:solidFill>
              </a:rPr>
              <a:pPr algn="r"/>
              <a:t>‹#›</a:t>
            </a:fld>
            <a:endParaRPr>
              <a:solidFill>
                <a:srgbClr val="000000"/>
              </a:solidFill>
            </a:endParaRPr>
          </a:p>
        </p:txBody>
      </p:sp>
    </p:spTree>
    <p:extLst>
      <p:ext uri="{BB962C8B-B14F-4D97-AF65-F5344CB8AC3E}">
        <p14:creationId xmlns:p14="http://schemas.microsoft.com/office/powerpoint/2010/main" val="1526083033"/>
      </p:ext>
    </p:extLst>
  </p:cSld>
  <p:clrMapOvr>
    <a:overrideClrMapping bg1="lt1" tx1="dk1" bg2="lt2" tx2="dk2" accent1="accent1" accent2="accent2" accent3="accent3" accent4="accent4" accent5="accent5" accent6="accent6" hlink="hlink" folHlink="folHlink"/>
  </p:clrMapOvr>
  <p:transition>
    <p:wipe dir="r"/>
  </p:transition>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Org Chart | Black">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9600" y="466827"/>
            <a:ext cx="11322776" cy="758500"/>
          </a:xfrm>
        </p:spPr>
        <p:txBody>
          <a:bodyPr/>
          <a:lstStyle>
            <a:lvl1pPr>
              <a:defRPr spc="400" baseline="0"/>
            </a:lvl1pPr>
          </a:lstStyle>
          <a:p>
            <a:r>
              <a:rPr lang="en-US"/>
              <a:t>Title here. All caps. White. 24 pt.</a:t>
            </a:r>
          </a:p>
        </p:txBody>
      </p:sp>
      <p:sp>
        <p:nvSpPr>
          <p:cNvPr id="3" name="Footer Placeholder 2"/>
          <p:cNvSpPr>
            <a:spLocks noGrp="1"/>
          </p:cNvSpPr>
          <p:nvPr>
            <p:ph type="ftr" sz="quarter" idx="10"/>
          </p:nvPr>
        </p:nvSpPr>
        <p:spPr/>
        <p:txBody>
          <a:bodyPr/>
          <a:lstStyle>
            <a:lvl1pPr>
              <a:defRPr spc="0"/>
            </a:lvl1pPr>
          </a:lstStyle>
          <a:p>
            <a:r>
              <a:rPr lang="en-US">
                <a:solidFill>
                  <a:srgbClr val="E4551F"/>
                </a:solidFill>
              </a:rPr>
              <a:t>CS Agentic Development</a:t>
            </a:r>
            <a:endParaRPr>
              <a:solidFill>
                <a:srgbClr val="E4551F"/>
              </a:solidFill>
            </a:endParaRPr>
          </a:p>
        </p:txBody>
      </p:sp>
      <p:sp>
        <p:nvSpPr>
          <p:cNvPr id="5" name="Text Placeholder 2">
            <a:extLst>
              <a:ext uri="{FF2B5EF4-FFF2-40B4-BE49-F238E27FC236}">
                <a16:creationId xmlns:a16="http://schemas.microsoft.com/office/drawing/2014/main" id="{ED6962E5-3DA9-814E-8D8E-BA7C9106E7CA}"/>
              </a:ext>
            </a:extLst>
          </p:cNvPr>
          <p:cNvSpPr>
            <a:spLocks noGrp="1"/>
          </p:cNvSpPr>
          <p:nvPr>
            <p:ph type="body" idx="16" hasCustomPrompt="1"/>
          </p:nvPr>
        </p:nvSpPr>
        <p:spPr>
          <a:xfrm>
            <a:off x="609600" y="1166707"/>
            <a:ext cx="11322776" cy="411740"/>
          </a:xfrm>
        </p:spPr>
        <p:txBody>
          <a:bodyPr anchor="t">
            <a:normAutofit/>
          </a:bodyPr>
          <a:lstStyle>
            <a:lvl1pPr marL="0" indent="0">
              <a:buNone/>
              <a:defRPr sz="1467" b="0" cap="all" spc="400" baseline="0">
                <a:solidFill>
                  <a:schemeClr val="accent1"/>
                </a:solidFill>
              </a:defRPr>
            </a:lvl1pPr>
            <a:lvl2pPr marL="609555" indent="0">
              <a:buNone/>
              <a:defRPr sz="2667" b="1"/>
            </a:lvl2pPr>
            <a:lvl3pPr marL="1219110" indent="0">
              <a:buNone/>
              <a:defRPr sz="2400" b="1"/>
            </a:lvl3pPr>
            <a:lvl4pPr marL="1828664" indent="0">
              <a:buNone/>
              <a:defRPr sz="2133" b="1"/>
            </a:lvl4pPr>
            <a:lvl5pPr marL="2438218" indent="0">
              <a:buNone/>
              <a:defRPr sz="2133" b="1"/>
            </a:lvl5pPr>
            <a:lvl6pPr marL="3047772" indent="0">
              <a:buNone/>
              <a:defRPr sz="2133" b="1"/>
            </a:lvl6pPr>
            <a:lvl7pPr marL="3657327" indent="0">
              <a:buNone/>
              <a:defRPr sz="2133" b="1"/>
            </a:lvl7pPr>
            <a:lvl8pPr marL="4266880" indent="0">
              <a:buNone/>
              <a:defRPr sz="2133" b="1"/>
            </a:lvl8pPr>
            <a:lvl9pPr marL="4876435" indent="0">
              <a:buNone/>
              <a:defRPr sz="2133" b="1"/>
            </a:lvl9pPr>
          </a:lstStyle>
          <a:p>
            <a:pPr lvl="0"/>
            <a:r>
              <a:rPr lang="en-US"/>
              <a:t>SUBTITLE | ALL CAPS | TERRA COTTA | 11 PT</a:t>
            </a:r>
          </a:p>
        </p:txBody>
      </p:sp>
      <p:sp>
        <p:nvSpPr>
          <p:cNvPr id="6" name="Picture Placeholder 5">
            <a:extLst>
              <a:ext uri="{FF2B5EF4-FFF2-40B4-BE49-F238E27FC236}">
                <a16:creationId xmlns:a16="http://schemas.microsoft.com/office/drawing/2014/main" id="{5ABFF238-972F-FB40-BE5D-68E2F1D9EC21}"/>
              </a:ext>
            </a:extLst>
          </p:cNvPr>
          <p:cNvSpPr>
            <a:spLocks noGrp="1"/>
          </p:cNvSpPr>
          <p:nvPr>
            <p:ph type="pic" sz="quarter" idx="17" hasCustomPrompt="1"/>
          </p:nvPr>
        </p:nvSpPr>
        <p:spPr>
          <a:xfrm>
            <a:off x="5193792" y="1666663"/>
            <a:ext cx="975360" cy="975360"/>
          </a:xfrm>
        </p:spPr>
        <p:txBody>
          <a:bodyPr anchor="ctr"/>
          <a:lstStyle>
            <a:lvl1pPr marL="10584" indent="0" algn="ctr">
              <a:buNone/>
              <a:defRPr sz="1000" spc="0"/>
            </a:lvl1pPr>
          </a:lstStyle>
          <a:p>
            <a:r>
              <a:rPr lang="en-US"/>
              <a:t>HEADSHOT HERE</a:t>
            </a:r>
          </a:p>
        </p:txBody>
      </p:sp>
      <p:sp>
        <p:nvSpPr>
          <p:cNvPr id="7" name="Picture Placeholder 5">
            <a:extLst>
              <a:ext uri="{FF2B5EF4-FFF2-40B4-BE49-F238E27FC236}">
                <a16:creationId xmlns:a16="http://schemas.microsoft.com/office/drawing/2014/main" id="{18EC76AE-7BE5-294B-9BF4-53BFFAFF7E79}"/>
              </a:ext>
            </a:extLst>
          </p:cNvPr>
          <p:cNvSpPr>
            <a:spLocks noGrp="1"/>
          </p:cNvSpPr>
          <p:nvPr>
            <p:ph type="pic" sz="quarter" idx="18" hasCustomPrompt="1"/>
          </p:nvPr>
        </p:nvSpPr>
        <p:spPr>
          <a:xfrm>
            <a:off x="5193792" y="3054843"/>
            <a:ext cx="975360" cy="975360"/>
          </a:xfrm>
        </p:spPr>
        <p:txBody>
          <a:bodyPr anchor="ctr"/>
          <a:lstStyle>
            <a:lvl1pPr marL="10584" indent="0" algn="ctr">
              <a:buNone/>
              <a:defRPr sz="1000" spc="0"/>
            </a:lvl1pPr>
          </a:lstStyle>
          <a:p>
            <a:r>
              <a:rPr lang="en-US"/>
              <a:t>HEADSHOT HERE</a:t>
            </a:r>
          </a:p>
        </p:txBody>
      </p:sp>
      <p:sp>
        <p:nvSpPr>
          <p:cNvPr id="8" name="Picture Placeholder 5">
            <a:extLst>
              <a:ext uri="{FF2B5EF4-FFF2-40B4-BE49-F238E27FC236}">
                <a16:creationId xmlns:a16="http://schemas.microsoft.com/office/drawing/2014/main" id="{E6A15E34-936C-DF49-858C-AB3A808ED2C3}"/>
              </a:ext>
            </a:extLst>
          </p:cNvPr>
          <p:cNvSpPr>
            <a:spLocks noGrp="1"/>
          </p:cNvSpPr>
          <p:nvPr>
            <p:ph type="pic" sz="quarter" idx="14" hasCustomPrompt="1"/>
          </p:nvPr>
        </p:nvSpPr>
        <p:spPr>
          <a:xfrm>
            <a:off x="445008" y="4374549"/>
            <a:ext cx="975360" cy="975360"/>
          </a:xfrm>
        </p:spPr>
        <p:txBody>
          <a:bodyPr anchor="ctr"/>
          <a:lstStyle>
            <a:lvl1pPr marL="10584" indent="0" algn="ctr">
              <a:buNone/>
              <a:defRPr sz="1000" spc="0"/>
            </a:lvl1pPr>
          </a:lstStyle>
          <a:p>
            <a:r>
              <a:rPr lang="en-US"/>
              <a:t>HEADSHOT HERE</a:t>
            </a:r>
          </a:p>
        </p:txBody>
      </p:sp>
      <p:sp>
        <p:nvSpPr>
          <p:cNvPr id="9" name="Picture Placeholder 5">
            <a:extLst>
              <a:ext uri="{FF2B5EF4-FFF2-40B4-BE49-F238E27FC236}">
                <a16:creationId xmlns:a16="http://schemas.microsoft.com/office/drawing/2014/main" id="{4C68ADBA-D7D6-D342-AE08-FD1C53F945E6}"/>
              </a:ext>
            </a:extLst>
          </p:cNvPr>
          <p:cNvSpPr>
            <a:spLocks noGrp="1"/>
          </p:cNvSpPr>
          <p:nvPr>
            <p:ph type="pic" sz="quarter" idx="15" hasCustomPrompt="1"/>
          </p:nvPr>
        </p:nvSpPr>
        <p:spPr>
          <a:xfrm>
            <a:off x="2859024" y="4374549"/>
            <a:ext cx="975360" cy="975360"/>
          </a:xfrm>
        </p:spPr>
        <p:txBody>
          <a:bodyPr anchor="ctr"/>
          <a:lstStyle>
            <a:lvl1pPr marL="10584" indent="0" algn="ctr">
              <a:buNone/>
              <a:defRPr sz="1000" spc="0"/>
            </a:lvl1pPr>
          </a:lstStyle>
          <a:p>
            <a:r>
              <a:rPr lang="en-US"/>
              <a:t>HEADSHOT HERE</a:t>
            </a:r>
          </a:p>
        </p:txBody>
      </p:sp>
      <p:sp>
        <p:nvSpPr>
          <p:cNvPr id="10" name="Picture Placeholder 5">
            <a:extLst>
              <a:ext uri="{FF2B5EF4-FFF2-40B4-BE49-F238E27FC236}">
                <a16:creationId xmlns:a16="http://schemas.microsoft.com/office/drawing/2014/main" id="{E02ECDB4-5AD6-7C45-91D3-82FE33CE6D9F}"/>
              </a:ext>
            </a:extLst>
          </p:cNvPr>
          <p:cNvSpPr>
            <a:spLocks noGrp="1"/>
          </p:cNvSpPr>
          <p:nvPr>
            <p:ph type="pic" sz="quarter" idx="19" hasCustomPrompt="1"/>
          </p:nvPr>
        </p:nvSpPr>
        <p:spPr>
          <a:xfrm>
            <a:off x="5193792" y="4374549"/>
            <a:ext cx="975360" cy="975360"/>
          </a:xfrm>
        </p:spPr>
        <p:txBody>
          <a:bodyPr anchor="ctr"/>
          <a:lstStyle>
            <a:lvl1pPr marL="10584" indent="0" algn="ctr">
              <a:buNone/>
              <a:defRPr sz="1000" spc="0"/>
            </a:lvl1pPr>
          </a:lstStyle>
          <a:p>
            <a:r>
              <a:rPr lang="en-US"/>
              <a:t>HEADSHOT HERE</a:t>
            </a:r>
          </a:p>
        </p:txBody>
      </p:sp>
      <p:sp>
        <p:nvSpPr>
          <p:cNvPr id="11" name="Picture Placeholder 5">
            <a:extLst>
              <a:ext uri="{FF2B5EF4-FFF2-40B4-BE49-F238E27FC236}">
                <a16:creationId xmlns:a16="http://schemas.microsoft.com/office/drawing/2014/main" id="{B967F4E4-8CE7-2944-A00F-24639A4022F4}"/>
              </a:ext>
            </a:extLst>
          </p:cNvPr>
          <p:cNvSpPr>
            <a:spLocks noGrp="1"/>
          </p:cNvSpPr>
          <p:nvPr>
            <p:ph type="pic" sz="quarter" idx="20" hasCustomPrompt="1"/>
          </p:nvPr>
        </p:nvSpPr>
        <p:spPr>
          <a:xfrm>
            <a:off x="7040880" y="4374549"/>
            <a:ext cx="975360" cy="975360"/>
          </a:xfrm>
        </p:spPr>
        <p:txBody>
          <a:bodyPr anchor="ctr"/>
          <a:lstStyle>
            <a:lvl1pPr marL="10584" indent="0" algn="ctr">
              <a:buNone/>
              <a:defRPr sz="1000" spc="0"/>
            </a:lvl1pPr>
          </a:lstStyle>
          <a:p>
            <a:r>
              <a:rPr lang="en-US"/>
              <a:t>HEADSHOT HERE</a:t>
            </a:r>
          </a:p>
        </p:txBody>
      </p:sp>
      <p:sp>
        <p:nvSpPr>
          <p:cNvPr id="12" name="Picture Placeholder 5">
            <a:extLst>
              <a:ext uri="{FF2B5EF4-FFF2-40B4-BE49-F238E27FC236}">
                <a16:creationId xmlns:a16="http://schemas.microsoft.com/office/drawing/2014/main" id="{B6067C2E-8A1A-C24E-ABBB-BFD08C1671BA}"/>
              </a:ext>
            </a:extLst>
          </p:cNvPr>
          <p:cNvSpPr>
            <a:spLocks noGrp="1"/>
          </p:cNvSpPr>
          <p:nvPr>
            <p:ph type="pic" sz="quarter" idx="21" hasCustomPrompt="1"/>
          </p:nvPr>
        </p:nvSpPr>
        <p:spPr>
          <a:xfrm>
            <a:off x="8711184" y="4374549"/>
            <a:ext cx="975360" cy="975360"/>
          </a:xfrm>
        </p:spPr>
        <p:txBody>
          <a:bodyPr anchor="ctr"/>
          <a:lstStyle>
            <a:lvl1pPr marL="10584" indent="0" algn="ctr">
              <a:buNone/>
              <a:defRPr sz="1000" spc="0"/>
            </a:lvl1pPr>
          </a:lstStyle>
          <a:p>
            <a:r>
              <a:rPr lang="en-US"/>
              <a:t>HEADSHOT HERE</a:t>
            </a:r>
          </a:p>
        </p:txBody>
      </p:sp>
      <p:sp>
        <p:nvSpPr>
          <p:cNvPr id="13" name="Picture Placeholder 5">
            <a:extLst>
              <a:ext uri="{FF2B5EF4-FFF2-40B4-BE49-F238E27FC236}">
                <a16:creationId xmlns:a16="http://schemas.microsoft.com/office/drawing/2014/main" id="{356D8DE8-5B64-8D4D-9781-CB5B72A560FC}"/>
              </a:ext>
            </a:extLst>
          </p:cNvPr>
          <p:cNvSpPr>
            <a:spLocks noGrp="1"/>
          </p:cNvSpPr>
          <p:nvPr>
            <p:ph type="pic" sz="quarter" idx="22" hasCustomPrompt="1"/>
          </p:nvPr>
        </p:nvSpPr>
        <p:spPr>
          <a:xfrm>
            <a:off x="10381488" y="4374549"/>
            <a:ext cx="975360" cy="975360"/>
          </a:xfrm>
        </p:spPr>
        <p:txBody>
          <a:bodyPr anchor="ctr"/>
          <a:lstStyle>
            <a:lvl1pPr marL="10584" indent="0" algn="ctr">
              <a:buNone/>
              <a:defRPr sz="1000" spc="0"/>
            </a:lvl1pPr>
          </a:lstStyle>
          <a:p>
            <a:r>
              <a:rPr lang="en-US"/>
              <a:t>HEADSHOT HERE</a:t>
            </a:r>
          </a:p>
        </p:txBody>
      </p:sp>
      <p:sp>
        <p:nvSpPr>
          <p:cNvPr id="14" name="Picture Placeholder 5">
            <a:extLst>
              <a:ext uri="{FF2B5EF4-FFF2-40B4-BE49-F238E27FC236}">
                <a16:creationId xmlns:a16="http://schemas.microsoft.com/office/drawing/2014/main" id="{227A2740-AC7D-7345-984A-5BD6779737F4}"/>
              </a:ext>
            </a:extLst>
          </p:cNvPr>
          <p:cNvSpPr>
            <a:spLocks noGrp="1"/>
          </p:cNvSpPr>
          <p:nvPr>
            <p:ph type="pic" sz="quarter" idx="38" hasCustomPrompt="1"/>
          </p:nvPr>
        </p:nvSpPr>
        <p:spPr>
          <a:xfrm>
            <a:off x="8711184" y="3054843"/>
            <a:ext cx="975360" cy="975360"/>
          </a:xfrm>
        </p:spPr>
        <p:txBody>
          <a:bodyPr anchor="ctr"/>
          <a:lstStyle>
            <a:lvl1pPr marL="10584" indent="0" algn="ctr">
              <a:buNone/>
              <a:defRPr sz="1000" spc="0"/>
            </a:lvl1pPr>
          </a:lstStyle>
          <a:p>
            <a:r>
              <a:rPr lang="en-US"/>
              <a:t>HEADSHOT HERE</a:t>
            </a:r>
          </a:p>
        </p:txBody>
      </p:sp>
      <p:sp>
        <p:nvSpPr>
          <p:cNvPr id="15" name="Text Placeholder 59">
            <a:extLst>
              <a:ext uri="{FF2B5EF4-FFF2-40B4-BE49-F238E27FC236}">
                <a16:creationId xmlns:a16="http://schemas.microsoft.com/office/drawing/2014/main" id="{4ABFBA9D-330E-B447-889F-71B98260E15C}"/>
              </a:ext>
            </a:extLst>
          </p:cNvPr>
          <p:cNvSpPr>
            <a:spLocks noGrp="1"/>
          </p:cNvSpPr>
          <p:nvPr>
            <p:ph type="body" sz="quarter" idx="39" hasCustomPrompt="1"/>
          </p:nvPr>
        </p:nvSpPr>
        <p:spPr>
          <a:xfrm>
            <a:off x="6339840" y="1821268"/>
            <a:ext cx="2072640" cy="486833"/>
          </a:xfrm>
        </p:spPr>
        <p:txBody>
          <a:bodyPr lIns="0" bIns="0" anchor="b"/>
          <a:lstStyle>
            <a:lvl1pPr marL="10584" indent="0">
              <a:buNone/>
              <a:defRPr sz="1200" cap="all" spc="0" baseline="0">
                <a:solidFill>
                  <a:schemeClr val="tx1"/>
                </a:solidFill>
              </a:defRPr>
            </a:lvl1pPr>
          </a:lstStyle>
          <a:p>
            <a:pPr lvl="0"/>
            <a:r>
              <a:rPr lang="en-US"/>
              <a:t>NAME HERE. ALL CAPS. WHITE. 9 PT.</a:t>
            </a:r>
          </a:p>
        </p:txBody>
      </p:sp>
      <p:sp>
        <p:nvSpPr>
          <p:cNvPr id="16" name="Text Placeholder 59">
            <a:extLst>
              <a:ext uri="{FF2B5EF4-FFF2-40B4-BE49-F238E27FC236}">
                <a16:creationId xmlns:a16="http://schemas.microsoft.com/office/drawing/2014/main" id="{29383DA9-35EB-A841-B8E8-066B4EA04E92}"/>
              </a:ext>
            </a:extLst>
          </p:cNvPr>
          <p:cNvSpPr>
            <a:spLocks noGrp="1"/>
          </p:cNvSpPr>
          <p:nvPr>
            <p:ph type="body" sz="quarter" idx="33" hasCustomPrompt="1"/>
          </p:nvPr>
        </p:nvSpPr>
        <p:spPr>
          <a:xfrm>
            <a:off x="6339840" y="2325663"/>
            <a:ext cx="2072640" cy="322287"/>
          </a:xfrm>
        </p:spPr>
        <p:txBody>
          <a:bodyPr lIns="0" bIns="0" anchor="t" anchorCtr="0"/>
          <a:lstStyle>
            <a:lvl1pPr marL="10584" indent="0">
              <a:buNone/>
              <a:defRPr sz="1200" cap="none" spc="0" baseline="0">
                <a:solidFill>
                  <a:schemeClr val="accent1"/>
                </a:solidFill>
                <a:latin typeface="+mj-lt"/>
              </a:defRPr>
            </a:lvl1pPr>
          </a:lstStyle>
          <a:p>
            <a:pPr lvl="0"/>
            <a:r>
              <a:rPr lang="en-US"/>
              <a:t>Title Here. Lowercase. 9 pt.</a:t>
            </a:r>
          </a:p>
        </p:txBody>
      </p:sp>
      <p:sp>
        <p:nvSpPr>
          <p:cNvPr id="17" name="Text Placeholder 59">
            <a:extLst>
              <a:ext uri="{FF2B5EF4-FFF2-40B4-BE49-F238E27FC236}">
                <a16:creationId xmlns:a16="http://schemas.microsoft.com/office/drawing/2014/main" id="{B4988776-510F-FE4F-9066-FE58CA4CE68D}"/>
              </a:ext>
            </a:extLst>
          </p:cNvPr>
          <p:cNvSpPr>
            <a:spLocks noGrp="1"/>
          </p:cNvSpPr>
          <p:nvPr>
            <p:ph type="body" sz="quarter" idx="52" hasCustomPrompt="1"/>
          </p:nvPr>
        </p:nvSpPr>
        <p:spPr>
          <a:xfrm>
            <a:off x="445008" y="5512585"/>
            <a:ext cx="1465491" cy="291367"/>
          </a:xfrm>
        </p:spPr>
        <p:txBody>
          <a:bodyPr lIns="0" bIns="0" anchor="b"/>
          <a:lstStyle>
            <a:lvl1pPr marL="10584" marR="0" indent="0" algn="l" defTabSz="609555" rtl="0" eaLnBrk="1" fontAlgn="auto" latinLnBrk="0" hangingPunct="1">
              <a:lnSpc>
                <a:spcPct val="100000"/>
              </a:lnSpc>
              <a:spcBef>
                <a:spcPct val="20000"/>
              </a:spcBef>
              <a:spcAft>
                <a:spcPts val="0"/>
              </a:spcAft>
              <a:buClr>
                <a:schemeClr val="accent1"/>
              </a:buClr>
              <a:buSzTx/>
              <a:buFont typeface="Arial" panose="020B0604020202020204" pitchFamily="34" charset="0"/>
              <a:buNone/>
              <a:tabLst/>
              <a:defRPr sz="1067" cap="all" spc="0" baseline="0">
                <a:solidFill>
                  <a:schemeClr val="tx1"/>
                </a:solidFill>
              </a:defRPr>
            </a:lvl1pPr>
          </a:lstStyle>
          <a:p>
            <a:pPr marL="10584" marR="0" lvl="0" indent="0" algn="l" defTabSz="609555" rtl="0" eaLnBrk="1" fontAlgn="auto" latinLnBrk="0" hangingPunct="1">
              <a:lnSpc>
                <a:spcPct val="100000"/>
              </a:lnSpc>
              <a:spcBef>
                <a:spcPct val="20000"/>
              </a:spcBef>
              <a:spcAft>
                <a:spcPts val="0"/>
              </a:spcAft>
              <a:buClr>
                <a:schemeClr val="accent1"/>
              </a:buClr>
              <a:buSzTx/>
              <a:buFont typeface="Arial" panose="020B0604020202020204" pitchFamily="34" charset="0"/>
              <a:buNone/>
              <a:tabLst/>
              <a:defRPr/>
            </a:pPr>
            <a:r>
              <a:rPr lang="en-US"/>
              <a:t>NAME HERE. ALL CAPS. WHITE. 8 PT.</a:t>
            </a:r>
          </a:p>
        </p:txBody>
      </p:sp>
      <p:sp>
        <p:nvSpPr>
          <p:cNvPr id="18" name="Text Placeholder 59">
            <a:extLst>
              <a:ext uri="{FF2B5EF4-FFF2-40B4-BE49-F238E27FC236}">
                <a16:creationId xmlns:a16="http://schemas.microsoft.com/office/drawing/2014/main" id="{5CA73BAF-90D6-DF40-BA83-5BBD69EFFCB5}"/>
              </a:ext>
            </a:extLst>
          </p:cNvPr>
          <p:cNvSpPr>
            <a:spLocks noGrp="1"/>
          </p:cNvSpPr>
          <p:nvPr>
            <p:ph type="body" sz="quarter" idx="53" hasCustomPrompt="1"/>
          </p:nvPr>
        </p:nvSpPr>
        <p:spPr>
          <a:xfrm>
            <a:off x="445008" y="5818438"/>
            <a:ext cx="1465491" cy="328021"/>
          </a:xfrm>
        </p:spPr>
        <p:txBody>
          <a:bodyPr lIns="0" bIns="0" anchor="t" anchorCtr="0"/>
          <a:lstStyle>
            <a:lvl1pPr marL="10584" indent="0">
              <a:buNone/>
              <a:defRPr sz="1067" cap="none" spc="0" baseline="0">
                <a:solidFill>
                  <a:schemeClr val="accent1"/>
                </a:solidFill>
                <a:latin typeface="+mj-lt"/>
              </a:defRPr>
            </a:lvl1pPr>
          </a:lstStyle>
          <a:p>
            <a:pPr lvl="0"/>
            <a:r>
              <a:rPr lang="en-US"/>
              <a:t>Title Here. Lowercase. 8 pt.</a:t>
            </a:r>
          </a:p>
        </p:txBody>
      </p:sp>
      <p:sp>
        <p:nvSpPr>
          <p:cNvPr id="19" name="Text Placeholder 59">
            <a:extLst>
              <a:ext uri="{FF2B5EF4-FFF2-40B4-BE49-F238E27FC236}">
                <a16:creationId xmlns:a16="http://schemas.microsoft.com/office/drawing/2014/main" id="{EDE97D3D-175D-6149-AF76-3EF0663BC7EB}"/>
              </a:ext>
            </a:extLst>
          </p:cNvPr>
          <p:cNvSpPr>
            <a:spLocks noGrp="1"/>
          </p:cNvSpPr>
          <p:nvPr>
            <p:ph type="body" sz="quarter" idx="54" hasCustomPrompt="1"/>
          </p:nvPr>
        </p:nvSpPr>
        <p:spPr>
          <a:xfrm>
            <a:off x="2822448" y="5512585"/>
            <a:ext cx="1465491" cy="291367"/>
          </a:xfrm>
        </p:spPr>
        <p:txBody>
          <a:bodyPr lIns="0" bIns="0" anchor="b"/>
          <a:lstStyle>
            <a:lvl1pPr marL="10584" marR="0" indent="0" algn="l" defTabSz="609555" rtl="0" eaLnBrk="1" fontAlgn="auto" latinLnBrk="0" hangingPunct="1">
              <a:lnSpc>
                <a:spcPct val="100000"/>
              </a:lnSpc>
              <a:spcBef>
                <a:spcPct val="20000"/>
              </a:spcBef>
              <a:spcAft>
                <a:spcPts val="0"/>
              </a:spcAft>
              <a:buClr>
                <a:schemeClr val="accent1"/>
              </a:buClr>
              <a:buSzTx/>
              <a:buFont typeface="Arial" panose="020B0604020202020204" pitchFamily="34" charset="0"/>
              <a:buNone/>
              <a:tabLst/>
              <a:defRPr sz="1067" cap="all" spc="0" baseline="0">
                <a:solidFill>
                  <a:schemeClr val="tx1"/>
                </a:solidFill>
              </a:defRPr>
            </a:lvl1pPr>
          </a:lstStyle>
          <a:p>
            <a:pPr marL="10584" marR="0" lvl="0" indent="0" algn="l" defTabSz="609555" rtl="0" eaLnBrk="1" fontAlgn="auto" latinLnBrk="0" hangingPunct="1">
              <a:lnSpc>
                <a:spcPct val="100000"/>
              </a:lnSpc>
              <a:spcBef>
                <a:spcPct val="20000"/>
              </a:spcBef>
              <a:spcAft>
                <a:spcPts val="0"/>
              </a:spcAft>
              <a:buClr>
                <a:schemeClr val="accent1"/>
              </a:buClr>
              <a:buSzTx/>
              <a:buFont typeface="Arial" panose="020B0604020202020204" pitchFamily="34" charset="0"/>
              <a:buNone/>
              <a:tabLst/>
              <a:defRPr/>
            </a:pPr>
            <a:r>
              <a:rPr lang="en-US"/>
              <a:t>NAME HERE. ALL CAPS. WHITE. 8 PT.</a:t>
            </a:r>
          </a:p>
        </p:txBody>
      </p:sp>
      <p:sp>
        <p:nvSpPr>
          <p:cNvPr id="20" name="Text Placeholder 59">
            <a:extLst>
              <a:ext uri="{FF2B5EF4-FFF2-40B4-BE49-F238E27FC236}">
                <a16:creationId xmlns:a16="http://schemas.microsoft.com/office/drawing/2014/main" id="{07AEE21D-ADEA-DA47-A36B-ED05986C0AD1}"/>
              </a:ext>
            </a:extLst>
          </p:cNvPr>
          <p:cNvSpPr>
            <a:spLocks noGrp="1"/>
          </p:cNvSpPr>
          <p:nvPr>
            <p:ph type="body" sz="quarter" idx="55" hasCustomPrompt="1"/>
          </p:nvPr>
        </p:nvSpPr>
        <p:spPr>
          <a:xfrm>
            <a:off x="2822448" y="5818438"/>
            <a:ext cx="1465491" cy="328021"/>
          </a:xfrm>
        </p:spPr>
        <p:txBody>
          <a:bodyPr lIns="0" bIns="0" anchor="t" anchorCtr="0"/>
          <a:lstStyle>
            <a:lvl1pPr marL="10584" indent="0">
              <a:buNone/>
              <a:defRPr sz="1067" cap="none" spc="0" baseline="0">
                <a:solidFill>
                  <a:schemeClr val="accent1"/>
                </a:solidFill>
                <a:latin typeface="+mj-lt"/>
              </a:defRPr>
            </a:lvl1pPr>
          </a:lstStyle>
          <a:p>
            <a:pPr lvl="0"/>
            <a:r>
              <a:rPr lang="en-US"/>
              <a:t>Title Here. Lowercase. 8 pt.</a:t>
            </a:r>
          </a:p>
        </p:txBody>
      </p:sp>
      <p:sp>
        <p:nvSpPr>
          <p:cNvPr id="21" name="Text Placeholder 59">
            <a:extLst>
              <a:ext uri="{FF2B5EF4-FFF2-40B4-BE49-F238E27FC236}">
                <a16:creationId xmlns:a16="http://schemas.microsoft.com/office/drawing/2014/main" id="{A3570388-CF93-E14C-8871-B14FC996C819}"/>
              </a:ext>
            </a:extLst>
          </p:cNvPr>
          <p:cNvSpPr>
            <a:spLocks noGrp="1"/>
          </p:cNvSpPr>
          <p:nvPr>
            <p:ph type="body" sz="quarter" idx="56" hasCustomPrompt="1"/>
          </p:nvPr>
        </p:nvSpPr>
        <p:spPr>
          <a:xfrm>
            <a:off x="5193792" y="5512585"/>
            <a:ext cx="1465491" cy="291367"/>
          </a:xfrm>
        </p:spPr>
        <p:txBody>
          <a:bodyPr lIns="0" bIns="0" anchor="b"/>
          <a:lstStyle>
            <a:lvl1pPr marL="10584" marR="0" indent="0" algn="l" defTabSz="609555" rtl="0" eaLnBrk="1" fontAlgn="auto" latinLnBrk="0" hangingPunct="1">
              <a:lnSpc>
                <a:spcPct val="100000"/>
              </a:lnSpc>
              <a:spcBef>
                <a:spcPct val="20000"/>
              </a:spcBef>
              <a:spcAft>
                <a:spcPts val="0"/>
              </a:spcAft>
              <a:buClr>
                <a:schemeClr val="accent1"/>
              </a:buClr>
              <a:buSzTx/>
              <a:buFont typeface="Arial" panose="020B0604020202020204" pitchFamily="34" charset="0"/>
              <a:buNone/>
              <a:tabLst/>
              <a:defRPr sz="1067" cap="all" spc="0" baseline="0">
                <a:solidFill>
                  <a:schemeClr val="tx1"/>
                </a:solidFill>
              </a:defRPr>
            </a:lvl1pPr>
          </a:lstStyle>
          <a:p>
            <a:pPr marL="10584" marR="0" lvl="0" indent="0" algn="l" defTabSz="609555" rtl="0" eaLnBrk="1" fontAlgn="auto" latinLnBrk="0" hangingPunct="1">
              <a:lnSpc>
                <a:spcPct val="100000"/>
              </a:lnSpc>
              <a:spcBef>
                <a:spcPct val="20000"/>
              </a:spcBef>
              <a:spcAft>
                <a:spcPts val="0"/>
              </a:spcAft>
              <a:buClr>
                <a:schemeClr val="accent1"/>
              </a:buClr>
              <a:buSzTx/>
              <a:buFont typeface="Arial" panose="020B0604020202020204" pitchFamily="34" charset="0"/>
              <a:buNone/>
              <a:tabLst/>
              <a:defRPr/>
            </a:pPr>
            <a:r>
              <a:rPr lang="en-US"/>
              <a:t>NAME HERE. ALL CAPS. WHITE. 8 PT.</a:t>
            </a:r>
          </a:p>
        </p:txBody>
      </p:sp>
      <p:sp>
        <p:nvSpPr>
          <p:cNvPr id="22" name="Text Placeholder 59">
            <a:extLst>
              <a:ext uri="{FF2B5EF4-FFF2-40B4-BE49-F238E27FC236}">
                <a16:creationId xmlns:a16="http://schemas.microsoft.com/office/drawing/2014/main" id="{B7D95C78-A9DC-5142-80B0-BEE8D025B558}"/>
              </a:ext>
            </a:extLst>
          </p:cNvPr>
          <p:cNvSpPr>
            <a:spLocks noGrp="1"/>
          </p:cNvSpPr>
          <p:nvPr>
            <p:ph type="body" sz="quarter" idx="57" hasCustomPrompt="1"/>
          </p:nvPr>
        </p:nvSpPr>
        <p:spPr>
          <a:xfrm>
            <a:off x="5193792" y="5818438"/>
            <a:ext cx="1465491" cy="328021"/>
          </a:xfrm>
        </p:spPr>
        <p:txBody>
          <a:bodyPr lIns="0" bIns="0" anchor="t" anchorCtr="0"/>
          <a:lstStyle>
            <a:lvl1pPr marL="10584" indent="0">
              <a:buNone/>
              <a:defRPr sz="1067" cap="none" spc="0" baseline="0">
                <a:solidFill>
                  <a:schemeClr val="accent1"/>
                </a:solidFill>
                <a:latin typeface="+mj-lt"/>
              </a:defRPr>
            </a:lvl1pPr>
          </a:lstStyle>
          <a:p>
            <a:pPr lvl="0"/>
            <a:r>
              <a:rPr lang="en-US"/>
              <a:t>Title Here. Lowercase. 8 pt.</a:t>
            </a:r>
          </a:p>
        </p:txBody>
      </p:sp>
      <p:sp>
        <p:nvSpPr>
          <p:cNvPr id="23" name="Text Placeholder 59">
            <a:extLst>
              <a:ext uri="{FF2B5EF4-FFF2-40B4-BE49-F238E27FC236}">
                <a16:creationId xmlns:a16="http://schemas.microsoft.com/office/drawing/2014/main" id="{5C20E454-7D71-6D49-8340-2C2C92BAB601}"/>
              </a:ext>
            </a:extLst>
          </p:cNvPr>
          <p:cNvSpPr>
            <a:spLocks noGrp="1"/>
          </p:cNvSpPr>
          <p:nvPr>
            <p:ph type="body" sz="quarter" idx="58" hasCustomPrompt="1"/>
          </p:nvPr>
        </p:nvSpPr>
        <p:spPr>
          <a:xfrm>
            <a:off x="7032647" y="5512585"/>
            <a:ext cx="1465491" cy="291367"/>
          </a:xfrm>
        </p:spPr>
        <p:txBody>
          <a:bodyPr lIns="0" bIns="0" anchor="b"/>
          <a:lstStyle>
            <a:lvl1pPr marL="10584" marR="0" indent="0" algn="l" defTabSz="609555" rtl="0" eaLnBrk="1" fontAlgn="auto" latinLnBrk="0" hangingPunct="1">
              <a:lnSpc>
                <a:spcPct val="100000"/>
              </a:lnSpc>
              <a:spcBef>
                <a:spcPct val="20000"/>
              </a:spcBef>
              <a:spcAft>
                <a:spcPts val="0"/>
              </a:spcAft>
              <a:buClr>
                <a:schemeClr val="accent1"/>
              </a:buClr>
              <a:buSzTx/>
              <a:buFont typeface="Arial" panose="020B0604020202020204" pitchFamily="34" charset="0"/>
              <a:buNone/>
              <a:tabLst/>
              <a:defRPr sz="1067" cap="all" spc="0" baseline="0">
                <a:solidFill>
                  <a:schemeClr val="tx1"/>
                </a:solidFill>
              </a:defRPr>
            </a:lvl1pPr>
          </a:lstStyle>
          <a:p>
            <a:pPr marL="10584" marR="0" lvl="0" indent="0" algn="l" defTabSz="609555" rtl="0" eaLnBrk="1" fontAlgn="auto" latinLnBrk="0" hangingPunct="1">
              <a:lnSpc>
                <a:spcPct val="100000"/>
              </a:lnSpc>
              <a:spcBef>
                <a:spcPct val="20000"/>
              </a:spcBef>
              <a:spcAft>
                <a:spcPts val="0"/>
              </a:spcAft>
              <a:buClr>
                <a:schemeClr val="accent1"/>
              </a:buClr>
              <a:buSzTx/>
              <a:buFont typeface="Arial" panose="020B0604020202020204" pitchFamily="34" charset="0"/>
              <a:buNone/>
              <a:tabLst/>
              <a:defRPr/>
            </a:pPr>
            <a:r>
              <a:rPr lang="en-US"/>
              <a:t>NAME HERE. ALL CAPS. WHITE. 8 PT.</a:t>
            </a:r>
          </a:p>
        </p:txBody>
      </p:sp>
      <p:sp>
        <p:nvSpPr>
          <p:cNvPr id="24" name="Text Placeholder 59">
            <a:extLst>
              <a:ext uri="{FF2B5EF4-FFF2-40B4-BE49-F238E27FC236}">
                <a16:creationId xmlns:a16="http://schemas.microsoft.com/office/drawing/2014/main" id="{DC2A92B2-B90B-AC44-8367-CC89EF317854}"/>
              </a:ext>
            </a:extLst>
          </p:cNvPr>
          <p:cNvSpPr>
            <a:spLocks noGrp="1"/>
          </p:cNvSpPr>
          <p:nvPr>
            <p:ph type="body" sz="quarter" idx="59" hasCustomPrompt="1"/>
          </p:nvPr>
        </p:nvSpPr>
        <p:spPr>
          <a:xfrm>
            <a:off x="7032647" y="5818438"/>
            <a:ext cx="1465491" cy="328021"/>
          </a:xfrm>
        </p:spPr>
        <p:txBody>
          <a:bodyPr lIns="0" bIns="0" anchor="t" anchorCtr="0"/>
          <a:lstStyle>
            <a:lvl1pPr marL="10584" indent="0">
              <a:buNone/>
              <a:defRPr sz="1067" cap="none" spc="0" baseline="0">
                <a:solidFill>
                  <a:schemeClr val="accent1"/>
                </a:solidFill>
                <a:latin typeface="+mj-lt"/>
              </a:defRPr>
            </a:lvl1pPr>
          </a:lstStyle>
          <a:p>
            <a:pPr lvl="0"/>
            <a:r>
              <a:rPr lang="en-US"/>
              <a:t>Title Here. Lowercase. 8 pt.</a:t>
            </a:r>
          </a:p>
        </p:txBody>
      </p:sp>
      <p:sp>
        <p:nvSpPr>
          <p:cNvPr id="25" name="Text Placeholder 59">
            <a:extLst>
              <a:ext uri="{FF2B5EF4-FFF2-40B4-BE49-F238E27FC236}">
                <a16:creationId xmlns:a16="http://schemas.microsoft.com/office/drawing/2014/main" id="{DAA62298-769A-A843-804C-507D94C7C8D4}"/>
              </a:ext>
            </a:extLst>
          </p:cNvPr>
          <p:cNvSpPr>
            <a:spLocks noGrp="1"/>
          </p:cNvSpPr>
          <p:nvPr>
            <p:ph type="body" sz="quarter" idx="60" hasCustomPrompt="1"/>
          </p:nvPr>
        </p:nvSpPr>
        <p:spPr>
          <a:xfrm>
            <a:off x="8737767" y="5516339"/>
            <a:ext cx="1465491" cy="291367"/>
          </a:xfrm>
        </p:spPr>
        <p:txBody>
          <a:bodyPr lIns="0" bIns="0" anchor="b"/>
          <a:lstStyle>
            <a:lvl1pPr marL="10584" marR="0" indent="0" algn="l" defTabSz="609555" rtl="0" eaLnBrk="1" fontAlgn="auto" latinLnBrk="0" hangingPunct="1">
              <a:lnSpc>
                <a:spcPct val="100000"/>
              </a:lnSpc>
              <a:spcBef>
                <a:spcPct val="20000"/>
              </a:spcBef>
              <a:spcAft>
                <a:spcPts val="0"/>
              </a:spcAft>
              <a:buClr>
                <a:schemeClr val="accent1"/>
              </a:buClr>
              <a:buSzTx/>
              <a:buFont typeface="Arial" panose="020B0604020202020204" pitchFamily="34" charset="0"/>
              <a:buNone/>
              <a:tabLst/>
              <a:defRPr sz="1067" cap="all" spc="0" baseline="0">
                <a:solidFill>
                  <a:schemeClr val="tx1"/>
                </a:solidFill>
              </a:defRPr>
            </a:lvl1pPr>
          </a:lstStyle>
          <a:p>
            <a:pPr marL="10584" marR="0" lvl="0" indent="0" algn="l" defTabSz="609555" rtl="0" eaLnBrk="1" fontAlgn="auto" latinLnBrk="0" hangingPunct="1">
              <a:lnSpc>
                <a:spcPct val="100000"/>
              </a:lnSpc>
              <a:spcBef>
                <a:spcPct val="20000"/>
              </a:spcBef>
              <a:spcAft>
                <a:spcPts val="0"/>
              </a:spcAft>
              <a:buClr>
                <a:schemeClr val="accent1"/>
              </a:buClr>
              <a:buSzTx/>
              <a:buFont typeface="Arial" panose="020B0604020202020204" pitchFamily="34" charset="0"/>
              <a:buNone/>
              <a:tabLst/>
              <a:defRPr/>
            </a:pPr>
            <a:r>
              <a:rPr lang="en-US"/>
              <a:t>NAME HERE. ALL CAPS. WHITE. 8 PT.</a:t>
            </a:r>
          </a:p>
        </p:txBody>
      </p:sp>
      <p:sp>
        <p:nvSpPr>
          <p:cNvPr id="26" name="Text Placeholder 59">
            <a:extLst>
              <a:ext uri="{FF2B5EF4-FFF2-40B4-BE49-F238E27FC236}">
                <a16:creationId xmlns:a16="http://schemas.microsoft.com/office/drawing/2014/main" id="{90DB92DC-5B96-6947-9102-329E9AD6B4B8}"/>
              </a:ext>
            </a:extLst>
          </p:cNvPr>
          <p:cNvSpPr>
            <a:spLocks noGrp="1"/>
          </p:cNvSpPr>
          <p:nvPr>
            <p:ph type="body" sz="quarter" idx="61" hasCustomPrompt="1"/>
          </p:nvPr>
        </p:nvSpPr>
        <p:spPr>
          <a:xfrm>
            <a:off x="8737767" y="5822192"/>
            <a:ext cx="1465491" cy="328021"/>
          </a:xfrm>
        </p:spPr>
        <p:txBody>
          <a:bodyPr lIns="0" bIns="0" anchor="t" anchorCtr="0"/>
          <a:lstStyle>
            <a:lvl1pPr marL="10584" indent="0">
              <a:buNone/>
              <a:defRPr sz="1067" cap="none" spc="0" baseline="0">
                <a:solidFill>
                  <a:schemeClr val="accent1"/>
                </a:solidFill>
                <a:latin typeface="+mj-lt"/>
              </a:defRPr>
            </a:lvl1pPr>
          </a:lstStyle>
          <a:p>
            <a:pPr lvl="0"/>
            <a:r>
              <a:rPr lang="en-US"/>
              <a:t>Title Here. Lowercase. 8 pt.</a:t>
            </a:r>
          </a:p>
        </p:txBody>
      </p:sp>
      <p:sp>
        <p:nvSpPr>
          <p:cNvPr id="27" name="Text Placeholder 59">
            <a:extLst>
              <a:ext uri="{FF2B5EF4-FFF2-40B4-BE49-F238E27FC236}">
                <a16:creationId xmlns:a16="http://schemas.microsoft.com/office/drawing/2014/main" id="{11145940-26F6-D345-AEB5-DB00F76C7F1F}"/>
              </a:ext>
            </a:extLst>
          </p:cNvPr>
          <p:cNvSpPr>
            <a:spLocks noGrp="1"/>
          </p:cNvSpPr>
          <p:nvPr>
            <p:ph type="body" sz="quarter" idx="62" hasCustomPrompt="1"/>
          </p:nvPr>
        </p:nvSpPr>
        <p:spPr>
          <a:xfrm>
            <a:off x="10381488" y="5512585"/>
            <a:ext cx="1465491" cy="291367"/>
          </a:xfrm>
        </p:spPr>
        <p:txBody>
          <a:bodyPr lIns="0" bIns="0" anchor="b"/>
          <a:lstStyle>
            <a:lvl1pPr marL="10584" marR="0" indent="0" algn="l" defTabSz="609555" rtl="0" eaLnBrk="1" fontAlgn="auto" latinLnBrk="0" hangingPunct="1">
              <a:lnSpc>
                <a:spcPct val="100000"/>
              </a:lnSpc>
              <a:spcBef>
                <a:spcPct val="20000"/>
              </a:spcBef>
              <a:spcAft>
                <a:spcPts val="0"/>
              </a:spcAft>
              <a:buClr>
                <a:schemeClr val="accent1"/>
              </a:buClr>
              <a:buSzTx/>
              <a:buFont typeface="Arial" panose="020B0604020202020204" pitchFamily="34" charset="0"/>
              <a:buNone/>
              <a:tabLst/>
              <a:defRPr sz="1067" cap="all" spc="0" baseline="0">
                <a:solidFill>
                  <a:schemeClr val="tx1"/>
                </a:solidFill>
              </a:defRPr>
            </a:lvl1pPr>
          </a:lstStyle>
          <a:p>
            <a:pPr marL="10584" marR="0" lvl="0" indent="0" algn="l" defTabSz="609555" rtl="0" eaLnBrk="1" fontAlgn="auto" latinLnBrk="0" hangingPunct="1">
              <a:lnSpc>
                <a:spcPct val="100000"/>
              </a:lnSpc>
              <a:spcBef>
                <a:spcPct val="20000"/>
              </a:spcBef>
              <a:spcAft>
                <a:spcPts val="0"/>
              </a:spcAft>
              <a:buClr>
                <a:schemeClr val="accent1"/>
              </a:buClr>
              <a:buSzTx/>
              <a:buFont typeface="Arial" panose="020B0604020202020204" pitchFamily="34" charset="0"/>
              <a:buNone/>
              <a:tabLst/>
              <a:defRPr/>
            </a:pPr>
            <a:r>
              <a:rPr lang="en-US"/>
              <a:t>NAME HERE. ALL CAPS. WHITE. 8 PT.</a:t>
            </a:r>
          </a:p>
        </p:txBody>
      </p:sp>
      <p:sp>
        <p:nvSpPr>
          <p:cNvPr id="28" name="Text Placeholder 59">
            <a:extLst>
              <a:ext uri="{FF2B5EF4-FFF2-40B4-BE49-F238E27FC236}">
                <a16:creationId xmlns:a16="http://schemas.microsoft.com/office/drawing/2014/main" id="{7FC80356-24FA-3340-B9FC-DE1492BFA627}"/>
              </a:ext>
            </a:extLst>
          </p:cNvPr>
          <p:cNvSpPr>
            <a:spLocks noGrp="1"/>
          </p:cNvSpPr>
          <p:nvPr>
            <p:ph type="body" sz="quarter" idx="63" hasCustomPrompt="1"/>
          </p:nvPr>
        </p:nvSpPr>
        <p:spPr>
          <a:xfrm>
            <a:off x="10381488" y="5818438"/>
            <a:ext cx="1465491" cy="328021"/>
          </a:xfrm>
        </p:spPr>
        <p:txBody>
          <a:bodyPr lIns="0" bIns="0" anchor="t" anchorCtr="0"/>
          <a:lstStyle>
            <a:lvl1pPr marL="10584" indent="0">
              <a:buNone/>
              <a:defRPr sz="1067" cap="none" spc="0" baseline="0">
                <a:solidFill>
                  <a:schemeClr val="accent1"/>
                </a:solidFill>
                <a:latin typeface="+mj-lt"/>
              </a:defRPr>
            </a:lvl1pPr>
          </a:lstStyle>
          <a:p>
            <a:pPr lvl="0"/>
            <a:r>
              <a:rPr lang="en-US"/>
              <a:t>Title Here. Lowercase. 8 pt.</a:t>
            </a:r>
          </a:p>
        </p:txBody>
      </p:sp>
      <p:sp>
        <p:nvSpPr>
          <p:cNvPr id="29" name="Picture Placeholder 5">
            <a:extLst>
              <a:ext uri="{FF2B5EF4-FFF2-40B4-BE49-F238E27FC236}">
                <a16:creationId xmlns:a16="http://schemas.microsoft.com/office/drawing/2014/main" id="{F8E227CA-C8B1-FD4F-9719-AC576682CC3A}"/>
              </a:ext>
            </a:extLst>
          </p:cNvPr>
          <p:cNvSpPr>
            <a:spLocks noGrp="1"/>
          </p:cNvSpPr>
          <p:nvPr>
            <p:ph type="pic" sz="quarter" idx="64" hasCustomPrompt="1"/>
          </p:nvPr>
        </p:nvSpPr>
        <p:spPr>
          <a:xfrm>
            <a:off x="1804416" y="3034200"/>
            <a:ext cx="975360" cy="975360"/>
          </a:xfrm>
        </p:spPr>
        <p:txBody>
          <a:bodyPr anchor="ctr"/>
          <a:lstStyle>
            <a:lvl1pPr marL="10584" indent="0" algn="ctr">
              <a:buNone/>
              <a:defRPr sz="1000" spc="0"/>
            </a:lvl1pPr>
          </a:lstStyle>
          <a:p>
            <a:r>
              <a:rPr lang="en-US"/>
              <a:t>HEADSHOT HERE</a:t>
            </a:r>
          </a:p>
        </p:txBody>
      </p:sp>
      <p:sp>
        <p:nvSpPr>
          <p:cNvPr id="30" name="Text Placeholder 59">
            <a:extLst>
              <a:ext uri="{FF2B5EF4-FFF2-40B4-BE49-F238E27FC236}">
                <a16:creationId xmlns:a16="http://schemas.microsoft.com/office/drawing/2014/main" id="{479DAFC0-5785-0446-A3E7-5BF65BCC02A9}"/>
              </a:ext>
            </a:extLst>
          </p:cNvPr>
          <p:cNvSpPr>
            <a:spLocks noGrp="1"/>
          </p:cNvSpPr>
          <p:nvPr>
            <p:ph type="body" sz="quarter" idx="67" hasCustomPrompt="1"/>
          </p:nvPr>
        </p:nvSpPr>
        <p:spPr>
          <a:xfrm>
            <a:off x="6339840" y="3214946"/>
            <a:ext cx="2072640" cy="486833"/>
          </a:xfrm>
        </p:spPr>
        <p:txBody>
          <a:bodyPr lIns="0" bIns="0" anchor="b"/>
          <a:lstStyle>
            <a:lvl1pPr marL="10584" indent="0">
              <a:buNone/>
              <a:defRPr sz="1200" cap="all" spc="0" baseline="0">
                <a:solidFill>
                  <a:schemeClr val="tx1"/>
                </a:solidFill>
              </a:defRPr>
            </a:lvl1pPr>
          </a:lstStyle>
          <a:p>
            <a:pPr lvl="0"/>
            <a:r>
              <a:rPr lang="en-US"/>
              <a:t>NAME HERE. ALL CAPS. WHITE. 9 PT.</a:t>
            </a:r>
          </a:p>
        </p:txBody>
      </p:sp>
      <p:sp>
        <p:nvSpPr>
          <p:cNvPr id="31" name="Text Placeholder 59">
            <a:extLst>
              <a:ext uri="{FF2B5EF4-FFF2-40B4-BE49-F238E27FC236}">
                <a16:creationId xmlns:a16="http://schemas.microsoft.com/office/drawing/2014/main" id="{01FF4553-5F63-074B-8CB3-DF55725FEFB3}"/>
              </a:ext>
            </a:extLst>
          </p:cNvPr>
          <p:cNvSpPr>
            <a:spLocks noGrp="1"/>
          </p:cNvSpPr>
          <p:nvPr>
            <p:ph type="body" sz="quarter" idx="68" hasCustomPrompt="1"/>
          </p:nvPr>
        </p:nvSpPr>
        <p:spPr>
          <a:xfrm>
            <a:off x="6339840" y="3712305"/>
            <a:ext cx="2072640" cy="322287"/>
          </a:xfrm>
        </p:spPr>
        <p:txBody>
          <a:bodyPr lIns="0" bIns="0" anchor="t" anchorCtr="0"/>
          <a:lstStyle>
            <a:lvl1pPr marL="10584" indent="0">
              <a:buNone/>
              <a:defRPr sz="1200" cap="none" spc="0" baseline="0">
                <a:solidFill>
                  <a:schemeClr val="accent1"/>
                </a:solidFill>
                <a:latin typeface="+mj-lt"/>
              </a:defRPr>
            </a:lvl1pPr>
          </a:lstStyle>
          <a:p>
            <a:pPr lvl="0"/>
            <a:r>
              <a:rPr lang="en-US"/>
              <a:t>Title Here. Lowercase. 9 pt.</a:t>
            </a:r>
          </a:p>
        </p:txBody>
      </p:sp>
      <p:sp>
        <p:nvSpPr>
          <p:cNvPr id="32" name="Text Placeholder 59">
            <a:extLst>
              <a:ext uri="{FF2B5EF4-FFF2-40B4-BE49-F238E27FC236}">
                <a16:creationId xmlns:a16="http://schemas.microsoft.com/office/drawing/2014/main" id="{2ACC479D-100C-AB4A-B437-FFCD18495B7E}"/>
              </a:ext>
            </a:extLst>
          </p:cNvPr>
          <p:cNvSpPr>
            <a:spLocks noGrp="1"/>
          </p:cNvSpPr>
          <p:nvPr>
            <p:ph type="body" sz="quarter" idx="71" hasCustomPrompt="1"/>
          </p:nvPr>
        </p:nvSpPr>
        <p:spPr>
          <a:xfrm>
            <a:off x="2917848" y="3194665"/>
            <a:ext cx="2072640" cy="486833"/>
          </a:xfrm>
        </p:spPr>
        <p:txBody>
          <a:bodyPr lIns="0" bIns="0" anchor="b"/>
          <a:lstStyle>
            <a:lvl1pPr marL="10584" indent="0">
              <a:buNone/>
              <a:defRPr sz="1200" cap="all" spc="0" baseline="0">
                <a:solidFill>
                  <a:schemeClr val="tx1"/>
                </a:solidFill>
              </a:defRPr>
            </a:lvl1pPr>
          </a:lstStyle>
          <a:p>
            <a:pPr lvl="0"/>
            <a:r>
              <a:rPr lang="en-US"/>
              <a:t>NAME HERE. ALL CAPS. WHITE. 9 PT.</a:t>
            </a:r>
          </a:p>
        </p:txBody>
      </p:sp>
      <p:sp>
        <p:nvSpPr>
          <p:cNvPr id="33" name="Text Placeholder 59">
            <a:extLst>
              <a:ext uri="{FF2B5EF4-FFF2-40B4-BE49-F238E27FC236}">
                <a16:creationId xmlns:a16="http://schemas.microsoft.com/office/drawing/2014/main" id="{F88A7EF7-25F7-5349-8978-9A5DA5F31094}"/>
              </a:ext>
            </a:extLst>
          </p:cNvPr>
          <p:cNvSpPr>
            <a:spLocks noGrp="1"/>
          </p:cNvSpPr>
          <p:nvPr>
            <p:ph type="body" sz="quarter" idx="72" hasCustomPrompt="1"/>
          </p:nvPr>
        </p:nvSpPr>
        <p:spPr>
          <a:xfrm>
            <a:off x="2917848" y="3699061"/>
            <a:ext cx="2072640" cy="322287"/>
          </a:xfrm>
        </p:spPr>
        <p:txBody>
          <a:bodyPr lIns="0" bIns="0" anchor="t" anchorCtr="0"/>
          <a:lstStyle>
            <a:lvl1pPr marL="10584" indent="0">
              <a:buNone/>
              <a:defRPr sz="1200" cap="none" spc="0" baseline="0">
                <a:solidFill>
                  <a:schemeClr val="accent1"/>
                </a:solidFill>
                <a:latin typeface="+mj-lt"/>
              </a:defRPr>
            </a:lvl1pPr>
          </a:lstStyle>
          <a:p>
            <a:pPr lvl="0"/>
            <a:r>
              <a:rPr lang="en-US"/>
              <a:t>Title Here. Lowercase. 9 pt.</a:t>
            </a:r>
          </a:p>
        </p:txBody>
      </p:sp>
      <p:sp>
        <p:nvSpPr>
          <p:cNvPr id="34" name="Text Placeholder 59">
            <a:extLst>
              <a:ext uri="{FF2B5EF4-FFF2-40B4-BE49-F238E27FC236}">
                <a16:creationId xmlns:a16="http://schemas.microsoft.com/office/drawing/2014/main" id="{F442EBC6-A1C6-C446-97E7-801C6B76BA9D}"/>
              </a:ext>
            </a:extLst>
          </p:cNvPr>
          <p:cNvSpPr>
            <a:spLocks noGrp="1"/>
          </p:cNvSpPr>
          <p:nvPr>
            <p:ph type="body" sz="quarter" idx="73" hasCustomPrompt="1"/>
          </p:nvPr>
        </p:nvSpPr>
        <p:spPr>
          <a:xfrm>
            <a:off x="9859736" y="3186213"/>
            <a:ext cx="2072640" cy="486833"/>
          </a:xfrm>
        </p:spPr>
        <p:txBody>
          <a:bodyPr lIns="0" bIns="0" anchor="b"/>
          <a:lstStyle>
            <a:lvl1pPr marL="10584" indent="0">
              <a:buNone/>
              <a:defRPr sz="1200" cap="all" spc="0" baseline="0">
                <a:solidFill>
                  <a:schemeClr val="tx1"/>
                </a:solidFill>
              </a:defRPr>
            </a:lvl1pPr>
          </a:lstStyle>
          <a:p>
            <a:pPr lvl="0"/>
            <a:r>
              <a:rPr lang="en-US"/>
              <a:t>NAME HERE. ALL CAPS. WHITE. 9 PT.</a:t>
            </a:r>
          </a:p>
        </p:txBody>
      </p:sp>
      <p:sp>
        <p:nvSpPr>
          <p:cNvPr id="35" name="Text Placeholder 59">
            <a:extLst>
              <a:ext uri="{FF2B5EF4-FFF2-40B4-BE49-F238E27FC236}">
                <a16:creationId xmlns:a16="http://schemas.microsoft.com/office/drawing/2014/main" id="{AB54CC23-A2BA-0E4F-BE56-2BD32D275D06}"/>
              </a:ext>
            </a:extLst>
          </p:cNvPr>
          <p:cNvSpPr>
            <a:spLocks noGrp="1"/>
          </p:cNvSpPr>
          <p:nvPr>
            <p:ph type="body" sz="quarter" idx="74" hasCustomPrompt="1"/>
          </p:nvPr>
        </p:nvSpPr>
        <p:spPr>
          <a:xfrm>
            <a:off x="9859736" y="3690609"/>
            <a:ext cx="2072640" cy="322287"/>
          </a:xfrm>
        </p:spPr>
        <p:txBody>
          <a:bodyPr lIns="0" bIns="0" anchor="t" anchorCtr="0"/>
          <a:lstStyle>
            <a:lvl1pPr marL="10584" indent="0">
              <a:buNone/>
              <a:defRPr sz="1200" cap="none" spc="0" baseline="0">
                <a:solidFill>
                  <a:schemeClr val="accent1"/>
                </a:solidFill>
                <a:latin typeface="+mj-lt"/>
              </a:defRPr>
            </a:lvl1pPr>
          </a:lstStyle>
          <a:p>
            <a:pPr lvl="0"/>
            <a:r>
              <a:rPr lang="en-US"/>
              <a:t>Title Here. Lowercase. 9 pt.</a:t>
            </a:r>
          </a:p>
        </p:txBody>
      </p:sp>
      <p:sp>
        <p:nvSpPr>
          <p:cNvPr id="37" name="Slide Number Placeholder 36">
            <a:extLst>
              <a:ext uri="{FF2B5EF4-FFF2-40B4-BE49-F238E27FC236}">
                <a16:creationId xmlns:a16="http://schemas.microsoft.com/office/drawing/2014/main" id="{EB862910-D742-4D11-A987-CE16A6571602}"/>
              </a:ext>
            </a:extLst>
          </p:cNvPr>
          <p:cNvSpPr>
            <a:spLocks noGrp="1"/>
          </p:cNvSpPr>
          <p:nvPr>
            <p:ph type="sldNum" sz="quarter" idx="75"/>
          </p:nvPr>
        </p:nvSpPr>
        <p:spPr/>
        <p:txBody>
          <a:bodyPr/>
          <a:lstStyle>
            <a:lvl1pPr>
              <a:defRPr spc="0"/>
            </a:lvl1pPr>
          </a:lstStyle>
          <a:p>
            <a:pPr algn="r"/>
            <a:fld id="{01517C5A-21C8-4A78-AA4B-D0D5DD5ADE52}" type="slidenum">
              <a:rPr smtClean="0">
                <a:solidFill>
                  <a:srgbClr val="FFFFFF"/>
                </a:solidFill>
              </a:rPr>
              <a:pPr algn="r"/>
              <a:t>‹#›</a:t>
            </a:fld>
            <a:endParaRPr>
              <a:solidFill>
                <a:srgbClr val="FFFFFF"/>
              </a:solidFill>
            </a:endParaRPr>
          </a:p>
        </p:txBody>
      </p:sp>
    </p:spTree>
    <p:extLst>
      <p:ext uri="{BB962C8B-B14F-4D97-AF65-F5344CB8AC3E}">
        <p14:creationId xmlns:p14="http://schemas.microsoft.com/office/powerpoint/2010/main" val="1117792489"/>
      </p:ext>
    </p:extLst>
  </p:cSld>
  <p:clrMapOvr>
    <a:masterClrMapping/>
  </p:clrMapOvr>
  <p:transition>
    <p:wipe dir="r"/>
  </p:transition>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p:cSld name="Content | Headline + Sub + Body | White">
    <p:bg>
      <p:bgRef idx="1">
        <a:schemeClr val="bg1"/>
      </p:bgRef>
    </p:bg>
    <p:spTree>
      <p:nvGrpSpPr>
        <p:cNvPr id="1" name=""/>
        <p:cNvGrpSpPr/>
        <p:nvPr/>
      </p:nvGrpSpPr>
      <p:grpSpPr>
        <a:xfrm>
          <a:off x="0" y="0"/>
          <a:ext cx="0" cy="0"/>
          <a:chOff x="0" y="0"/>
          <a:chExt cx="0" cy="0"/>
        </a:xfrm>
      </p:grpSpPr>
      <p:sp>
        <p:nvSpPr>
          <p:cNvPr id="2" name="Text Placeholder 2">
            <a:extLst>
              <a:ext uri="{FF2B5EF4-FFF2-40B4-BE49-F238E27FC236}">
                <a16:creationId xmlns:a16="http://schemas.microsoft.com/office/drawing/2014/main" id="{7E5225AB-9C68-48C0-B481-4F436A3B7308}"/>
              </a:ext>
            </a:extLst>
          </p:cNvPr>
          <p:cNvSpPr>
            <a:spLocks noGrp="1"/>
          </p:cNvSpPr>
          <p:nvPr>
            <p:ph type="body" idx="2" hasCustomPrompt="1"/>
          </p:nvPr>
        </p:nvSpPr>
        <p:spPr>
          <a:xfrm>
            <a:off x="609600" y="1166707"/>
            <a:ext cx="10972800" cy="411740"/>
          </a:xfrm>
          <a:prstGeom prst="rect">
            <a:avLst/>
          </a:prstGeom>
        </p:spPr>
        <p:txBody>
          <a:bodyPr anchor="t">
            <a:normAutofit/>
          </a:bodyPr>
          <a:lstStyle>
            <a:lvl1pPr marL="0" marR="0" indent="0" algn="l" defTabSz="457178" rtl="0" eaLnBrk="1" fontAlgn="auto" latinLnBrk="0" hangingPunct="1">
              <a:lnSpc>
                <a:spcPct val="100000"/>
              </a:lnSpc>
              <a:spcBef>
                <a:spcPct val="20000"/>
              </a:spcBef>
              <a:spcAft>
                <a:spcPts val="0"/>
              </a:spcAft>
              <a:buClr>
                <a:schemeClr val="accent1"/>
              </a:buClr>
              <a:buSzTx/>
              <a:buFont typeface="Arial" panose="020B0604020202020204" pitchFamily="34" charset="0"/>
              <a:buNone/>
              <a:tabLst/>
              <a:defRPr sz="1100" b="0" cap="all" spc="300" baseline="0">
                <a:solidFill>
                  <a:schemeClr val="accent1"/>
                </a:solidFill>
              </a:defRPr>
            </a:lvl1pPr>
            <a:lvl2pPr marL="457178" indent="0">
              <a:buNone/>
              <a:defRPr sz="2000" b="1"/>
            </a:lvl2pPr>
            <a:lvl3pPr marL="914355" indent="0">
              <a:buNone/>
              <a:defRPr sz="1800" b="1"/>
            </a:lvl3pPr>
            <a:lvl4pPr marL="1371532" indent="0">
              <a:buNone/>
              <a:defRPr sz="1600" b="1"/>
            </a:lvl4pPr>
            <a:lvl5pPr marL="1828709" indent="0">
              <a:buNone/>
              <a:defRPr sz="1600" b="1"/>
            </a:lvl5pPr>
            <a:lvl6pPr marL="2285886" indent="0">
              <a:buNone/>
              <a:defRPr sz="1600" b="1"/>
            </a:lvl6pPr>
            <a:lvl7pPr marL="2743064" indent="0">
              <a:buNone/>
              <a:defRPr sz="1600" b="1"/>
            </a:lvl7pPr>
            <a:lvl8pPr marL="3200240" indent="0">
              <a:buNone/>
              <a:defRPr sz="1600" b="1"/>
            </a:lvl8pPr>
            <a:lvl9pPr marL="3657418" indent="0">
              <a:buNone/>
              <a:defRPr sz="1600" b="1"/>
            </a:lvl9pPr>
          </a:lstStyle>
          <a:p>
            <a:pPr marL="0" marR="0" lvl="0" indent="0" algn="l" defTabSz="457178" rtl="0" eaLnBrk="1" fontAlgn="auto" latinLnBrk="0" hangingPunct="1">
              <a:lnSpc>
                <a:spcPct val="100000"/>
              </a:lnSpc>
              <a:spcBef>
                <a:spcPct val="20000"/>
              </a:spcBef>
              <a:spcAft>
                <a:spcPts val="0"/>
              </a:spcAft>
              <a:buClr>
                <a:schemeClr val="accent1"/>
              </a:buClr>
              <a:buSzTx/>
              <a:buFont typeface="Arial" panose="020B0604020202020204" pitchFamily="34" charset="0"/>
              <a:buNone/>
              <a:tabLst/>
              <a:defRPr/>
            </a:pPr>
            <a:r>
              <a:rPr lang="en-US"/>
              <a:t>SUBHEAD HERE. ALL CAPS. TERRA COTTA. 11 PT.</a:t>
            </a:r>
          </a:p>
        </p:txBody>
      </p:sp>
      <p:sp>
        <p:nvSpPr>
          <p:cNvPr id="5" name="Title 4">
            <a:extLst>
              <a:ext uri="{FF2B5EF4-FFF2-40B4-BE49-F238E27FC236}">
                <a16:creationId xmlns:a16="http://schemas.microsoft.com/office/drawing/2014/main" id="{BAFBE7D4-FDCA-0F4E-B63D-291E8DDF9D8B}"/>
              </a:ext>
            </a:extLst>
          </p:cNvPr>
          <p:cNvSpPr>
            <a:spLocks noGrp="1"/>
          </p:cNvSpPr>
          <p:nvPr>
            <p:ph type="title" hasCustomPrompt="1"/>
          </p:nvPr>
        </p:nvSpPr>
        <p:spPr>
          <a:xfrm>
            <a:off x="609600" y="466827"/>
            <a:ext cx="10972800" cy="758500"/>
          </a:xfrm>
        </p:spPr>
        <p:txBody>
          <a:bodyPr/>
          <a:lstStyle>
            <a:lvl1pPr>
              <a:defRPr spc="300" baseline="0"/>
            </a:lvl1pPr>
          </a:lstStyle>
          <a:p>
            <a:r>
              <a:rPr lang="en-US"/>
              <a:t>TITLE HERE. ALL CAPS. BLACK. 24 PT.</a:t>
            </a:r>
          </a:p>
        </p:txBody>
      </p:sp>
      <p:sp>
        <p:nvSpPr>
          <p:cNvPr id="4" name="Content Placeholder 3">
            <a:extLst>
              <a:ext uri="{FF2B5EF4-FFF2-40B4-BE49-F238E27FC236}">
                <a16:creationId xmlns:a16="http://schemas.microsoft.com/office/drawing/2014/main" id="{7948355C-FA3B-4066-92A2-32029C5A1754}"/>
              </a:ext>
            </a:extLst>
          </p:cNvPr>
          <p:cNvSpPr>
            <a:spLocks noGrp="1"/>
          </p:cNvSpPr>
          <p:nvPr>
            <p:ph sz="half" idx="10" hasCustomPrompt="1"/>
          </p:nvPr>
        </p:nvSpPr>
        <p:spPr>
          <a:xfrm>
            <a:off x="609600" y="1682496"/>
            <a:ext cx="10972800" cy="4401760"/>
          </a:xfrm>
          <a:prstGeom prst="rect">
            <a:avLst/>
          </a:prstGeom>
        </p:spPr>
        <p:txBody>
          <a:bodyPr>
            <a:noAutofit/>
          </a:bodyPr>
          <a:lstStyle>
            <a:lvl1pPr marL="233363" indent="-225425">
              <a:buClr>
                <a:schemeClr val="accent1"/>
              </a:buClr>
              <a:buFont typeface="Arial" panose="020B0604020202020204" pitchFamily="34" charset="0"/>
              <a:buChar char="•"/>
              <a:tabLst/>
              <a:defRPr sz="1600" spc="0">
                <a:solidFill>
                  <a:schemeClr val="tx1"/>
                </a:solidFill>
              </a:defRPr>
            </a:lvl1pPr>
            <a:lvl2pPr marL="685800" indent="-225425">
              <a:buClr>
                <a:schemeClr val="accent1"/>
              </a:buClr>
              <a:buFont typeface="Arial" panose="020B0604020202020204" pitchFamily="34" charset="0"/>
              <a:buChar char="•"/>
              <a:tabLst/>
              <a:defRPr sz="1400" spc="0">
                <a:solidFill>
                  <a:schemeClr val="tx1"/>
                </a:solidFill>
              </a:defRPr>
            </a:lvl2pPr>
            <a:lvl3pPr marL="1142944" indent="-228588">
              <a:buClr>
                <a:schemeClr val="accent1"/>
              </a:buClr>
              <a:buFont typeface="Arial" panose="020B0604020202020204" pitchFamily="34" charset="0"/>
              <a:buChar char="•"/>
              <a:defRPr sz="1200" spc="0">
                <a:solidFill>
                  <a:schemeClr val="tx1"/>
                </a:solidFill>
              </a:defRPr>
            </a:lvl3pPr>
            <a:lvl4pPr>
              <a:defRPr sz="1200">
                <a:solidFill>
                  <a:srgbClr val="FFFFFF"/>
                </a:solidFill>
              </a:defRPr>
            </a:lvl4pPr>
            <a:lvl5pPr>
              <a:defRPr sz="1200">
                <a:solidFill>
                  <a:srgbClr val="FFFFFF"/>
                </a:solidFill>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p:txBody>
      </p:sp>
      <p:sp>
        <p:nvSpPr>
          <p:cNvPr id="3" name="Footer Placeholder 2">
            <a:extLst>
              <a:ext uri="{FF2B5EF4-FFF2-40B4-BE49-F238E27FC236}">
                <a16:creationId xmlns:a16="http://schemas.microsoft.com/office/drawing/2014/main" id="{A2FC8824-0868-4FA8-BAE4-101D6897D21C}"/>
              </a:ext>
            </a:extLst>
          </p:cNvPr>
          <p:cNvSpPr>
            <a:spLocks noGrp="1"/>
          </p:cNvSpPr>
          <p:nvPr>
            <p:ph type="ftr" sz="quarter" idx="11"/>
          </p:nvPr>
        </p:nvSpPr>
        <p:spPr/>
        <p:txBody>
          <a:bodyPr/>
          <a:lstStyle>
            <a:lvl1pPr>
              <a:defRPr spc="0"/>
            </a:lvl1pPr>
          </a:lstStyle>
          <a:p>
            <a:pPr algn="r"/>
            <a:r>
              <a:rPr lang="en-US"/>
              <a:t>CS Agentic Development</a:t>
            </a:r>
          </a:p>
        </p:txBody>
      </p:sp>
      <p:sp>
        <p:nvSpPr>
          <p:cNvPr id="6" name="Slide Number Placeholder 5">
            <a:extLst>
              <a:ext uri="{FF2B5EF4-FFF2-40B4-BE49-F238E27FC236}">
                <a16:creationId xmlns:a16="http://schemas.microsoft.com/office/drawing/2014/main" id="{7CE6730C-B129-4981-BDF8-FCCAB3B25DA4}"/>
              </a:ext>
            </a:extLst>
          </p:cNvPr>
          <p:cNvSpPr>
            <a:spLocks noGrp="1"/>
          </p:cNvSpPr>
          <p:nvPr>
            <p:ph type="sldNum" sz="quarter" idx="12"/>
          </p:nvPr>
        </p:nvSpPr>
        <p:spPr/>
        <p:txBody>
          <a:bodyPr/>
          <a:lstStyle>
            <a:lvl1pPr>
              <a:defRPr spc="0"/>
            </a:lvl1pPr>
          </a:lstStyle>
          <a:p>
            <a:fld id="{FC3AA935-0552-4053-AB5F-13160B57B31C}" type="slidenum">
              <a:rPr lang="en-US" smtClean="0"/>
              <a:t>‹#›</a:t>
            </a:fld>
            <a:endParaRPr lang="en-US"/>
          </a:p>
        </p:txBody>
      </p:sp>
    </p:spTree>
    <p:extLst>
      <p:ext uri="{BB962C8B-B14F-4D97-AF65-F5344CB8AC3E}">
        <p14:creationId xmlns:p14="http://schemas.microsoft.com/office/powerpoint/2010/main" val="1868261513"/>
      </p:ext>
    </p:extLst>
  </p:cSld>
  <p:clrMapOvr>
    <a:overrideClrMapping bg1="lt1" tx1="dk1" bg2="lt2" tx2="dk2" accent1="accent1" accent2="accent2" accent3="accent3" accent4="accent4" accent5="accent5" accent6="accent6" hlink="hlink" folHlink="folHlink"/>
  </p:clrMapOvr>
  <p:transition>
    <p:wipe dir="r"/>
  </p:transition>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p:cSld name="Content | Headline + Body | White">
    <p:bg>
      <p:bgRef idx="1001">
        <a:schemeClr val="bg1"/>
      </p:bgRef>
    </p:bg>
    <p:spTree>
      <p:nvGrpSpPr>
        <p:cNvPr id="1" name=""/>
        <p:cNvGrpSpPr/>
        <p:nvPr/>
      </p:nvGrpSpPr>
      <p:grpSpPr>
        <a:xfrm>
          <a:off x="0" y="0"/>
          <a:ext cx="0" cy="0"/>
          <a:chOff x="0" y="0"/>
          <a:chExt cx="0" cy="0"/>
        </a:xfrm>
      </p:grpSpPr>
      <p:sp>
        <p:nvSpPr>
          <p:cNvPr id="10" name="Content Placeholder 3">
            <a:extLst>
              <a:ext uri="{FF2B5EF4-FFF2-40B4-BE49-F238E27FC236}">
                <a16:creationId xmlns:a16="http://schemas.microsoft.com/office/drawing/2014/main" id="{BECF2EFB-1FFD-0640-A59A-CE7F22635474}"/>
              </a:ext>
            </a:extLst>
          </p:cNvPr>
          <p:cNvSpPr>
            <a:spLocks noGrp="1"/>
          </p:cNvSpPr>
          <p:nvPr>
            <p:ph sz="half" idx="2" hasCustomPrompt="1"/>
          </p:nvPr>
        </p:nvSpPr>
        <p:spPr>
          <a:xfrm>
            <a:off x="609600" y="1402078"/>
            <a:ext cx="10972800" cy="4708975"/>
          </a:xfrm>
          <a:prstGeom prst="rect">
            <a:avLst/>
          </a:prstGeom>
        </p:spPr>
        <p:txBody>
          <a:bodyPr>
            <a:noAutofit/>
          </a:bodyPr>
          <a:lstStyle>
            <a:lvl1pPr marL="233363" indent="-225425">
              <a:buClr>
                <a:schemeClr val="accent1"/>
              </a:buClr>
              <a:buFont typeface="Arial" panose="020B0604020202020204" pitchFamily="34" charset="0"/>
              <a:buChar char="•"/>
              <a:tabLst/>
              <a:defRPr sz="1600" spc="0">
                <a:solidFill>
                  <a:schemeClr val="tx1"/>
                </a:solidFill>
              </a:defRPr>
            </a:lvl1pPr>
            <a:lvl2pPr marL="685800" indent="-225425">
              <a:buClr>
                <a:schemeClr val="accent1"/>
              </a:buClr>
              <a:buFont typeface="Arial" panose="020B0604020202020204" pitchFamily="34" charset="0"/>
              <a:buChar char="•"/>
              <a:tabLst/>
              <a:defRPr sz="1400" spc="0">
                <a:solidFill>
                  <a:schemeClr val="tx1"/>
                </a:solidFill>
              </a:defRPr>
            </a:lvl2pPr>
            <a:lvl3pPr marL="1142944" indent="-228588">
              <a:buClr>
                <a:schemeClr val="accent1"/>
              </a:buClr>
              <a:buFont typeface="Arial" panose="020B0604020202020204" pitchFamily="34" charset="0"/>
              <a:buChar char="•"/>
              <a:defRPr sz="1200" spc="0">
                <a:solidFill>
                  <a:schemeClr val="tx1"/>
                </a:solidFill>
              </a:defRPr>
            </a:lvl3pPr>
            <a:lvl4pPr>
              <a:defRPr sz="1200">
                <a:solidFill>
                  <a:srgbClr val="FFFFFF"/>
                </a:solidFill>
              </a:defRPr>
            </a:lvl4pPr>
            <a:lvl5pPr>
              <a:defRPr sz="1200">
                <a:solidFill>
                  <a:srgbClr val="FFFFFF"/>
                </a:solidFill>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p:txBody>
      </p:sp>
      <p:sp>
        <p:nvSpPr>
          <p:cNvPr id="5" name="Title 4">
            <a:extLst>
              <a:ext uri="{FF2B5EF4-FFF2-40B4-BE49-F238E27FC236}">
                <a16:creationId xmlns:a16="http://schemas.microsoft.com/office/drawing/2014/main" id="{A539C789-234B-0041-B311-916160AEFC21}"/>
              </a:ext>
            </a:extLst>
          </p:cNvPr>
          <p:cNvSpPr>
            <a:spLocks noGrp="1"/>
          </p:cNvSpPr>
          <p:nvPr>
            <p:ph type="title" hasCustomPrompt="1"/>
          </p:nvPr>
        </p:nvSpPr>
        <p:spPr/>
        <p:txBody>
          <a:bodyPr/>
          <a:lstStyle>
            <a:lvl1pPr>
              <a:defRPr spc="300" baseline="0"/>
            </a:lvl1pPr>
          </a:lstStyle>
          <a:p>
            <a:r>
              <a:rPr lang="en-US"/>
              <a:t>TITLE HERE. ALL CAPS. BLACK. 24 PT.</a:t>
            </a:r>
          </a:p>
        </p:txBody>
      </p:sp>
      <p:sp>
        <p:nvSpPr>
          <p:cNvPr id="2" name="Footer Placeholder 1">
            <a:extLst>
              <a:ext uri="{FF2B5EF4-FFF2-40B4-BE49-F238E27FC236}">
                <a16:creationId xmlns:a16="http://schemas.microsoft.com/office/drawing/2014/main" id="{99E5EA4B-59AD-415B-8D7A-5804883562D1}"/>
              </a:ext>
            </a:extLst>
          </p:cNvPr>
          <p:cNvSpPr>
            <a:spLocks noGrp="1"/>
          </p:cNvSpPr>
          <p:nvPr>
            <p:ph type="ftr" sz="quarter" idx="10"/>
          </p:nvPr>
        </p:nvSpPr>
        <p:spPr/>
        <p:txBody>
          <a:bodyPr/>
          <a:lstStyle>
            <a:lvl1pPr>
              <a:defRPr spc="0"/>
            </a:lvl1pPr>
          </a:lstStyle>
          <a:p>
            <a:pPr algn="r"/>
            <a:r>
              <a:rPr lang="en-US"/>
              <a:t>CS Agentic Development</a:t>
            </a:r>
          </a:p>
        </p:txBody>
      </p:sp>
      <p:sp>
        <p:nvSpPr>
          <p:cNvPr id="3" name="Slide Number Placeholder 2">
            <a:extLst>
              <a:ext uri="{FF2B5EF4-FFF2-40B4-BE49-F238E27FC236}">
                <a16:creationId xmlns:a16="http://schemas.microsoft.com/office/drawing/2014/main" id="{A66F1E04-0B6C-4B81-9C54-243FC5DE3EB1}"/>
              </a:ext>
            </a:extLst>
          </p:cNvPr>
          <p:cNvSpPr>
            <a:spLocks noGrp="1"/>
          </p:cNvSpPr>
          <p:nvPr>
            <p:ph type="sldNum" sz="quarter" idx="11"/>
          </p:nvPr>
        </p:nvSpPr>
        <p:spPr/>
        <p:txBody>
          <a:bodyPr/>
          <a:lstStyle>
            <a:lvl1pPr>
              <a:defRPr spc="0"/>
            </a:lvl1pPr>
          </a:lstStyle>
          <a:p>
            <a:fld id="{FC3AA935-0552-4053-AB5F-13160B57B31C}" type="slidenum">
              <a:rPr lang="en-US" smtClean="0"/>
              <a:t>‹#›</a:t>
            </a:fld>
            <a:endParaRPr lang="en-US"/>
          </a:p>
        </p:txBody>
      </p:sp>
    </p:spTree>
    <p:extLst>
      <p:ext uri="{BB962C8B-B14F-4D97-AF65-F5344CB8AC3E}">
        <p14:creationId xmlns:p14="http://schemas.microsoft.com/office/powerpoint/2010/main" val="2536080239"/>
      </p:ext>
    </p:extLst>
  </p:cSld>
  <p:clrMapOvr>
    <a:overrideClrMapping bg1="lt1" tx1="dk1" bg2="lt2" tx2="dk2" accent1="accent1" accent2="accent2" accent3="accent3" accent4="accent4" accent5="accent5" accent6="accent6" hlink="hlink" folHlink="folHlink"/>
  </p:clrMapOvr>
  <p:transition>
    <p:wipe dir="r"/>
  </p:transition>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p:cSld name="Content | Headline + Sub | White">
    <p:bg>
      <p:bgRef idx="1001">
        <a:schemeClr val="bg1"/>
      </p:bgRef>
    </p:bg>
    <p:spTree>
      <p:nvGrpSpPr>
        <p:cNvPr id="1" name=""/>
        <p:cNvGrpSpPr/>
        <p:nvPr/>
      </p:nvGrpSpPr>
      <p:grpSpPr>
        <a:xfrm>
          <a:off x="0" y="0"/>
          <a:ext cx="0" cy="0"/>
          <a:chOff x="0" y="0"/>
          <a:chExt cx="0" cy="0"/>
        </a:xfrm>
      </p:grpSpPr>
      <p:sp>
        <p:nvSpPr>
          <p:cNvPr id="5" name="Text Placeholder 2">
            <a:extLst>
              <a:ext uri="{FF2B5EF4-FFF2-40B4-BE49-F238E27FC236}">
                <a16:creationId xmlns:a16="http://schemas.microsoft.com/office/drawing/2014/main" id="{D387E6DC-BC84-4C86-A9DE-0160AC1C9D99}"/>
              </a:ext>
            </a:extLst>
          </p:cNvPr>
          <p:cNvSpPr>
            <a:spLocks noGrp="1"/>
          </p:cNvSpPr>
          <p:nvPr>
            <p:ph type="body" idx="1" hasCustomPrompt="1"/>
          </p:nvPr>
        </p:nvSpPr>
        <p:spPr>
          <a:xfrm>
            <a:off x="609600" y="1166707"/>
            <a:ext cx="10972800" cy="411740"/>
          </a:xfrm>
          <a:prstGeom prst="rect">
            <a:avLst/>
          </a:prstGeom>
        </p:spPr>
        <p:txBody>
          <a:bodyPr anchor="t">
            <a:normAutofit/>
          </a:bodyPr>
          <a:lstStyle>
            <a:lvl1pPr marL="0" marR="0" indent="0" algn="l" defTabSz="457178" rtl="0" eaLnBrk="1" fontAlgn="auto" latinLnBrk="0" hangingPunct="1">
              <a:lnSpc>
                <a:spcPct val="100000"/>
              </a:lnSpc>
              <a:spcBef>
                <a:spcPct val="20000"/>
              </a:spcBef>
              <a:spcAft>
                <a:spcPts val="0"/>
              </a:spcAft>
              <a:buClr>
                <a:schemeClr val="accent1"/>
              </a:buClr>
              <a:buSzTx/>
              <a:buFont typeface="Arial" panose="020B0604020202020204" pitchFamily="34" charset="0"/>
              <a:buNone/>
              <a:tabLst/>
              <a:defRPr sz="1100" b="0" cap="all" spc="300" baseline="0">
                <a:solidFill>
                  <a:schemeClr val="accent1"/>
                </a:solidFill>
              </a:defRPr>
            </a:lvl1pPr>
            <a:lvl2pPr marL="457178" indent="0">
              <a:buNone/>
              <a:defRPr sz="2000" b="1"/>
            </a:lvl2pPr>
            <a:lvl3pPr marL="914355" indent="0">
              <a:buNone/>
              <a:defRPr sz="1800" b="1"/>
            </a:lvl3pPr>
            <a:lvl4pPr marL="1371532" indent="0">
              <a:buNone/>
              <a:defRPr sz="1600" b="1"/>
            </a:lvl4pPr>
            <a:lvl5pPr marL="1828709" indent="0">
              <a:buNone/>
              <a:defRPr sz="1600" b="1"/>
            </a:lvl5pPr>
            <a:lvl6pPr marL="2285886" indent="0">
              <a:buNone/>
              <a:defRPr sz="1600" b="1"/>
            </a:lvl6pPr>
            <a:lvl7pPr marL="2743064" indent="0">
              <a:buNone/>
              <a:defRPr sz="1600" b="1"/>
            </a:lvl7pPr>
            <a:lvl8pPr marL="3200240" indent="0">
              <a:buNone/>
              <a:defRPr sz="1600" b="1"/>
            </a:lvl8pPr>
            <a:lvl9pPr marL="3657418" indent="0">
              <a:buNone/>
              <a:defRPr sz="1600" b="1"/>
            </a:lvl9pPr>
          </a:lstStyle>
          <a:p>
            <a:pPr marL="0" marR="0" lvl="0" indent="0" algn="l" defTabSz="457178" rtl="0" eaLnBrk="1" fontAlgn="auto" latinLnBrk="0" hangingPunct="1">
              <a:lnSpc>
                <a:spcPct val="100000"/>
              </a:lnSpc>
              <a:spcBef>
                <a:spcPct val="20000"/>
              </a:spcBef>
              <a:spcAft>
                <a:spcPts val="0"/>
              </a:spcAft>
              <a:buClr>
                <a:schemeClr val="accent1"/>
              </a:buClr>
              <a:buSzTx/>
              <a:buFont typeface="Arial" panose="020B0604020202020204" pitchFamily="34" charset="0"/>
              <a:buNone/>
              <a:tabLst/>
              <a:defRPr/>
            </a:pPr>
            <a:r>
              <a:rPr lang="en-US"/>
              <a:t>SUBHEAD HERE. ALL CAPS. TERRA COTTA. 11 PT.</a:t>
            </a:r>
          </a:p>
        </p:txBody>
      </p:sp>
      <p:sp>
        <p:nvSpPr>
          <p:cNvPr id="4" name="Title 3">
            <a:extLst>
              <a:ext uri="{FF2B5EF4-FFF2-40B4-BE49-F238E27FC236}">
                <a16:creationId xmlns:a16="http://schemas.microsoft.com/office/drawing/2014/main" id="{EE33CA67-2743-BE45-A4E6-B088ACBBAB8E}"/>
              </a:ext>
            </a:extLst>
          </p:cNvPr>
          <p:cNvSpPr>
            <a:spLocks noGrp="1"/>
          </p:cNvSpPr>
          <p:nvPr>
            <p:ph type="title" hasCustomPrompt="1"/>
          </p:nvPr>
        </p:nvSpPr>
        <p:spPr/>
        <p:txBody>
          <a:bodyPr/>
          <a:lstStyle>
            <a:lvl1pPr>
              <a:defRPr spc="300" baseline="0"/>
            </a:lvl1pPr>
          </a:lstStyle>
          <a:p>
            <a:r>
              <a:rPr lang="en-US"/>
              <a:t>TITLE HERE. ALL CAPS. Black. 24 PT.</a:t>
            </a:r>
          </a:p>
        </p:txBody>
      </p:sp>
      <p:sp>
        <p:nvSpPr>
          <p:cNvPr id="2" name="Footer Placeholder 1">
            <a:extLst>
              <a:ext uri="{FF2B5EF4-FFF2-40B4-BE49-F238E27FC236}">
                <a16:creationId xmlns:a16="http://schemas.microsoft.com/office/drawing/2014/main" id="{FDAD5D2E-A2AC-4899-90EB-41A4D9D5211C}"/>
              </a:ext>
            </a:extLst>
          </p:cNvPr>
          <p:cNvSpPr>
            <a:spLocks noGrp="1"/>
          </p:cNvSpPr>
          <p:nvPr>
            <p:ph type="ftr" sz="quarter" idx="10"/>
          </p:nvPr>
        </p:nvSpPr>
        <p:spPr/>
        <p:txBody>
          <a:bodyPr/>
          <a:lstStyle>
            <a:lvl1pPr>
              <a:defRPr spc="0"/>
            </a:lvl1pPr>
          </a:lstStyle>
          <a:p>
            <a:pPr algn="r"/>
            <a:r>
              <a:rPr lang="en-US"/>
              <a:t>CS Agentic Development</a:t>
            </a:r>
          </a:p>
        </p:txBody>
      </p:sp>
      <p:sp>
        <p:nvSpPr>
          <p:cNvPr id="3" name="Slide Number Placeholder 2">
            <a:extLst>
              <a:ext uri="{FF2B5EF4-FFF2-40B4-BE49-F238E27FC236}">
                <a16:creationId xmlns:a16="http://schemas.microsoft.com/office/drawing/2014/main" id="{A43E2829-C632-4D45-94B3-B004173EEE88}"/>
              </a:ext>
            </a:extLst>
          </p:cNvPr>
          <p:cNvSpPr>
            <a:spLocks noGrp="1"/>
          </p:cNvSpPr>
          <p:nvPr>
            <p:ph type="sldNum" sz="quarter" idx="11"/>
          </p:nvPr>
        </p:nvSpPr>
        <p:spPr/>
        <p:txBody>
          <a:bodyPr/>
          <a:lstStyle>
            <a:lvl1pPr>
              <a:defRPr spc="0"/>
            </a:lvl1pPr>
          </a:lstStyle>
          <a:p>
            <a:fld id="{FC3AA935-0552-4053-AB5F-13160B57B31C}" type="slidenum">
              <a:rPr lang="en-US" smtClean="0"/>
              <a:t>‹#›</a:t>
            </a:fld>
            <a:endParaRPr lang="en-US"/>
          </a:p>
        </p:txBody>
      </p:sp>
    </p:spTree>
    <p:extLst>
      <p:ext uri="{BB962C8B-B14F-4D97-AF65-F5344CB8AC3E}">
        <p14:creationId xmlns:p14="http://schemas.microsoft.com/office/powerpoint/2010/main" val="526394303"/>
      </p:ext>
    </p:extLst>
  </p:cSld>
  <p:clrMapOvr>
    <a:overrideClrMapping bg1="lt1" tx1="dk1" bg2="lt2" tx2="dk2" accent1="accent1" accent2="accent2" accent3="accent3" accent4="accent4" accent5="accent5" accent6="accent6" hlink="hlink" folHlink="folHlink"/>
  </p:clrMapOvr>
  <p:transition>
    <p:wipe dir="r"/>
  </p:transition>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p:cSld name="Content | Headline | White">
    <p:bg>
      <p:bgRef idx="1001">
        <a:schemeClr val="bg1"/>
      </p:bgRef>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7D42A82-65F5-9643-8C5E-E126C1F2FFB1}"/>
              </a:ext>
            </a:extLst>
          </p:cNvPr>
          <p:cNvSpPr>
            <a:spLocks noGrp="1"/>
          </p:cNvSpPr>
          <p:nvPr>
            <p:ph type="title" hasCustomPrompt="1"/>
          </p:nvPr>
        </p:nvSpPr>
        <p:spPr/>
        <p:txBody>
          <a:bodyPr/>
          <a:lstStyle>
            <a:lvl1pPr>
              <a:defRPr spc="300" baseline="0"/>
            </a:lvl1pPr>
          </a:lstStyle>
          <a:p>
            <a:r>
              <a:rPr lang="en-US"/>
              <a:t>TITLE HERE. ALL CAPS. Black. 24 PT.</a:t>
            </a:r>
          </a:p>
        </p:txBody>
      </p:sp>
      <p:sp>
        <p:nvSpPr>
          <p:cNvPr id="2" name="Footer Placeholder 1">
            <a:extLst>
              <a:ext uri="{FF2B5EF4-FFF2-40B4-BE49-F238E27FC236}">
                <a16:creationId xmlns:a16="http://schemas.microsoft.com/office/drawing/2014/main" id="{C385A6D3-BFB1-4C67-96C5-155EB52E9927}"/>
              </a:ext>
            </a:extLst>
          </p:cNvPr>
          <p:cNvSpPr>
            <a:spLocks noGrp="1"/>
          </p:cNvSpPr>
          <p:nvPr>
            <p:ph type="ftr" sz="quarter" idx="10"/>
          </p:nvPr>
        </p:nvSpPr>
        <p:spPr/>
        <p:txBody>
          <a:bodyPr/>
          <a:lstStyle>
            <a:lvl1pPr>
              <a:defRPr spc="0"/>
            </a:lvl1pPr>
          </a:lstStyle>
          <a:p>
            <a:pPr algn="r"/>
            <a:r>
              <a:rPr lang="en-US"/>
              <a:t>CS Agentic Development</a:t>
            </a:r>
          </a:p>
        </p:txBody>
      </p:sp>
      <p:sp>
        <p:nvSpPr>
          <p:cNvPr id="3" name="Slide Number Placeholder 2">
            <a:extLst>
              <a:ext uri="{FF2B5EF4-FFF2-40B4-BE49-F238E27FC236}">
                <a16:creationId xmlns:a16="http://schemas.microsoft.com/office/drawing/2014/main" id="{834C15CF-47DB-495F-9FCC-9F29980C5D44}"/>
              </a:ext>
            </a:extLst>
          </p:cNvPr>
          <p:cNvSpPr>
            <a:spLocks noGrp="1"/>
          </p:cNvSpPr>
          <p:nvPr>
            <p:ph type="sldNum" sz="quarter" idx="11"/>
          </p:nvPr>
        </p:nvSpPr>
        <p:spPr/>
        <p:txBody>
          <a:bodyPr/>
          <a:lstStyle>
            <a:lvl1pPr>
              <a:defRPr spc="0"/>
            </a:lvl1pPr>
          </a:lstStyle>
          <a:p>
            <a:fld id="{FC3AA935-0552-4053-AB5F-13160B57B31C}" type="slidenum">
              <a:rPr lang="en-US" smtClean="0"/>
              <a:t>‹#›</a:t>
            </a:fld>
            <a:endParaRPr lang="en-US"/>
          </a:p>
        </p:txBody>
      </p:sp>
    </p:spTree>
    <p:extLst>
      <p:ext uri="{BB962C8B-B14F-4D97-AF65-F5344CB8AC3E}">
        <p14:creationId xmlns:p14="http://schemas.microsoft.com/office/powerpoint/2010/main" val="2984684748"/>
      </p:ext>
    </p:extLst>
  </p:cSld>
  <p:clrMapOvr>
    <a:overrideClrMapping bg1="lt1" tx1="dk1" bg2="lt2" tx2="dk2" accent1="accent1" accent2="accent2" accent3="accent3" accent4="accent4" accent5="accent5" accent6="accent6" hlink="hlink" folHlink="folHlink"/>
  </p:clrMapOvr>
  <p:transition>
    <p:wipe dir="r"/>
  </p:transition>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p:cSld name="Content | 3 Collage + Sub | White ">
    <p:bg>
      <p:bgPr>
        <a:solidFill>
          <a:schemeClr val="bg1"/>
        </a:solidFill>
        <a:effectLst/>
      </p:bgPr>
    </p:bg>
    <p:spTree>
      <p:nvGrpSpPr>
        <p:cNvPr id="1" name=""/>
        <p:cNvGrpSpPr/>
        <p:nvPr/>
      </p:nvGrpSpPr>
      <p:grpSpPr>
        <a:xfrm>
          <a:off x="0" y="0"/>
          <a:ext cx="0" cy="0"/>
          <a:chOff x="0" y="0"/>
          <a:chExt cx="0" cy="0"/>
        </a:xfrm>
      </p:grpSpPr>
      <p:sp>
        <p:nvSpPr>
          <p:cNvPr id="7" name="Text Placeholder 2">
            <a:extLst>
              <a:ext uri="{FF2B5EF4-FFF2-40B4-BE49-F238E27FC236}">
                <a16:creationId xmlns:a16="http://schemas.microsoft.com/office/drawing/2014/main" id="{845A6B3B-BED3-47B7-ABC7-94D4715C5117}"/>
              </a:ext>
            </a:extLst>
          </p:cNvPr>
          <p:cNvSpPr>
            <a:spLocks noGrp="1"/>
          </p:cNvSpPr>
          <p:nvPr>
            <p:ph type="body" idx="1" hasCustomPrompt="1"/>
          </p:nvPr>
        </p:nvSpPr>
        <p:spPr>
          <a:xfrm>
            <a:off x="609600" y="1166707"/>
            <a:ext cx="10972800" cy="411740"/>
          </a:xfrm>
          <a:prstGeom prst="rect">
            <a:avLst/>
          </a:prstGeom>
        </p:spPr>
        <p:txBody>
          <a:bodyPr anchor="t">
            <a:normAutofit/>
          </a:bodyPr>
          <a:lstStyle>
            <a:lvl1pPr marL="0" marR="0" indent="0" algn="l" defTabSz="457178" rtl="0" eaLnBrk="1" fontAlgn="auto" latinLnBrk="0" hangingPunct="1">
              <a:lnSpc>
                <a:spcPct val="100000"/>
              </a:lnSpc>
              <a:spcBef>
                <a:spcPct val="20000"/>
              </a:spcBef>
              <a:spcAft>
                <a:spcPts val="0"/>
              </a:spcAft>
              <a:buClr>
                <a:schemeClr val="accent1"/>
              </a:buClr>
              <a:buSzTx/>
              <a:buFont typeface="Arial" panose="020B0604020202020204" pitchFamily="34" charset="0"/>
              <a:buNone/>
              <a:tabLst/>
              <a:defRPr sz="1100" b="0" cap="all" spc="300" baseline="0">
                <a:solidFill>
                  <a:schemeClr val="accent1"/>
                </a:solidFill>
              </a:defRPr>
            </a:lvl1pPr>
            <a:lvl2pPr marL="457178" indent="0">
              <a:buNone/>
              <a:defRPr sz="2000" b="1"/>
            </a:lvl2pPr>
            <a:lvl3pPr marL="914355" indent="0">
              <a:buNone/>
              <a:defRPr sz="1800" b="1"/>
            </a:lvl3pPr>
            <a:lvl4pPr marL="1371532" indent="0">
              <a:buNone/>
              <a:defRPr sz="1600" b="1"/>
            </a:lvl4pPr>
            <a:lvl5pPr marL="1828709" indent="0">
              <a:buNone/>
              <a:defRPr sz="1600" b="1"/>
            </a:lvl5pPr>
            <a:lvl6pPr marL="2285886" indent="0">
              <a:buNone/>
              <a:defRPr sz="1600" b="1"/>
            </a:lvl6pPr>
            <a:lvl7pPr marL="2743064" indent="0">
              <a:buNone/>
              <a:defRPr sz="1600" b="1"/>
            </a:lvl7pPr>
            <a:lvl8pPr marL="3200240" indent="0">
              <a:buNone/>
              <a:defRPr sz="1600" b="1"/>
            </a:lvl8pPr>
            <a:lvl9pPr marL="3657418" indent="0">
              <a:buNone/>
              <a:defRPr sz="1600" b="1"/>
            </a:lvl9pPr>
          </a:lstStyle>
          <a:p>
            <a:pPr marL="0" marR="0" lvl="0" indent="0" algn="l" defTabSz="457178" rtl="0" eaLnBrk="1" fontAlgn="auto" latinLnBrk="0" hangingPunct="1">
              <a:lnSpc>
                <a:spcPct val="100000"/>
              </a:lnSpc>
              <a:spcBef>
                <a:spcPct val="20000"/>
              </a:spcBef>
              <a:spcAft>
                <a:spcPts val="0"/>
              </a:spcAft>
              <a:buClr>
                <a:schemeClr val="accent1"/>
              </a:buClr>
              <a:buSzTx/>
              <a:buFont typeface="Arial" panose="020B0604020202020204" pitchFamily="34" charset="0"/>
              <a:buNone/>
              <a:tabLst/>
              <a:defRPr/>
            </a:pPr>
            <a:r>
              <a:rPr lang="en-US"/>
              <a:t>SUBHEAD HERE. ALL CAPS. TERRA COTTA. 11 PT.</a:t>
            </a:r>
          </a:p>
        </p:txBody>
      </p:sp>
      <p:sp>
        <p:nvSpPr>
          <p:cNvPr id="4" name="Title 3">
            <a:extLst>
              <a:ext uri="{FF2B5EF4-FFF2-40B4-BE49-F238E27FC236}">
                <a16:creationId xmlns:a16="http://schemas.microsoft.com/office/drawing/2014/main" id="{1CAFF837-9556-424F-BF3B-DC25B3885715}"/>
              </a:ext>
            </a:extLst>
          </p:cNvPr>
          <p:cNvSpPr>
            <a:spLocks noGrp="1"/>
          </p:cNvSpPr>
          <p:nvPr>
            <p:ph type="title" hasCustomPrompt="1"/>
          </p:nvPr>
        </p:nvSpPr>
        <p:spPr/>
        <p:txBody>
          <a:bodyPr/>
          <a:lstStyle>
            <a:lvl1pPr>
              <a:defRPr spc="300" baseline="0"/>
            </a:lvl1pPr>
          </a:lstStyle>
          <a:p>
            <a:r>
              <a:rPr lang="en-US"/>
              <a:t>TITLE HERE. ALL CAPS. BLACK. 24 PT.</a:t>
            </a:r>
          </a:p>
        </p:txBody>
      </p:sp>
      <p:sp>
        <p:nvSpPr>
          <p:cNvPr id="2" name="Footer Placeholder 1">
            <a:extLst>
              <a:ext uri="{FF2B5EF4-FFF2-40B4-BE49-F238E27FC236}">
                <a16:creationId xmlns:a16="http://schemas.microsoft.com/office/drawing/2014/main" id="{F0F5C344-815E-4E6C-A632-35A2661C7C86}"/>
              </a:ext>
            </a:extLst>
          </p:cNvPr>
          <p:cNvSpPr>
            <a:spLocks noGrp="1"/>
          </p:cNvSpPr>
          <p:nvPr>
            <p:ph type="ftr" sz="quarter" idx="18"/>
          </p:nvPr>
        </p:nvSpPr>
        <p:spPr/>
        <p:txBody>
          <a:bodyPr/>
          <a:lstStyle>
            <a:lvl1pPr>
              <a:defRPr spc="0"/>
            </a:lvl1pPr>
          </a:lstStyle>
          <a:p>
            <a:pPr algn="r"/>
            <a:r>
              <a:rPr lang="en-US"/>
              <a:t>CS Agentic Development</a:t>
            </a:r>
          </a:p>
        </p:txBody>
      </p:sp>
      <p:sp>
        <p:nvSpPr>
          <p:cNvPr id="9" name="Picture Placeholder 3">
            <a:extLst>
              <a:ext uri="{FF2B5EF4-FFF2-40B4-BE49-F238E27FC236}">
                <a16:creationId xmlns:a16="http://schemas.microsoft.com/office/drawing/2014/main" id="{EFF72F07-E416-4EC9-BFB1-4C53521819A2}"/>
              </a:ext>
            </a:extLst>
          </p:cNvPr>
          <p:cNvSpPr>
            <a:spLocks noGrp="1"/>
          </p:cNvSpPr>
          <p:nvPr>
            <p:ph type="pic" sz="quarter" idx="10" hasCustomPrompt="1"/>
          </p:nvPr>
        </p:nvSpPr>
        <p:spPr>
          <a:xfrm>
            <a:off x="0" y="1973738"/>
            <a:ext cx="4145280" cy="913107"/>
          </a:xfrm>
          <a:prstGeom prst="rect">
            <a:avLst/>
          </a:prstGeom>
          <a:ln>
            <a:solidFill>
              <a:schemeClr val="bg1"/>
            </a:solidFill>
          </a:ln>
        </p:spPr>
        <p:txBody>
          <a:bodyPr anchor="ctr"/>
          <a:lstStyle>
            <a:lvl1pPr marL="0" indent="0" algn="ctr">
              <a:buNone/>
              <a:defRPr spc="0"/>
            </a:lvl1pPr>
          </a:lstStyle>
          <a:p>
            <a:r>
              <a:rPr lang="en-US"/>
              <a:t>INSERT PHOTO HERE</a:t>
            </a:r>
          </a:p>
        </p:txBody>
      </p:sp>
      <p:sp>
        <p:nvSpPr>
          <p:cNvPr id="10" name="Picture Placeholder 3">
            <a:extLst>
              <a:ext uri="{FF2B5EF4-FFF2-40B4-BE49-F238E27FC236}">
                <a16:creationId xmlns:a16="http://schemas.microsoft.com/office/drawing/2014/main" id="{B604ED8E-155F-4A46-8432-A06E849BF6DE}"/>
              </a:ext>
            </a:extLst>
          </p:cNvPr>
          <p:cNvSpPr>
            <a:spLocks noGrp="1"/>
          </p:cNvSpPr>
          <p:nvPr>
            <p:ph type="pic" sz="quarter" idx="14" hasCustomPrompt="1"/>
          </p:nvPr>
        </p:nvSpPr>
        <p:spPr>
          <a:xfrm>
            <a:off x="4130412" y="1973737"/>
            <a:ext cx="8046720" cy="3717557"/>
          </a:xfrm>
          <a:prstGeom prst="rect">
            <a:avLst/>
          </a:prstGeom>
          <a:ln>
            <a:solidFill>
              <a:schemeClr val="bg1"/>
            </a:solidFill>
          </a:ln>
        </p:spPr>
        <p:txBody>
          <a:bodyPr anchor="ctr"/>
          <a:lstStyle>
            <a:lvl1pPr marL="0" indent="0" algn="ctr">
              <a:buNone/>
              <a:defRPr spc="0"/>
            </a:lvl1pPr>
          </a:lstStyle>
          <a:p>
            <a:r>
              <a:rPr lang="en-US"/>
              <a:t>INSERT PHOTO HERE</a:t>
            </a:r>
          </a:p>
        </p:txBody>
      </p:sp>
      <p:sp>
        <p:nvSpPr>
          <p:cNvPr id="11" name="Picture Placeholder 3">
            <a:extLst>
              <a:ext uri="{FF2B5EF4-FFF2-40B4-BE49-F238E27FC236}">
                <a16:creationId xmlns:a16="http://schemas.microsoft.com/office/drawing/2014/main" id="{B83E9807-3886-4F79-9EE8-B285427DC91C}"/>
              </a:ext>
            </a:extLst>
          </p:cNvPr>
          <p:cNvSpPr>
            <a:spLocks noGrp="1"/>
          </p:cNvSpPr>
          <p:nvPr>
            <p:ph type="pic" sz="quarter" idx="17" hasCustomPrompt="1"/>
          </p:nvPr>
        </p:nvSpPr>
        <p:spPr>
          <a:xfrm>
            <a:off x="0" y="2886846"/>
            <a:ext cx="4145280" cy="2804449"/>
          </a:xfrm>
          <a:prstGeom prst="rect">
            <a:avLst/>
          </a:prstGeom>
          <a:ln>
            <a:solidFill>
              <a:schemeClr val="bg1"/>
            </a:solidFill>
          </a:ln>
        </p:spPr>
        <p:txBody>
          <a:bodyPr anchor="ctr"/>
          <a:lstStyle>
            <a:lvl1pPr marL="0" indent="0" algn="ctr">
              <a:buNone/>
              <a:defRPr spc="0"/>
            </a:lvl1pPr>
          </a:lstStyle>
          <a:p>
            <a:r>
              <a:rPr lang="en-US"/>
              <a:t>INSERT PHOTO HERE</a:t>
            </a:r>
          </a:p>
        </p:txBody>
      </p:sp>
      <p:sp>
        <p:nvSpPr>
          <p:cNvPr id="3" name="Slide Number Placeholder 2">
            <a:extLst>
              <a:ext uri="{FF2B5EF4-FFF2-40B4-BE49-F238E27FC236}">
                <a16:creationId xmlns:a16="http://schemas.microsoft.com/office/drawing/2014/main" id="{EFEC55EE-56F3-4C86-AA4D-E940CBB8B9F7}"/>
              </a:ext>
            </a:extLst>
          </p:cNvPr>
          <p:cNvSpPr>
            <a:spLocks noGrp="1"/>
          </p:cNvSpPr>
          <p:nvPr>
            <p:ph type="sldNum" sz="quarter" idx="19"/>
          </p:nvPr>
        </p:nvSpPr>
        <p:spPr/>
        <p:txBody>
          <a:bodyPr/>
          <a:lstStyle>
            <a:lvl1pPr>
              <a:defRPr spc="0"/>
            </a:lvl1pPr>
          </a:lstStyle>
          <a:p>
            <a:fld id="{FC3AA935-0552-4053-AB5F-13160B57B31C}" type="slidenum">
              <a:rPr lang="en-US" smtClean="0"/>
              <a:t>‹#›</a:t>
            </a:fld>
            <a:endParaRPr lang="en-US"/>
          </a:p>
        </p:txBody>
      </p:sp>
    </p:spTree>
    <p:extLst>
      <p:ext uri="{BB962C8B-B14F-4D97-AF65-F5344CB8AC3E}">
        <p14:creationId xmlns:p14="http://schemas.microsoft.com/office/powerpoint/2010/main" val="1576393551"/>
      </p:ext>
    </p:extLst>
  </p:cSld>
  <p:clrMapOvr>
    <a:overrideClrMapping bg1="lt1" tx1="dk1" bg2="lt2" tx2="dk2" accent1="accent1" accent2="accent2" accent3="accent3" accent4="accent4" accent5="accent5" accent6="accent6" hlink="hlink" folHlink="folHlink"/>
  </p:clrMapOvr>
  <p:transition>
    <p:wipe dir="r"/>
  </p:transition>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p:cSld name="Content | 3 Collage | White ">
    <p:bg>
      <p:bgPr>
        <a:solidFill>
          <a:schemeClr val="bg1"/>
        </a:soli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2A98B6A-953C-CB4D-B187-26021C9C7CD2}"/>
              </a:ext>
            </a:extLst>
          </p:cNvPr>
          <p:cNvSpPr>
            <a:spLocks noGrp="1"/>
          </p:cNvSpPr>
          <p:nvPr>
            <p:ph type="title" hasCustomPrompt="1"/>
          </p:nvPr>
        </p:nvSpPr>
        <p:spPr/>
        <p:txBody>
          <a:bodyPr/>
          <a:lstStyle>
            <a:lvl1pPr>
              <a:defRPr spc="300" baseline="0"/>
            </a:lvl1pPr>
          </a:lstStyle>
          <a:p>
            <a:r>
              <a:rPr lang="en-US"/>
              <a:t>TITLE HERE. ALL CAPS. BLACK. 24 PT.</a:t>
            </a:r>
          </a:p>
        </p:txBody>
      </p:sp>
      <p:sp>
        <p:nvSpPr>
          <p:cNvPr id="2" name="Footer Placeholder 1">
            <a:extLst>
              <a:ext uri="{FF2B5EF4-FFF2-40B4-BE49-F238E27FC236}">
                <a16:creationId xmlns:a16="http://schemas.microsoft.com/office/drawing/2014/main" id="{C595D5D8-5FFC-44B7-B3F9-A60157051E28}"/>
              </a:ext>
            </a:extLst>
          </p:cNvPr>
          <p:cNvSpPr>
            <a:spLocks noGrp="1"/>
          </p:cNvSpPr>
          <p:nvPr>
            <p:ph type="ftr" sz="quarter" idx="18"/>
          </p:nvPr>
        </p:nvSpPr>
        <p:spPr/>
        <p:txBody>
          <a:bodyPr/>
          <a:lstStyle>
            <a:lvl1pPr>
              <a:defRPr spc="0"/>
            </a:lvl1pPr>
          </a:lstStyle>
          <a:p>
            <a:pPr algn="r"/>
            <a:r>
              <a:rPr lang="en-US"/>
              <a:t>CS Agentic Development</a:t>
            </a:r>
          </a:p>
        </p:txBody>
      </p:sp>
      <p:sp>
        <p:nvSpPr>
          <p:cNvPr id="8" name="Picture Placeholder 3">
            <a:extLst>
              <a:ext uri="{FF2B5EF4-FFF2-40B4-BE49-F238E27FC236}">
                <a16:creationId xmlns:a16="http://schemas.microsoft.com/office/drawing/2014/main" id="{B9372DE6-DCF8-476C-A783-0468C556516F}"/>
              </a:ext>
            </a:extLst>
          </p:cNvPr>
          <p:cNvSpPr>
            <a:spLocks noGrp="1"/>
          </p:cNvSpPr>
          <p:nvPr>
            <p:ph type="pic" sz="quarter" idx="10" hasCustomPrompt="1"/>
          </p:nvPr>
        </p:nvSpPr>
        <p:spPr>
          <a:xfrm>
            <a:off x="0" y="1552919"/>
            <a:ext cx="4145280" cy="1221812"/>
          </a:xfrm>
          <a:prstGeom prst="rect">
            <a:avLst/>
          </a:prstGeom>
          <a:ln>
            <a:solidFill>
              <a:schemeClr val="bg1"/>
            </a:solidFill>
          </a:ln>
        </p:spPr>
        <p:txBody>
          <a:bodyPr anchor="ctr"/>
          <a:lstStyle>
            <a:lvl1pPr marL="0" indent="0" algn="ctr">
              <a:buNone/>
              <a:defRPr spc="0"/>
            </a:lvl1pPr>
          </a:lstStyle>
          <a:p>
            <a:r>
              <a:rPr lang="en-US"/>
              <a:t>INSERT PHOTO HERE</a:t>
            </a:r>
          </a:p>
        </p:txBody>
      </p:sp>
      <p:sp>
        <p:nvSpPr>
          <p:cNvPr id="9" name="Picture Placeholder 3">
            <a:extLst>
              <a:ext uri="{FF2B5EF4-FFF2-40B4-BE49-F238E27FC236}">
                <a16:creationId xmlns:a16="http://schemas.microsoft.com/office/drawing/2014/main" id="{A05D7251-2D12-4ED9-B64E-0883A8600CE4}"/>
              </a:ext>
            </a:extLst>
          </p:cNvPr>
          <p:cNvSpPr>
            <a:spLocks noGrp="1"/>
          </p:cNvSpPr>
          <p:nvPr>
            <p:ph type="pic" sz="quarter" idx="16" hasCustomPrompt="1"/>
          </p:nvPr>
        </p:nvSpPr>
        <p:spPr>
          <a:xfrm>
            <a:off x="4130412" y="1555531"/>
            <a:ext cx="8046720" cy="4081300"/>
          </a:xfrm>
          <a:prstGeom prst="rect">
            <a:avLst/>
          </a:prstGeom>
          <a:ln>
            <a:solidFill>
              <a:schemeClr val="bg1"/>
            </a:solidFill>
          </a:ln>
        </p:spPr>
        <p:txBody>
          <a:bodyPr anchor="ctr"/>
          <a:lstStyle>
            <a:lvl1pPr marL="0" indent="0" algn="ctr">
              <a:buNone/>
              <a:defRPr spc="0"/>
            </a:lvl1pPr>
          </a:lstStyle>
          <a:p>
            <a:r>
              <a:rPr lang="en-US"/>
              <a:t>INSERT PHOTO HERE</a:t>
            </a:r>
          </a:p>
        </p:txBody>
      </p:sp>
      <p:sp>
        <p:nvSpPr>
          <p:cNvPr id="10" name="Picture Placeholder 3">
            <a:extLst>
              <a:ext uri="{FF2B5EF4-FFF2-40B4-BE49-F238E27FC236}">
                <a16:creationId xmlns:a16="http://schemas.microsoft.com/office/drawing/2014/main" id="{A891B195-2B7F-4952-BE48-9C09438F1A3D}"/>
              </a:ext>
            </a:extLst>
          </p:cNvPr>
          <p:cNvSpPr>
            <a:spLocks noGrp="1"/>
          </p:cNvSpPr>
          <p:nvPr>
            <p:ph type="pic" sz="quarter" idx="17" hasCustomPrompt="1"/>
          </p:nvPr>
        </p:nvSpPr>
        <p:spPr>
          <a:xfrm>
            <a:off x="0" y="2774731"/>
            <a:ext cx="4145280" cy="2862100"/>
          </a:xfrm>
          <a:prstGeom prst="rect">
            <a:avLst/>
          </a:prstGeom>
          <a:ln>
            <a:solidFill>
              <a:schemeClr val="bg1"/>
            </a:solidFill>
          </a:ln>
        </p:spPr>
        <p:txBody>
          <a:bodyPr anchor="ctr"/>
          <a:lstStyle>
            <a:lvl1pPr marL="0" indent="0" algn="ctr">
              <a:buNone/>
              <a:defRPr spc="0"/>
            </a:lvl1pPr>
          </a:lstStyle>
          <a:p>
            <a:r>
              <a:rPr lang="en-US"/>
              <a:t>INSERT PHOTO HERE</a:t>
            </a:r>
          </a:p>
        </p:txBody>
      </p:sp>
      <p:sp>
        <p:nvSpPr>
          <p:cNvPr id="3" name="Slide Number Placeholder 2">
            <a:extLst>
              <a:ext uri="{FF2B5EF4-FFF2-40B4-BE49-F238E27FC236}">
                <a16:creationId xmlns:a16="http://schemas.microsoft.com/office/drawing/2014/main" id="{FD13834E-16A5-4F30-87AB-A27ECFD0766B}"/>
              </a:ext>
            </a:extLst>
          </p:cNvPr>
          <p:cNvSpPr>
            <a:spLocks noGrp="1"/>
          </p:cNvSpPr>
          <p:nvPr>
            <p:ph type="sldNum" sz="quarter" idx="19"/>
          </p:nvPr>
        </p:nvSpPr>
        <p:spPr/>
        <p:txBody>
          <a:bodyPr/>
          <a:lstStyle>
            <a:lvl1pPr>
              <a:defRPr spc="0"/>
            </a:lvl1pPr>
          </a:lstStyle>
          <a:p>
            <a:fld id="{FC3AA935-0552-4053-AB5F-13160B57B31C}" type="slidenum">
              <a:rPr lang="en-US" smtClean="0"/>
              <a:t>‹#›</a:t>
            </a:fld>
            <a:endParaRPr lang="en-US"/>
          </a:p>
        </p:txBody>
      </p:sp>
    </p:spTree>
    <p:extLst>
      <p:ext uri="{BB962C8B-B14F-4D97-AF65-F5344CB8AC3E}">
        <p14:creationId xmlns:p14="http://schemas.microsoft.com/office/powerpoint/2010/main" val="4162693180"/>
      </p:ext>
    </p:extLst>
  </p:cSld>
  <p:clrMapOvr>
    <a:overrideClrMapping bg1="lt1" tx1="dk1" bg2="lt2" tx2="dk2" accent1="accent1" accent2="accent2" accent3="accent3" accent4="accent4" accent5="accent5" accent6="accent6" hlink="hlink" folHlink="folHlink"/>
  </p:clrMapOvr>
  <p:transition>
    <p:wipe dir="r"/>
  </p:transition>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p:cSld name="Content | Two Columns | White">
    <p:bg>
      <p:bgRef idx="1001">
        <a:schemeClr val="bg1"/>
      </p:bgRef>
    </p:bg>
    <p:spTree>
      <p:nvGrpSpPr>
        <p:cNvPr id="1" name=""/>
        <p:cNvGrpSpPr/>
        <p:nvPr/>
      </p:nvGrpSpPr>
      <p:grpSpPr>
        <a:xfrm>
          <a:off x="0" y="0"/>
          <a:ext cx="0" cy="0"/>
          <a:chOff x="0" y="0"/>
          <a:chExt cx="0" cy="0"/>
        </a:xfrm>
      </p:grpSpPr>
      <p:sp>
        <p:nvSpPr>
          <p:cNvPr id="11" name="Text Placeholder 2">
            <a:extLst>
              <a:ext uri="{FF2B5EF4-FFF2-40B4-BE49-F238E27FC236}">
                <a16:creationId xmlns:a16="http://schemas.microsoft.com/office/drawing/2014/main" id="{CDB3C81C-40F3-42DA-9512-9E80A45B2215}"/>
              </a:ext>
            </a:extLst>
          </p:cNvPr>
          <p:cNvSpPr>
            <a:spLocks noGrp="1"/>
          </p:cNvSpPr>
          <p:nvPr>
            <p:ph type="body" idx="1" hasCustomPrompt="1"/>
          </p:nvPr>
        </p:nvSpPr>
        <p:spPr>
          <a:xfrm>
            <a:off x="609600" y="1166707"/>
            <a:ext cx="10972800" cy="411740"/>
          </a:xfrm>
          <a:prstGeom prst="rect">
            <a:avLst/>
          </a:prstGeom>
        </p:spPr>
        <p:txBody>
          <a:bodyPr anchor="t">
            <a:normAutofit/>
          </a:bodyPr>
          <a:lstStyle>
            <a:lvl1pPr marL="0" marR="0" indent="0" algn="l" defTabSz="457178" rtl="0" eaLnBrk="1" fontAlgn="auto" latinLnBrk="0" hangingPunct="1">
              <a:lnSpc>
                <a:spcPct val="100000"/>
              </a:lnSpc>
              <a:spcBef>
                <a:spcPct val="20000"/>
              </a:spcBef>
              <a:spcAft>
                <a:spcPts val="0"/>
              </a:spcAft>
              <a:buClr>
                <a:schemeClr val="accent1"/>
              </a:buClr>
              <a:buSzTx/>
              <a:buFont typeface="Arial" panose="020B0604020202020204" pitchFamily="34" charset="0"/>
              <a:buNone/>
              <a:tabLst/>
              <a:defRPr sz="1100" b="0" cap="all" spc="300" baseline="0">
                <a:solidFill>
                  <a:schemeClr val="accent1"/>
                </a:solidFill>
              </a:defRPr>
            </a:lvl1pPr>
            <a:lvl2pPr marL="457178" indent="0">
              <a:buNone/>
              <a:defRPr sz="2000" b="1"/>
            </a:lvl2pPr>
            <a:lvl3pPr marL="914355" indent="0">
              <a:buNone/>
              <a:defRPr sz="1800" b="1"/>
            </a:lvl3pPr>
            <a:lvl4pPr marL="1371532" indent="0">
              <a:buNone/>
              <a:defRPr sz="1600" b="1"/>
            </a:lvl4pPr>
            <a:lvl5pPr marL="1828709" indent="0">
              <a:buNone/>
              <a:defRPr sz="1600" b="1"/>
            </a:lvl5pPr>
            <a:lvl6pPr marL="2285886" indent="0">
              <a:buNone/>
              <a:defRPr sz="1600" b="1"/>
            </a:lvl6pPr>
            <a:lvl7pPr marL="2743064" indent="0">
              <a:buNone/>
              <a:defRPr sz="1600" b="1"/>
            </a:lvl7pPr>
            <a:lvl8pPr marL="3200240" indent="0">
              <a:buNone/>
              <a:defRPr sz="1600" b="1"/>
            </a:lvl8pPr>
            <a:lvl9pPr marL="3657418" indent="0">
              <a:buNone/>
              <a:defRPr sz="1600" b="1"/>
            </a:lvl9pPr>
          </a:lstStyle>
          <a:p>
            <a:pPr marL="0" marR="0" lvl="0" indent="0" algn="l" defTabSz="457178" rtl="0" eaLnBrk="1" fontAlgn="auto" latinLnBrk="0" hangingPunct="1">
              <a:lnSpc>
                <a:spcPct val="100000"/>
              </a:lnSpc>
              <a:spcBef>
                <a:spcPct val="20000"/>
              </a:spcBef>
              <a:spcAft>
                <a:spcPts val="0"/>
              </a:spcAft>
              <a:buClr>
                <a:schemeClr val="accent1"/>
              </a:buClr>
              <a:buSzTx/>
              <a:buFont typeface="Arial" panose="020B0604020202020204" pitchFamily="34" charset="0"/>
              <a:buNone/>
              <a:tabLst/>
              <a:defRPr/>
            </a:pPr>
            <a:r>
              <a:rPr lang="en-US"/>
              <a:t>SUBHEAD HERE. ALL CAPS. TERRA COTTA. 11 PT.</a:t>
            </a:r>
          </a:p>
        </p:txBody>
      </p:sp>
      <p:sp>
        <p:nvSpPr>
          <p:cNvPr id="3" name="Title 2">
            <a:extLst>
              <a:ext uri="{FF2B5EF4-FFF2-40B4-BE49-F238E27FC236}">
                <a16:creationId xmlns:a16="http://schemas.microsoft.com/office/drawing/2014/main" id="{670FBF85-F908-9543-AF8C-C05EF7A1286E}"/>
              </a:ext>
            </a:extLst>
          </p:cNvPr>
          <p:cNvSpPr>
            <a:spLocks noGrp="1"/>
          </p:cNvSpPr>
          <p:nvPr>
            <p:ph type="title" hasCustomPrompt="1"/>
          </p:nvPr>
        </p:nvSpPr>
        <p:spPr/>
        <p:txBody>
          <a:bodyPr/>
          <a:lstStyle>
            <a:lvl1pPr>
              <a:defRPr spc="300" baseline="0"/>
            </a:lvl1pPr>
          </a:lstStyle>
          <a:p>
            <a:r>
              <a:rPr lang="en-US"/>
              <a:t>TITLE HERE. ALL CAPS. BLACK. 24 PT.</a:t>
            </a:r>
          </a:p>
        </p:txBody>
      </p:sp>
      <p:sp>
        <p:nvSpPr>
          <p:cNvPr id="2" name="Footer Placeholder 1">
            <a:extLst>
              <a:ext uri="{FF2B5EF4-FFF2-40B4-BE49-F238E27FC236}">
                <a16:creationId xmlns:a16="http://schemas.microsoft.com/office/drawing/2014/main" id="{449D82DC-4516-4CFC-A86F-BFEA28FF5E60}"/>
              </a:ext>
            </a:extLst>
          </p:cNvPr>
          <p:cNvSpPr>
            <a:spLocks noGrp="1"/>
          </p:cNvSpPr>
          <p:nvPr>
            <p:ph type="ftr" sz="quarter" idx="10"/>
          </p:nvPr>
        </p:nvSpPr>
        <p:spPr/>
        <p:txBody>
          <a:bodyPr/>
          <a:lstStyle>
            <a:lvl1pPr>
              <a:defRPr spc="0"/>
            </a:lvl1pPr>
          </a:lstStyle>
          <a:p>
            <a:r>
              <a:rPr lang="en-US"/>
              <a:t>CS Agentic Development</a:t>
            </a:r>
          </a:p>
        </p:txBody>
      </p:sp>
      <p:sp>
        <p:nvSpPr>
          <p:cNvPr id="12" name="Content Placeholder 4">
            <a:extLst>
              <a:ext uri="{FF2B5EF4-FFF2-40B4-BE49-F238E27FC236}">
                <a16:creationId xmlns:a16="http://schemas.microsoft.com/office/drawing/2014/main" id="{4C5A4B9D-E5EB-4E0B-9B27-98BCC447BCEE}"/>
              </a:ext>
            </a:extLst>
          </p:cNvPr>
          <p:cNvSpPr>
            <a:spLocks noGrp="1"/>
          </p:cNvSpPr>
          <p:nvPr>
            <p:ph sz="quarter" idx="11"/>
          </p:nvPr>
        </p:nvSpPr>
        <p:spPr>
          <a:xfrm>
            <a:off x="609600" y="1753432"/>
            <a:ext cx="5386917" cy="4372672"/>
          </a:xfrm>
        </p:spPr>
        <p:txBody>
          <a:bodyPr/>
          <a:lstStyle>
            <a:lvl1pPr>
              <a:defRPr spc="0"/>
            </a:lvl1pPr>
            <a:lvl2pPr>
              <a:defRPr spc="0"/>
            </a:lvl2pPr>
            <a:lvl3pPr>
              <a:defRPr spc="0"/>
            </a:lvl3pPr>
            <a:lvl4pPr>
              <a:defRPr spc="0"/>
            </a:lvl4pPr>
            <a:lvl5pPr>
              <a:defRPr spc="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8">
            <a:extLst>
              <a:ext uri="{FF2B5EF4-FFF2-40B4-BE49-F238E27FC236}">
                <a16:creationId xmlns:a16="http://schemas.microsoft.com/office/drawing/2014/main" id="{F1C83059-51E5-4C78-98F2-FD7F352BC5B4}"/>
              </a:ext>
            </a:extLst>
          </p:cNvPr>
          <p:cNvSpPr>
            <a:spLocks noGrp="1"/>
          </p:cNvSpPr>
          <p:nvPr>
            <p:ph sz="quarter" idx="12"/>
          </p:nvPr>
        </p:nvSpPr>
        <p:spPr>
          <a:xfrm>
            <a:off x="6193367" y="1754662"/>
            <a:ext cx="5386917" cy="4363921"/>
          </a:xfrm>
        </p:spPr>
        <p:txBody>
          <a:bodyPr/>
          <a:lstStyle>
            <a:lvl1pPr>
              <a:defRPr spc="0"/>
            </a:lvl1pPr>
            <a:lvl2pPr>
              <a:defRPr spc="0"/>
            </a:lvl2pPr>
            <a:lvl3pPr>
              <a:defRPr spc="0"/>
            </a:lvl3pPr>
            <a:lvl4pPr>
              <a:defRPr spc="0"/>
            </a:lvl4pPr>
            <a:lvl5pPr>
              <a:defRPr spc="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3">
            <a:extLst>
              <a:ext uri="{FF2B5EF4-FFF2-40B4-BE49-F238E27FC236}">
                <a16:creationId xmlns:a16="http://schemas.microsoft.com/office/drawing/2014/main" id="{7DD22D29-83B6-4887-8B46-FACDF1A79E7A}"/>
              </a:ext>
            </a:extLst>
          </p:cNvPr>
          <p:cNvSpPr>
            <a:spLocks noGrp="1"/>
          </p:cNvSpPr>
          <p:nvPr>
            <p:ph type="sldNum" sz="quarter" idx="13"/>
          </p:nvPr>
        </p:nvSpPr>
        <p:spPr/>
        <p:txBody>
          <a:bodyPr/>
          <a:lstStyle>
            <a:lvl1pPr>
              <a:defRPr spc="0"/>
            </a:lvl1pPr>
          </a:lstStyle>
          <a:p>
            <a:fld id="{FC3AA935-0552-4053-AB5F-13160B57B31C}" type="slidenum">
              <a:rPr lang="en-US" smtClean="0"/>
              <a:t>‹#›</a:t>
            </a:fld>
            <a:endParaRPr lang="en-US"/>
          </a:p>
        </p:txBody>
      </p:sp>
    </p:spTree>
    <p:extLst>
      <p:ext uri="{BB962C8B-B14F-4D97-AF65-F5344CB8AC3E}">
        <p14:creationId xmlns:p14="http://schemas.microsoft.com/office/powerpoint/2010/main" val="3889348212"/>
      </p:ext>
    </p:extLst>
  </p:cSld>
  <p:clrMapOvr>
    <a:overrideClrMapping bg1="lt1" tx1="dk1" bg2="lt2" tx2="dk2" accent1="accent1" accent2="accent2" accent3="accent3" accent4="accent4" accent5="accent5" accent6="accent6" hlink="hlink" folHlink="folHlink"/>
  </p:clrMapOvr>
  <p:transition>
    <p:wipe dir="r"/>
  </p:transition>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p:cSld name="Content | Three Columns | White">
    <p:bg>
      <p:bgRef idx="1001">
        <a:schemeClr val="bg1"/>
      </p:bgRef>
    </p:bg>
    <p:spTree>
      <p:nvGrpSpPr>
        <p:cNvPr id="1" name=""/>
        <p:cNvGrpSpPr/>
        <p:nvPr/>
      </p:nvGrpSpPr>
      <p:grpSpPr>
        <a:xfrm>
          <a:off x="0" y="0"/>
          <a:ext cx="0" cy="0"/>
          <a:chOff x="0" y="0"/>
          <a:chExt cx="0" cy="0"/>
        </a:xfrm>
      </p:grpSpPr>
      <p:sp>
        <p:nvSpPr>
          <p:cNvPr id="7" name="Text Placeholder 2">
            <a:extLst>
              <a:ext uri="{FF2B5EF4-FFF2-40B4-BE49-F238E27FC236}">
                <a16:creationId xmlns:a16="http://schemas.microsoft.com/office/drawing/2014/main" id="{6958B17C-FE6E-4F59-A161-671D59ABF973}"/>
              </a:ext>
            </a:extLst>
          </p:cNvPr>
          <p:cNvSpPr>
            <a:spLocks noGrp="1"/>
          </p:cNvSpPr>
          <p:nvPr>
            <p:ph type="body" idx="13" hasCustomPrompt="1"/>
          </p:nvPr>
        </p:nvSpPr>
        <p:spPr>
          <a:xfrm>
            <a:off x="609600" y="1166707"/>
            <a:ext cx="10972800" cy="411740"/>
          </a:xfrm>
          <a:prstGeom prst="rect">
            <a:avLst/>
          </a:prstGeom>
        </p:spPr>
        <p:txBody>
          <a:bodyPr anchor="t">
            <a:normAutofit/>
          </a:bodyPr>
          <a:lstStyle>
            <a:lvl1pPr marL="0" marR="0" indent="0" algn="l" defTabSz="457178" rtl="0" eaLnBrk="1" fontAlgn="auto" latinLnBrk="0" hangingPunct="1">
              <a:lnSpc>
                <a:spcPct val="100000"/>
              </a:lnSpc>
              <a:spcBef>
                <a:spcPct val="20000"/>
              </a:spcBef>
              <a:spcAft>
                <a:spcPts val="0"/>
              </a:spcAft>
              <a:buClr>
                <a:schemeClr val="accent1"/>
              </a:buClr>
              <a:buSzTx/>
              <a:buFont typeface="Arial" panose="020B0604020202020204" pitchFamily="34" charset="0"/>
              <a:buNone/>
              <a:tabLst/>
              <a:defRPr sz="1100" b="0" cap="all" spc="300" baseline="0">
                <a:solidFill>
                  <a:schemeClr val="accent1"/>
                </a:solidFill>
              </a:defRPr>
            </a:lvl1pPr>
            <a:lvl2pPr marL="457178" indent="0">
              <a:buNone/>
              <a:defRPr sz="2000" b="1"/>
            </a:lvl2pPr>
            <a:lvl3pPr marL="914355" indent="0">
              <a:buNone/>
              <a:defRPr sz="1800" b="1"/>
            </a:lvl3pPr>
            <a:lvl4pPr marL="1371532" indent="0">
              <a:buNone/>
              <a:defRPr sz="1600" b="1"/>
            </a:lvl4pPr>
            <a:lvl5pPr marL="1828709" indent="0">
              <a:buNone/>
              <a:defRPr sz="1600" b="1"/>
            </a:lvl5pPr>
            <a:lvl6pPr marL="2285886" indent="0">
              <a:buNone/>
              <a:defRPr sz="1600" b="1"/>
            </a:lvl6pPr>
            <a:lvl7pPr marL="2743064" indent="0">
              <a:buNone/>
              <a:defRPr sz="1600" b="1"/>
            </a:lvl7pPr>
            <a:lvl8pPr marL="3200240" indent="0">
              <a:buNone/>
              <a:defRPr sz="1600" b="1"/>
            </a:lvl8pPr>
            <a:lvl9pPr marL="3657418" indent="0">
              <a:buNone/>
              <a:defRPr sz="1600" b="1"/>
            </a:lvl9pPr>
          </a:lstStyle>
          <a:p>
            <a:pPr marL="0" marR="0" lvl="0" indent="0" algn="l" defTabSz="457178" rtl="0" eaLnBrk="1" fontAlgn="auto" latinLnBrk="0" hangingPunct="1">
              <a:lnSpc>
                <a:spcPct val="100000"/>
              </a:lnSpc>
              <a:spcBef>
                <a:spcPct val="20000"/>
              </a:spcBef>
              <a:spcAft>
                <a:spcPts val="0"/>
              </a:spcAft>
              <a:buClr>
                <a:schemeClr val="accent1"/>
              </a:buClr>
              <a:buSzTx/>
              <a:buFont typeface="Arial" panose="020B0604020202020204" pitchFamily="34" charset="0"/>
              <a:buNone/>
              <a:tabLst/>
              <a:defRPr/>
            </a:pPr>
            <a:r>
              <a:rPr lang="en-US"/>
              <a:t>SUBHEAD HERE. ALL CAPS. TERRA COTTA. 11 PT.</a:t>
            </a:r>
          </a:p>
        </p:txBody>
      </p:sp>
      <p:sp>
        <p:nvSpPr>
          <p:cNvPr id="3" name="Title 2">
            <a:extLst>
              <a:ext uri="{FF2B5EF4-FFF2-40B4-BE49-F238E27FC236}">
                <a16:creationId xmlns:a16="http://schemas.microsoft.com/office/drawing/2014/main" id="{7F82CE58-32D5-3345-8D45-4B2911CEFF06}"/>
              </a:ext>
            </a:extLst>
          </p:cNvPr>
          <p:cNvSpPr>
            <a:spLocks noGrp="1"/>
          </p:cNvSpPr>
          <p:nvPr>
            <p:ph type="title" hasCustomPrompt="1"/>
          </p:nvPr>
        </p:nvSpPr>
        <p:spPr/>
        <p:txBody>
          <a:bodyPr/>
          <a:lstStyle>
            <a:lvl1pPr>
              <a:defRPr spc="300" baseline="0"/>
            </a:lvl1pPr>
          </a:lstStyle>
          <a:p>
            <a:r>
              <a:rPr lang="en-US"/>
              <a:t>TITLE HERE. ALL CAPS. BLACK. 24 PT.</a:t>
            </a:r>
          </a:p>
        </p:txBody>
      </p:sp>
      <p:sp>
        <p:nvSpPr>
          <p:cNvPr id="2" name="Footer Placeholder 1">
            <a:extLst>
              <a:ext uri="{FF2B5EF4-FFF2-40B4-BE49-F238E27FC236}">
                <a16:creationId xmlns:a16="http://schemas.microsoft.com/office/drawing/2014/main" id="{2CD36293-A803-4765-A0C6-F9722EFE8E97}"/>
              </a:ext>
            </a:extLst>
          </p:cNvPr>
          <p:cNvSpPr>
            <a:spLocks noGrp="1"/>
          </p:cNvSpPr>
          <p:nvPr>
            <p:ph type="ftr" sz="quarter" idx="14"/>
          </p:nvPr>
        </p:nvSpPr>
        <p:spPr/>
        <p:txBody>
          <a:bodyPr/>
          <a:lstStyle>
            <a:lvl1pPr>
              <a:defRPr spc="0"/>
            </a:lvl1pPr>
          </a:lstStyle>
          <a:p>
            <a:r>
              <a:rPr lang="en-US"/>
              <a:t>CS Agentic Development</a:t>
            </a:r>
          </a:p>
        </p:txBody>
      </p:sp>
      <p:sp>
        <p:nvSpPr>
          <p:cNvPr id="13" name="Content Placeholder 2"/>
          <p:cNvSpPr>
            <a:spLocks noGrp="1"/>
          </p:cNvSpPr>
          <p:nvPr>
            <p:ph sz="half" idx="1" hasCustomPrompt="1"/>
          </p:nvPr>
        </p:nvSpPr>
        <p:spPr>
          <a:xfrm>
            <a:off x="609600" y="1688176"/>
            <a:ext cx="3535680" cy="4407824"/>
          </a:xfrm>
        </p:spPr>
        <p:txBody>
          <a:bodyPr>
            <a:noAutofit/>
          </a:bodyPr>
          <a:lstStyle>
            <a:lvl1pPr>
              <a:buClr>
                <a:schemeClr val="accent1"/>
              </a:buClr>
              <a:defRPr sz="1600" spc="0"/>
            </a:lvl1pPr>
            <a:lvl2pPr>
              <a:buClr>
                <a:schemeClr val="accent1"/>
              </a:buClr>
              <a:defRPr sz="1400" spc="0"/>
            </a:lvl2pPr>
            <a:lvl3pPr>
              <a:buClr>
                <a:schemeClr val="accent1"/>
              </a:buClr>
              <a:defRPr sz="1200" spc="0"/>
            </a:lvl3pPr>
            <a:lvl4pPr marL="1371532" indent="0">
              <a:buClr>
                <a:schemeClr val="bg2"/>
              </a:buClr>
              <a:buNone/>
              <a:defRPr sz="1200"/>
            </a:lvl4pPr>
            <a:lvl5pPr>
              <a:buClr>
                <a:schemeClr val="bg2"/>
              </a:buClr>
              <a:defRPr sz="12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p:txBody>
      </p:sp>
      <p:sp>
        <p:nvSpPr>
          <p:cNvPr id="14" name="Content Placeholder 3"/>
          <p:cNvSpPr>
            <a:spLocks noGrp="1"/>
          </p:cNvSpPr>
          <p:nvPr>
            <p:ph sz="half" idx="2" hasCustomPrompt="1"/>
          </p:nvPr>
        </p:nvSpPr>
        <p:spPr>
          <a:xfrm>
            <a:off x="8046720" y="1688176"/>
            <a:ext cx="3535680" cy="4407824"/>
          </a:xfrm>
        </p:spPr>
        <p:txBody>
          <a:bodyPr>
            <a:noAutofit/>
          </a:bodyPr>
          <a:lstStyle>
            <a:lvl1pPr>
              <a:buClr>
                <a:schemeClr val="accent1"/>
              </a:buClr>
              <a:defRPr sz="1600" spc="0"/>
            </a:lvl1pPr>
            <a:lvl2pPr>
              <a:buClr>
                <a:schemeClr val="accent1"/>
              </a:buClr>
              <a:defRPr sz="1400" spc="0"/>
            </a:lvl2pPr>
            <a:lvl3pPr>
              <a:buClr>
                <a:schemeClr val="accent1"/>
              </a:buClr>
              <a:defRPr sz="1200" spc="0"/>
            </a:lvl3pPr>
            <a:lvl4pPr>
              <a:buClr>
                <a:schemeClr val="bg2"/>
              </a:buClr>
              <a:defRPr sz="1200"/>
            </a:lvl4pPr>
            <a:lvl5pPr>
              <a:buClr>
                <a:schemeClr val="bg2"/>
              </a:buClr>
              <a:defRPr sz="12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p:txBody>
      </p:sp>
      <p:sp>
        <p:nvSpPr>
          <p:cNvPr id="15" name="Content Placeholder 3"/>
          <p:cNvSpPr>
            <a:spLocks noGrp="1"/>
          </p:cNvSpPr>
          <p:nvPr>
            <p:ph sz="half" idx="12" hasCustomPrompt="1"/>
          </p:nvPr>
        </p:nvSpPr>
        <p:spPr>
          <a:xfrm>
            <a:off x="4328160" y="1688176"/>
            <a:ext cx="3535680" cy="4407824"/>
          </a:xfrm>
        </p:spPr>
        <p:txBody>
          <a:bodyPr>
            <a:noAutofit/>
          </a:bodyPr>
          <a:lstStyle>
            <a:lvl1pPr>
              <a:buClr>
                <a:schemeClr val="accent1"/>
              </a:buClr>
              <a:defRPr sz="1600" spc="0"/>
            </a:lvl1pPr>
            <a:lvl2pPr>
              <a:buClr>
                <a:schemeClr val="accent1"/>
              </a:buClr>
              <a:defRPr sz="1400" spc="0"/>
            </a:lvl2pPr>
            <a:lvl3pPr>
              <a:buClr>
                <a:schemeClr val="accent1"/>
              </a:buClr>
              <a:defRPr sz="1200" spc="0"/>
            </a:lvl3pPr>
            <a:lvl4pPr>
              <a:buClr>
                <a:schemeClr val="bg2"/>
              </a:buClr>
              <a:defRPr sz="1200"/>
            </a:lvl4pPr>
            <a:lvl5pPr>
              <a:buClr>
                <a:schemeClr val="bg2"/>
              </a:buClr>
              <a:defRPr sz="12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p:txBody>
      </p:sp>
      <p:sp>
        <p:nvSpPr>
          <p:cNvPr id="4" name="Slide Number Placeholder 3">
            <a:extLst>
              <a:ext uri="{FF2B5EF4-FFF2-40B4-BE49-F238E27FC236}">
                <a16:creationId xmlns:a16="http://schemas.microsoft.com/office/drawing/2014/main" id="{37C4BAAF-F2D1-459C-AC12-D3DB70C08661}"/>
              </a:ext>
            </a:extLst>
          </p:cNvPr>
          <p:cNvSpPr>
            <a:spLocks noGrp="1"/>
          </p:cNvSpPr>
          <p:nvPr>
            <p:ph type="sldNum" sz="quarter" idx="15"/>
          </p:nvPr>
        </p:nvSpPr>
        <p:spPr/>
        <p:txBody>
          <a:bodyPr/>
          <a:lstStyle>
            <a:lvl1pPr>
              <a:defRPr spc="0"/>
            </a:lvl1pPr>
          </a:lstStyle>
          <a:p>
            <a:fld id="{FC3AA935-0552-4053-AB5F-13160B57B31C}" type="slidenum">
              <a:rPr lang="en-US" smtClean="0"/>
              <a:t>‹#›</a:t>
            </a:fld>
            <a:endParaRPr lang="en-US"/>
          </a:p>
        </p:txBody>
      </p:sp>
    </p:spTree>
    <p:extLst>
      <p:ext uri="{BB962C8B-B14F-4D97-AF65-F5344CB8AC3E}">
        <p14:creationId xmlns:p14="http://schemas.microsoft.com/office/powerpoint/2010/main" val="3420748143"/>
      </p:ext>
    </p:extLst>
  </p:cSld>
  <p:clrMapOvr>
    <a:overrideClrMapping bg1="lt1" tx1="dk1" bg2="lt2" tx2="dk2" accent1="accent1" accent2="accent2" accent3="accent3" accent4="accent4" accent5="accent5" accent6="accent6" hlink="hlink" folHlink="folHlink"/>
  </p:clrMapOvr>
  <p:transition>
    <p:wipe dir="r"/>
  </p:transition>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p:cSld name="Blank | White">
    <p:bg>
      <p:bgRef idx="1001">
        <a:schemeClr val="bg1"/>
      </p:bgRef>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6E825543-6B7F-4B41-BD8C-976212A54618}"/>
              </a:ext>
            </a:extLst>
          </p:cNvPr>
          <p:cNvSpPr>
            <a:spLocks noGrp="1"/>
          </p:cNvSpPr>
          <p:nvPr>
            <p:ph type="ftr" sz="quarter" idx="10"/>
          </p:nvPr>
        </p:nvSpPr>
        <p:spPr/>
        <p:txBody>
          <a:bodyPr/>
          <a:lstStyle>
            <a:lvl1pPr>
              <a:defRPr spc="0"/>
            </a:lvl1pPr>
          </a:lstStyle>
          <a:p>
            <a:pPr algn="r"/>
            <a:r>
              <a:rPr lang="en-US"/>
              <a:t>CS Agentic Development</a:t>
            </a:r>
          </a:p>
        </p:txBody>
      </p:sp>
      <p:sp>
        <p:nvSpPr>
          <p:cNvPr id="3" name="Slide Number Placeholder 2">
            <a:extLst>
              <a:ext uri="{FF2B5EF4-FFF2-40B4-BE49-F238E27FC236}">
                <a16:creationId xmlns:a16="http://schemas.microsoft.com/office/drawing/2014/main" id="{6F882028-C1CE-4B82-A985-EB48E9AC23E1}"/>
              </a:ext>
            </a:extLst>
          </p:cNvPr>
          <p:cNvSpPr>
            <a:spLocks noGrp="1"/>
          </p:cNvSpPr>
          <p:nvPr>
            <p:ph type="sldNum" sz="quarter" idx="11"/>
          </p:nvPr>
        </p:nvSpPr>
        <p:spPr/>
        <p:txBody>
          <a:bodyPr/>
          <a:lstStyle>
            <a:lvl1pPr>
              <a:defRPr spc="0"/>
            </a:lvl1pPr>
          </a:lstStyle>
          <a:p>
            <a:fld id="{FC3AA935-0552-4053-AB5F-13160B57B31C}" type="slidenum">
              <a:rPr lang="en-US" smtClean="0"/>
              <a:t>‹#›</a:t>
            </a:fld>
            <a:endParaRPr lang="en-US"/>
          </a:p>
        </p:txBody>
      </p:sp>
    </p:spTree>
    <p:extLst>
      <p:ext uri="{BB962C8B-B14F-4D97-AF65-F5344CB8AC3E}">
        <p14:creationId xmlns:p14="http://schemas.microsoft.com/office/powerpoint/2010/main" val="13273649"/>
      </p:ext>
    </p:extLst>
  </p:cSld>
  <p:clrMapOvr>
    <a:overrideClrMapping bg1="lt1" tx1="dk1" bg2="lt2" tx2="dk2" accent1="accent1" accent2="accent2" accent3="accent3" accent4="accent4" accent5="accent5" accent6="accent6" hlink="hlink" folHlink="folHlink"/>
  </p:clrMapOvr>
  <p:transition>
    <p:wipe dir="r"/>
  </p:transition>
</p:sldLayout>
</file>

<file path=ppt/slideLayouts/slideLayout96.xml><?xml version="1.0" encoding="utf-8"?>
<p:sldLayout xmlns:a="http://schemas.openxmlformats.org/drawingml/2006/main" xmlns:r="http://schemas.openxmlformats.org/officeDocument/2006/relationships" xmlns:p="http://schemas.openxmlformats.org/presentationml/2006/main" showMasterSp="0" preserve="1">
  <p:cSld name="Blank | White | No Logo">
    <p:bg>
      <p:bgRef idx="1001">
        <a:schemeClr val="bg1"/>
      </p:bgRef>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384572E7-7425-4C17-972B-9287FED039B8}"/>
              </a:ext>
            </a:extLst>
          </p:cNvPr>
          <p:cNvSpPr>
            <a:spLocks noGrp="1"/>
          </p:cNvSpPr>
          <p:nvPr>
            <p:ph type="ftr" sz="quarter" idx="10"/>
          </p:nvPr>
        </p:nvSpPr>
        <p:spPr/>
        <p:txBody>
          <a:bodyPr/>
          <a:lstStyle>
            <a:lvl1pPr>
              <a:defRPr spc="0"/>
            </a:lvl1pPr>
          </a:lstStyle>
          <a:p>
            <a:pPr algn="r"/>
            <a:r>
              <a:rPr lang="en-US"/>
              <a:t>CS Agentic Development</a:t>
            </a:r>
          </a:p>
        </p:txBody>
      </p:sp>
      <p:sp>
        <p:nvSpPr>
          <p:cNvPr id="5" name="Slide Number Placeholder 4">
            <a:extLst>
              <a:ext uri="{FF2B5EF4-FFF2-40B4-BE49-F238E27FC236}">
                <a16:creationId xmlns:a16="http://schemas.microsoft.com/office/drawing/2014/main" id="{65DB0995-EA19-4990-AF4B-4097FA44D966}"/>
              </a:ext>
            </a:extLst>
          </p:cNvPr>
          <p:cNvSpPr>
            <a:spLocks noGrp="1"/>
          </p:cNvSpPr>
          <p:nvPr>
            <p:ph type="sldNum" sz="quarter" idx="11"/>
          </p:nvPr>
        </p:nvSpPr>
        <p:spPr/>
        <p:txBody>
          <a:bodyPr/>
          <a:lstStyle>
            <a:lvl1pPr>
              <a:defRPr spc="0"/>
            </a:lvl1pPr>
          </a:lstStyle>
          <a:p>
            <a:fld id="{FC3AA935-0552-4053-AB5F-13160B57B31C}" type="slidenum">
              <a:rPr lang="en-US" smtClean="0"/>
              <a:t>‹#›</a:t>
            </a:fld>
            <a:endParaRPr lang="en-US"/>
          </a:p>
        </p:txBody>
      </p:sp>
      <p:sp>
        <p:nvSpPr>
          <p:cNvPr id="6" name="Footer Placeholder 3">
            <a:extLst>
              <a:ext uri="{FF2B5EF4-FFF2-40B4-BE49-F238E27FC236}">
                <a16:creationId xmlns:a16="http://schemas.microsoft.com/office/drawing/2014/main" id="{0787D3AD-A96D-41C2-BC61-0733E7B9DF8F}"/>
              </a:ext>
            </a:extLst>
          </p:cNvPr>
          <p:cNvSpPr txBox="1">
            <a:spLocks/>
          </p:cNvSpPr>
          <p:nvPr/>
        </p:nvSpPr>
        <p:spPr>
          <a:xfrm>
            <a:off x="5296103" y="6279970"/>
            <a:ext cx="5997303" cy="183091"/>
          </a:xfrm>
          <a:prstGeom prst="rect">
            <a:avLst/>
          </a:prstGeom>
        </p:spPr>
        <p:txBody>
          <a:bodyPr vert="horz" lIns="0" tIns="0" rIns="0" bIns="0" rtlCol="0" anchor="ctr"/>
          <a:lstStyle>
            <a:defPPr>
              <a:defRPr lang="en-US"/>
            </a:defPPr>
            <a:lvl1pPr marL="0" algn="r" defTabSz="457200" rtl="0" eaLnBrk="1" latinLnBrk="0" hangingPunct="1">
              <a:defRPr sz="600" b="0" kern="800" spc="40" baseline="0">
                <a:solidFill>
                  <a:schemeClr val="tx2"/>
                </a:solidFill>
                <a:latin typeface="+mj-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600" spc="0" baseline="0">
                <a:solidFill>
                  <a:schemeClr val="tx1"/>
                </a:solidFill>
                <a:cs typeface="DIN-Light"/>
              </a:rPr>
              <a:t>© 2020 </a:t>
            </a:r>
            <a:r>
              <a:rPr lang="en-US" sz="600" spc="0" baseline="0">
                <a:solidFill>
                  <a:schemeClr val="tx1"/>
                </a:solidFill>
              </a:rPr>
              <a:t>Collins Aerospace</a:t>
            </a:r>
            <a:endParaRPr lang="en-US" sz="600" spc="0" baseline="0">
              <a:solidFill>
                <a:schemeClr val="accent1"/>
              </a:solidFill>
              <a:cs typeface="DIN-Light"/>
              <a:sym typeface="Verdana"/>
            </a:endParaRPr>
          </a:p>
        </p:txBody>
      </p:sp>
    </p:spTree>
    <p:extLst>
      <p:ext uri="{BB962C8B-B14F-4D97-AF65-F5344CB8AC3E}">
        <p14:creationId xmlns:p14="http://schemas.microsoft.com/office/powerpoint/2010/main" val="686411500"/>
      </p:ext>
    </p:extLst>
  </p:cSld>
  <p:clrMapOvr>
    <a:overrideClrMapping bg1="lt1" tx1="dk1" bg2="lt2" tx2="dk2" accent1="accent1" accent2="accent2" accent3="accent3" accent4="accent4" accent5="accent5" accent6="accent6" hlink="hlink" folHlink="folHlink"/>
  </p:clrMapOvr>
  <p:transition>
    <p:wipe dir="r"/>
  </p:transition>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p:cSld name="Content | Headline + Sub + Body | Black">
    <p:spTree>
      <p:nvGrpSpPr>
        <p:cNvPr id="1" name=""/>
        <p:cNvGrpSpPr/>
        <p:nvPr/>
      </p:nvGrpSpPr>
      <p:grpSpPr>
        <a:xfrm>
          <a:off x="0" y="0"/>
          <a:ext cx="0" cy="0"/>
          <a:chOff x="0" y="0"/>
          <a:chExt cx="0" cy="0"/>
        </a:xfrm>
      </p:grpSpPr>
      <p:sp>
        <p:nvSpPr>
          <p:cNvPr id="6" name="Content Placeholder 3">
            <a:extLst>
              <a:ext uri="{FF2B5EF4-FFF2-40B4-BE49-F238E27FC236}">
                <a16:creationId xmlns:a16="http://schemas.microsoft.com/office/drawing/2014/main" id="{D61B13AE-08FF-4182-B13B-7EB8F4FA0536}"/>
              </a:ext>
            </a:extLst>
          </p:cNvPr>
          <p:cNvSpPr>
            <a:spLocks noGrp="1"/>
          </p:cNvSpPr>
          <p:nvPr>
            <p:ph sz="half" idx="2" hasCustomPrompt="1"/>
          </p:nvPr>
        </p:nvSpPr>
        <p:spPr>
          <a:xfrm>
            <a:off x="609600" y="1895352"/>
            <a:ext cx="10972800" cy="4188904"/>
          </a:xfrm>
        </p:spPr>
        <p:txBody>
          <a:bodyPr>
            <a:noAutofit/>
          </a:bodyPr>
          <a:lstStyle>
            <a:lvl1pPr marL="233363" indent="-225425">
              <a:buClr>
                <a:schemeClr val="accent1"/>
              </a:buClr>
              <a:buFont typeface="Arial" panose="020B0604020202020204" pitchFamily="34" charset="0"/>
              <a:buChar char="•"/>
              <a:tabLst/>
              <a:defRPr sz="1600" spc="0">
                <a:solidFill>
                  <a:schemeClr val="tx1"/>
                </a:solidFill>
              </a:defRPr>
            </a:lvl1pPr>
            <a:lvl2pPr marL="685800" indent="-225425">
              <a:buClr>
                <a:schemeClr val="accent1"/>
              </a:buClr>
              <a:buFont typeface="Arial" panose="020B0604020202020204" pitchFamily="34" charset="0"/>
              <a:buChar char="•"/>
              <a:tabLst/>
              <a:defRPr sz="1400" spc="0">
                <a:solidFill>
                  <a:schemeClr val="tx1"/>
                </a:solidFill>
              </a:defRPr>
            </a:lvl2pPr>
            <a:lvl3pPr marL="1142944" indent="-228588">
              <a:buClr>
                <a:schemeClr val="accent1"/>
              </a:buClr>
              <a:buFont typeface="Arial" panose="020B0604020202020204" pitchFamily="34" charset="0"/>
              <a:buChar char="•"/>
              <a:defRPr sz="1200" spc="0">
                <a:solidFill>
                  <a:schemeClr val="tx1"/>
                </a:solidFill>
              </a:defRPr>
            </a:lvl3pPr>
            <a:lvl4pPr>
              <a:defRPr sz="1200">
                <a:solidFill>
                  <a:srgbClr val="FFFFFF"/>
                </a:solidFill>
              </a:defRPr>
            </a:lvl4pPr>
            <a:lvl5pPr>
              <a:defRPr sz="1200">
                <a:solidFill>
                  <a:srgbClr val="FFFFFF"/>
                </a:solidFill>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p:txBody>
      </p:sp>
      <p:sp>
        <p:nvSpPr>
          <p:cNvPr id="7" name="Text Placeholder 2">
            <a:extLst>
              <a:ext uri="{FF2B5EF4-FFF2-40B4-BE49-F238E27FC236}">
                <a16:creationId xmlns:a16="http://schemas.microsoft.com/office/drawing/2014/main" id="{6F01E6AB-8035-CC44-8226-FB6BA86CD6B6}"/>
              </a:ext>
            </a:extLst>
          </p:cNvPr>
          <p:cNvSpPr>
            <a:spLocks noGrp="1"/>
          </p:cNvSpPr>
          <p:nvPr>
            <p:ph type="body" idx="1" hasCustomPrompt="1"/>
          </p:nvPr>
        </p:nvSpPr>
        <p:spPr>
          <a:xfrm>
            <a:off x="609600" y="1166707"/>
            <a:ext cx="10972800" cy="411740"/>
          </a:xfrm>
        </p:spPr>
        <p:txBody>
          <a:bodyPr anchor="t">
            <a:normAutofit/>
          </a:bodyPr>
          <a:lstStyle>
            <a:lvl1pPr marL="0" indent="0">
              <a:buNone/>
              <a:defRPr sz="1100" b="0" cap="all" spc="300" baseline="0">
                <a:solidFill>
                  <a:schemeClr val="accent1"/>
                </a:solidFill>
              </a:defRPr>
            </a:lvl1pPr>
            <a:lvl2pPr marL="457178" indent="0">
              <a:buNone/>
              <a:defRPr sz="2000" b="1"/>
            </a:lvl2pPr>
            <a:lvl3pPr marL="914355" indent="0">
              <a:buNone/>
              <a:defRPr sz="1800" b="1"/>
            </a:lvl3pPr>
            <a:lvl4pPr marL="1371532" indent="0">
              <a:buNone/>
              <a:defRPr sz="1600" b="1"/>
            </a:lvl4pPr>
            <a:lvl5pPr marL="1828709" indent="0">
              <a:buNone/>
              <a:defRPr sz="1600" b="1"/>
            </a:lvl5pPr>
            <a:lvl6pPr marL="2285886" indent="0">
              <a:buNone/>
              <a:defRPr sz="1600" b="1"/>
            </a:lvl6pPr>
            <a:lvl7pPr marL="2743064" indent="0">
              <a:buNone/>
              <a:defRPr sz="1600" b="1"/>
            </a:lvl7pPr>
            <a:lvl8pPr marL="3200240" indent="0">
              <a:buNone/>
              <a:defRPr sz="1600" b="1"/>
            </a:lvl8pPr>
            <a:lvl9pPr marL="3657418" indent="0">
              <a:buNone/>
              <a:defRPr sz="1600" b="1"/>
            </a:lvl9pPr>
          </a:lstStyle>
          <a:p>
            <a:pPr lvl="0"/>
            <a:r>
              <a:rPr lang="en-US"/>
              <a:t>SUBTITLE | ALL CAPS | TERRA COTTA | 11 PT</a:t>
            </a:r>
          </a:p>
        </p:txBody>
      </p:sp>
      <p:sp>
        <p:nvSpPr>
          <p:cNvPr id="5" name="Title 4">
            <a:extLst>
              <a:ext uri="{FF2B5EF4-FFF2-40B4-BE49-F238E27FC236}">
                <a16:creationId xmlns:a16="http://schemas.microsoft.com/office/drawing/2014/main" id="{BAFBE7D4-FDCA-0F4E-B63D-291E8DDF9D8B}"/>
              </a:ext>
            </a:extLst>
          </p:cNvPr>
          <p:cNvSpPr>
            <a:spLocks noGrp="1"/>
          </p:cNvSpPr>
          <p:nvPr>
            <p:ph type="title" hasCustomPrompt="1"/>
          </p:nvPr>
        </p:nvSpPr>
        <p:spPr/>
        <p:txBody>
          <a:bodyPr/>
          <a:lstStyle>
            <a:lvl1pPr>
              <a:defRPr spc="300" baseline="0"/>
            </a:lvl1pPr>
          </a:lstStyle>
          <a:p>
            <a:r>
              <a:rPr lang="en-US"/>
              <a:t>TITLE HERE. ALL CAPS. WHITE. 24 PT.</a:t>
            </a:r>
          </a:p>
        </p:txBody>
      </p:sp>
      <p:sp>
        <p:nvSpPr>
          <p:cNvPr id="3" name="Slide Number Placeholder 2">
            <a:extLst>
              <a:ext uri="{FF2B5EF4-FFF2-40B4-BE49-F238E27FC236}">
                <a16:creationId xmlns:a16="http://schemas.microsoft.com/office/drawing/2014/main" id="{75D98B8D-DCA3-4BD6-A11A-ED3B7B2C6A53}"/>
              </a:ext>
            </a:extLst>
          </p:cNvPr>
          <p:cNvSpPr>
            <a:spLocks noGrp="1"/>
          </p:cNvSpPr>
          <p:nvPr>
            <p:ph type="sldNum" sz="quarter" idx="11"/>
          </p:nvPr>
        </p:nvSpPr>
        <p:spPr/>
        <p:txBody>
          <a:bodyPr/>
          <a:lstStyle>
            <a:lvl1pPr>
              <a:defRPr spc="0"/>
            </a:lvl1pPr>
          </a:lstStyle>
          <a:p>
            <a:fld id="{FC3AA935-0552-4053-AB5F-13160B57B31C}" type="slidenum">
              <a:rPr lang="en-US" smtClean="0"/>
              <a:t>‹#›</a:t>
            </a:fld>
            <a:endParaRPr lang="en-US"/>
          </a:p>
        </p:txBody>
      </p:sp>
      <p:sp>
        <p:nvSpPr>
          <p:cNvPr id="4" name="Footer Placeholder 3">
            <a:extLst>
              <a:ext uri="{FF2B5EF4-FFF2-40B4-BE49-F238E27FC236}">
                <a16:creationId xmlns:a16="http://schemas.microsoft.com/office/drawing/2014/main" id="{D2294BEA-A368-4593-9A57-A3D0128BB483}"/>
              </a:ext>
            </a:extLst>
          </p:cNvPr>
          <p:cNvSpPr>
            <a:spLocks noGrp="1"/>
          </p:cNvSpPr>
          <p:nvPr>
            <p:ph type="ftr" sz="quarter" idx="12"/>
          </p:nvPr>
        </p:nvSpPr>
        <p:spPr/>
        <p:txBody>
          <a:bodyPr/>
          <a:lstStyle/>
          <a:p>
            <a:pPr algn="r"/>
            <a:r>
              <a:rPr lang="en-US"/>
              <a:t>CS Agentic Development</a:t>
            </a:r>
          </a:p>
        </p:txBody>
      </p:sp>
    </p:spTree>
    <p:extLst>
      <p:ext uri="{BB962C8B-B14F-4D97-AF65-F5344CB8AC3E}">
        <p14:creationId xmlns:p14="http://schemas.microsoft.com/office/powerpoint/2010/main" val="443318332"/>
      </p:ext>
    </p:extLst>
  </p:cSld>
  <p:clrMapOvr>
    <a:masterClrMapping/>
  </p:clrMapOvr>
  <p:transition>
    <p:wipe dir="r"/>
  </p:transition>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p:cSld name="Content | Headline + Body | Black">
    <p:spTree>
      <p:nvGrpSpPr>
        <p:cNvPr id="1" name=""/>
        <p:cNvGrpSpPr/>
        <p:nvPr/>
      </p:nvGrpSpPr>
      <p:grpSpPr>
        <a:xfrm>
          <a:off x="0" y="0"/>
          <a:ext cx="0" cy="0"/>
          <a:chOff x="0" y="0"/>
          <a:chExt cx="0" cy="0"/>
        </a:xfrm>
      </p:grpSpPr>
      <p:sp>
        <p:nvSpPr>
          <p:cNvPr id="10" name="Content Placeholder 3">
            <a:extLst>
              <a:ext uri="{FF2B5EF4-FFF2-40B4-BE49-F238E27FC236}">
                <a16:creationId xmlns:a16="http://schemas.microsoft.com/office/drawing/2014/main" id="{BECF2EFB-1FFD-0640-A59A-CE7F22635474}"/>
              </a:ext>
            </a:extLst>
          </p:cNvPr>
          <p:cNvSpPr>
            <a:spLocks noGrp="1"/>
          </p:cNvSpPr>
          <p:nvPr>
            <p:ph sz="half" idx="2" hasCustomPrompt="1"/>
          </p:nvPr>
        </p:nvSpPr>
        <p:spPr>
          <a:xfrm>
            <a:off x="609600" y="1401380"/>
            <a:ext cx="10972800" cy="4664517"/>
          </a:xfrm>
        </p:spPr>
        <p:txBody>
          <a:bodyPr>
            <a:noAutofit/>
          </a:bodyPr>
          <a:lstStyle>
            <a:lvl1pPr marL="233363" indent="-233363">
              <a:buClr>
                <a:schemeClr val="accent1"/>
              </a:buClr>
              <a:buFont typeface="Arial" panose="020B0604020202020204" pitchFamily="34" charset="0"/>
              <a:buChar char="•"/>
              <a:tabLst/>
              <a:defRPr sz="1600" spc="0">
                <a:solidFill>
                  <a:schemeClr val="tx1"/>
                </a:solidFill>
              </a:defRPr>
            </a:lvl1pPr>
            <a:lvl2pPr marL="685800" indent="-225425">
              <a:buClr>
                <a:schemeClr val="accent1"/>
              </a:buClr>
              <a:buFont typeface="Arial" panose="020B0604020202020204" pitchFamily="34" charset="0"/>
              <a:buChar char="•"/>
              <a:tabLst/>
              <a:defRPr sz="1400" spc="0">
                <a:solidFill>
                  <a:schemeClr val="tx1"/>
                </a:solidFill>
              </a:defRPr>
            </a:lvl2pPr>
            <a:lvl3pPr marL="1142944" indent="-228588">
              <a:buClr>
                <a:schemeClr val="accent1"/>
              </a:buClr>
              <a:buFont typeface="Arial" panose="020B0604020202020204" pitchFamily="34" charset="0"/>
              <a:buChar char="•"/>
              <a:defRPr sz="1200" spc="0">
                <a:solidFill>
                  <a:schemeClr val="tx1"/>
                </a:solidFill>
              </a:defRPr>
            </a:lvl3pPr>
            <a:lvl4pPr>
              <a:defRPr sz="1200">
                <a:solidFill>
                  <a:srgbClr val="FFFFFF"/>
                </a:solidFill>
              </a:defRPr>
            </a:lvl4pPr>
            <a:lvl5pPr>
              <a:defRPr sz="1200">
                <a:solidFill>
                  <a:srgbClr val="FFFFFF"/>
                </a:solidFill>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p:txBody>
      </p:sp>
      <p:sp>
        <p:nvSpPr>
          <p:cNvPr id="5" name="Title 4">
            <a:extLst>
              <a:ext uri="{FF2B5EF4-FFF2-40B4-BE49-F238E27FC236}">
                <a16:creationId xmlns:a16="http://schemas.microsoft.com/office/drawing/2014/main" id="{A539C789-234B-0041-B311-916160AEFC21}"/>
              </a:ext>
            </a:extLst>
          </p:cNvPr>
          <p:cNvSpPr>
            <a:spLocks noGrp="1"/>
          </p:cNvSpPr>
          <p:nvPr>
            <p:ph type="title" hasCustomPrompt="1"/>
          </p:nvPr>
        </p:nvSpPr>
        <p:spPr/>
        <p:txBody>
          <a:bodyPr/>
          <a:lstStyle>
            <a:lvl1pPr>
              <a:defRPr spc="300" baseline="0"/>
            </a:lvl1pPr>
          </a:lstStyle>
          <a:p>
            <a:r>
              <a:rPr lang="en-US"/>
              <a:t>TITLE HERE. ALL CAPS. WHITE. 24 PT.</a:t>
            </a:r>
          </a:p>
        </p:txBody>
      </p:sp>
      <p:sp>
        <p:nvSpPr>
          <p:cNvPr id="2" name="Footer Placeholder 1">
            <a:extLst>
              <a:ext uri="{FF2B5EF4-FFF2-40B4-BE49-F238E27FC236}">
                <a16:creationId xmlns:a16="http://schemas.microsoft.com/office/drawing/2014/main" id="{349B8D00-5DA5-4638-B20A-F06736E623DE}"/>
              </a:ext>
            </a:extLst>
          </p:cNvPr>
          <p:cNvSpPr>
            <a:spLocks noGrp="1"/>
          </p:cNvSpPr>
          <p:nvPr>
            <p:ph type="ftr" sz="quarter" idx="10"/>
          </p:nvPr>
        </p:nvSpPr>
        <p:spPr/>
        <p:txBody>
          <a:bodyPr/>
          <a:lstStyle>
            <a:lvl1pPr>
              <a:defRPr spc="0"/>
            </a:lvl1pPr>
          </a:lstStyle>
          <a:p>
            <a:pPr algn="r"/>
            <a:r>
              <a:rPr lang="en-US"/>
              <a:t>CS Agentic Development</a:t>
            </a:r>
          </a:p>
        </p:txBody>
      </p:sp>
      <p:sp>
        <p:nvSpPr>
          <p:cNvPr id="3" name="Slide Number Placeholder 2">
            <a:extLst>
              <a:ext uri="{FF2B5EF4-FFF2-40B4-BE49-F238E27FC236}">
                <a16:creationId xmlns:a16="http://schemas.microsoft.com/office/drawing/2014/main" id="{14805BD7-0FC8-4CFC-8B71-3CC33B9FBFE6}"/>
              </a:ext>
            </a:extLst>
          </p:cNvPr>
          <p:cNvSpPr>
            <a:spLocks noGrp="1"/>
          </p:cNvSpPr>
          <p:nvPr>
            <p:ph type="sldNum" sz="quarter" idx="11"/>
          </p:nvPr>
        </p:nvSpPr>
        <p:spPr/>
        <p:txBody>
          <a:bodyPr/>
          <a:lstStyle>
            <a:lvl1pPr>
              <a:defRPr spc="0"/>
            </a:lvl1pPr>
          </a:lstStyle>
          <a:p>
            <a:fld id="{FC3AA935-0552-4053-AB5F-13160B57B31C}" type="slidenum">
              <a:rPr lang="en-US" smtClean="0"/>
              <a:t>‹#›</a:t>
            </a:fld>
            <a:endParaRPr lang="en-US"/>
          </a:p>
        </p:txBody>
      </p:sp>
    </p:spTree>
    <p:extLst>
      <p:ext uri="{BB962C8B-B14F-4D97-AF65-F5344CB8AC3E}">
        <p14:creationId xmlns:p14="http://schemas.microsoft.com/office/powerpoint/2010/main" val="2370176369"/>
      </p:ext>
    </p:extLst>
  </p:cSld>
  <p:clrMapOvr>
    <a:masterClrMapping/>
  </p:clrMapOvr>
  <p:transition>
    <p:wipe dir="r"/>
  </p:transition>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p:cSld name="Content | Headline + Sub | Black">
    <p:spTree>
      <p:nvGrpSpPr>
        <p:cNvPr id="1" name=""/>
        <p:cNvGrpSpPr/>
        <p:nvPr/>
      </p:nvGrpSpPr>
      <p:grpSpPr>
        <a:xfrm>
          <a:off x="0" y="0"/>
          <a:ext cx="0" cy="0"/>
          <a:chOff x="0" y="0"/>
          <a:chExt cx="0" cy="0"/>
        </a:xfrm>
      </p:grpSpPr>
      <p:sp>
        <p:nvSpPr>
          <p:cNvPr id="5" name="Text Placeholder 2">
            <a:extLst>
              <a:ext uri="{FF2B5EF4-FFF2-40B4-BE49-F238E27FC236}">
                <a16:creationId xmlns:a16="http://schemas.microsoft.com/office/drawing/2014/main" id="{CA13725E-EEC9-A541-A129-451A9DC79538}"/>
              </a:ext>
            </a:extLst>
          </p:cNvPr>
          <p:cNvSpPr>
            <a:spLocks noGrp="1"/>
          </p:cNvSpPr>
          <p:nvPr>
            <p:ph type="body" idx="1" hasCustomPrompt="1"/>
          </p:nvPr>
        </p:nvSpPr>
        <p:spPr>
          <a:xfrm>
            <a:off x="609600" y="1166707"/>
            <a:ext cx="10972800" cy="411740"/>
          </a:xfrm>
        </p:spPr>
        <p:txBody>
          <a:bodyPr anchor="t">
            <a:normAutofit/>
          </a:bodyPr>
          <a:lstStyle>
            <a:lvl1pPr marL="0" indent="0">
              <a:buNone/>
              <a:defRPr sz="1100" b="0" cap="all" spc="300" baseline="0">
                <a:solidFill>
                  <a:schemeClr val="accent1"/>
                </a:solidFill>
              </a:defRPr>
            </a:lvl1pPr>
            <a:lvl2pPr marL="457178" indent="0">
              <a:buNone/>
              <a:defRPr sz="2000" b="1"/>
            </a:lvl2pPr>
            <a:lvl3pPr marL="914355" indent="0">
              <a:buNone/>
              <a:defRPr sz="1800" b="1"/>
            </a:lvl3pPr>
            <a:lvl4pPr marL="1371532" indent="0">
              <a:buNone/>
              <a:defRPr sz="1600" b="1"/>
            </a:lvl4pPr>
            <a:lvl5pPr marL="1828709" indent="0">
              <a:buNone/>
              <a:defRPr sz="1600" b="1"/>
            </a:lvl5pPr>
            <a:lvl6pPr marL="2285886" indent="0">
              <a:buNone/>
              <a:defRPr sz="1600" b="1"/>
            </a:lvl6pPr>
            <a:lvl7pPr marL="2743064" indent="0">
              <a:buNone/>
              <a:defRPr sz="1600" b="1"/>
            </a:lvl7pPr>
            <a:lvl8pPr marL="3200240" indent="0">
              <a:buNone/>
              <a:defRPr sz="1600" b="1"/>
            </a:lvl8pPr>
            <a:lvl9pPr marL="3657418" indent="0">
              <a:buNone/>
              <a:defRPr sz="1600" b="1"/>
            </a:lvl9pPr>
          </a:lstStyle>
          <a:p>
            <a:pPr lvl="0"/>
            <a:r>
              <a:rPr lang="en-US"/>
              <a:t>SUBTITLE | ALL CAPS | TERRA COTTA | 11 PT</a:t>
            </a:r>
          </a:p>
        </p:txBody>
      </p:sp>
      <p:sp>
        <p:nvSpPr>
          <p:cNvPr id="4" name="Title 3">
            <a:extLst>
              <a:ext uri="{FF2B5EF4-FFF2-40B4-BE49-F238E27FC236}">
                <a16:creationId xmlns:a16="http://schemas.microsoft.com/office/drawing/2014/main" id="{EE33CA67-2743-BE45-A4E6-B088ACBBAB8E}"/>
              </a:ext>
            </a:extLst>
          </p:cNvPr>
          <p:cNvSpPr>
            <a:spLocks noGrp="1"/>
          </p:cNvSpPr>
          <p:nvPr>
            <p:ph type="title" hasCustomPrompt="1"/>
          </p:nvPr>
        </p:nvSpPr>
        <p:spPr/>
        <p:txBody>
          <a:bodyPr/>
          <a:lstStyle>
            <a:lvl1pPr>
              <a:defRPr spc="300" baseline="0"/>
            </a:lvl1pPr>
          </a:lstStyle>
          <a:p>
            <a:r>
              <a:rPr lang="en-US"/>
              <a:t>TITLE HERE. ALL CAPS. WHITE. 24 PT.</a:t>
            </a:r>
          </a:p>
        </p:txBody>
      </p:sp>
      <p:sp>
        <p:nvSpPr>
          <p:cNvPr id="2" name="Footer Placeholder 1">
            <a:extLst>
              <a:ext uri="{FF2B5EF4-FFF2-40B4-BE49-F238E27FC236}">
                <a16:creationId xmlns:a16="http://schemas.microsoft.com/office/drawing/2014/main" id="{8DD23D9B-E365-4390-B4C2-73EC374CAB60}"/>
              </a:ext>
            </a:extLst>
          </p:cNvPr>
          <p:cNvSpPr>
            <a:spLocks noGrp="1"/>
          </p:cNvSpPr>
          <p:nvPr>
            <p:ph type="ftr" sz="quarter" idx="10"/>
          </p:nvPr>
        </p:nvSpPr>
        <p:spPr/>
        <p:txBody>
          <a:bodyPr/>
          <a:lstStyle>
            <a:lvl1pPr>
              <a:defRPr spc="0"/>
            </a:lvl1pPr>
          </a:lstStyle>
          <a:p>
            <a:pPr algn="r"/>
            <a:r>
              <a:rPr lang="en-US"/>
              <a:t>CS Agentic Development</a:t>
            </a:r>
          </a:p>
        </p:txBody>
      </p:sp>
      <p:sp>
        <p:nvSpPr>
          <p:cNvPr id="3" name="Slide Number Placeholder 2">
            <a:extLst>
              <a:ext uri="{FF2B5EF4-FFF2-40B4-BE49-F238E27FC236}">
                <a16:creationId xmlns:a16="http://schemas.microsoft.com/office/drawing/2014/main" id="{E04FBCDF-CD63-4BEF-BE6A-CD05B51514E3}"/>
              </a:ext>
            </a:extLst>
          </p:cNvPr>
          <p:cNvSpPr>
            <a:spLocks noGrp="1"/>
          </p:cNvSpPr>
          <p:nvPr>
            <p:ph type="sldNum" sz="quarter" idx="11"/>
          </p:nvPr>
        </p:nvSpPr>
        <p:spPr/>
        <p:txBody>
          <a:bodyPr/>
          <a:lstStyle>
            <a:lvl1pPr>
              <a:defRPr spc="0"/>
            </a:lvl1pPr>
          </a:lstStyle>
          <a:p>
            <a:fld id="{FC3AA935-0552-4053-AB5F-13160B57B31C}" type="slidenum">
              <a:rPr lang="en-US" smtClean="0"/>
              <a:t>‹#›</a:t>
            </a:fld>
            <a:endParaRPr lang="en-US"/>
          </a:p>
        </p:txBody>
      </p:sp>
    </p:spTree>
    <p:extLst>
      <p:ext uri="{BB962C8B-B14F-4D97-AF65-F5344CB8AC3E}">
        <p14:creationId xmlns:p14="http://schemas.microsoft.com/office/powerpoint/2010/main" val="2605267579"/>
      </p:ext>
    </p:extLst>
  </p:cSld>
  <p:clrMapOvr>
    <a:masterClrMapping/>
  </p:clrMapOvr>
  <p:transition>
    <p:wipe dir="r"/>
  </p:transition>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p:cSld name="Content | Headline | Black">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7D42A82-65F5-9643-8C5E-E126C1F2FFB1}"/>
              </a:ext>
            </a:extLst>
          </p:cNvPr>
          <p:cNvSpPr>
            <a:spLocks noGrp="1"/>
          </p:cNvSpPr>
          <p:nvPr>
            <p:ph type="title" hasCustomPrompt="1"/>
          </p:nvPr>
        </p:nvSpPr>
        <p:spPr/>
        <p:txBody>
          <a:bodyPr/>
          <a:lstStyle>
            <a:lvl1pPr>
              <a:defRPr spc="300" baseline="0"/>
            </a:lvl1pPr>
          </a:lstStyle>
          <a:p>
            <a:r>
              <a:rPr lang="en-US"/>
              <a:t>TITLE HERE. ALL CAPS. WHITE. 24 PT.</a:t>
            </a:r>
          </a:p>
        </p:txBody>
      </p:sp>
      <p:sp>
        <p:nvSpPr>
          <p:cNvPr id="2" name="Footer Placeholder 1">
            <a:extLst>
              <a:ext uri="{FF2B5EF4-FFF2-40B4-BE49-F238E27FC236}">
                <a16:creationId xmlns:a16="http://schemas.microsoft.com/office/drawing/2014/main" id="{A24F9EE2-4406-4C21-92F4-F3E5A020A8E6}"/>
              </a:ext>
            </a:extLst>
          </p:cNvPr>
          <p:cNvSpPr>
            <a:spLocks noGrp="1"/>
          </p:cNvSpPr>
          <p:nvPr>
            <p:ph type="ftr" sz="quarter" idx="10"/>
          </p:nvPr>
        </p:nvSpPr>
        <p:spPr/>
        <p:txBody>
          <a:bodyPr/>
          <a:lstStyle>
            <a:lvl1pPr>
              <a:defRPr spc="0"/>
            </a:lvl1pPr>
          </a:lstStyle>
          <a:p>
            <a:pPr algn="r"/>
            <a:r>
              <a:rPr lang="en-US"/>
              <a:t>CS Agentic Development</a:t>
            </a:r>
          </a:p>
        </p:txBody>
      </p:sp>
      <p:sp>
        <p:nvSpPr>
          <p:cNvPr id="3" name="Slide Number Placeholder 2">
            <a:extLst>
              <a:ext uri="{FF2B5EF4-FFF2-40B4-BE49-F238E27FC236}">
                <a16:creationId xmlns:a16="http://schemas.microsoft.com/office/drawing/2014/main" id="{8EDD45E3-18F7-4B84-9FB9-181D23BECAE6}"/>
              </a:ext>
            </a:extLst>
          </p:cNvPr>
          <p:cNvSpPr>
            <a:spLocks noGrp="1"/>
          </p:cNvSpPr>
          <p:nvPr>
            <p:ph type="sldNum" sz="quarter" idx="11"/>
          </p:nvPr>
        </p:nvSpPr>
        <p:spPr/>
        <p:txBody>
          <a:bodyPr/>
          <a:lstStyle>
            <a:lvl1pPr>
              <a:defRPr spc="0"/>
            </a:lvl1pPr>
          </a:lstStyle>
          <a:p>
            <a:fld id="{FC3AA935-0552-4053-AB5F-13160B57B31C}" type="slidenum">
              <a:rPr lang="en-US" smtClean="0"/>
              <a:t>‹#›</a:t>
            </a:fld>
            <a:endParaRPr lang="en-US"/>
          </a:p>
        </p:txBody>
      </p:sp>
    </p:spTree>
    <p:extLst>
      <p:ext uri="{BB962C8B-B14F-4D97-AF65-F5344CB8AC3E}">
        <p14:creationId xmlns:p14="http://schemas.microsoft.com/office/powerpoint/2010/main" val="1825114964"/>
      </p:ext>
    </p:extLst>
  </p:cSld>
  <p:clrMapOvr>
    <a:masterClrMapping/>
  </p:clrMapOvr>
  <p:transition>
    <p:wipe dir="r"/>
  </p:transition>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p:cSld name="Content | 3 Collage + Sub | Black">
    <p:spTree>
      <p:nvGrpSpPr>
        <p:cNvPr id="1" name=""/>
        <p:cNvGrpSpPr/>
        <p:nvPr/>
      </p:nvGrpSpPr>
      <p:grpSpPr>
        <a:xfrm>
          <a:off x="0" y="0"/>
          <a:ext cx="0" cy="0"/>
          <a:chOff x="0" y="0"/>
          <a:chExt cx="0" cy="0"/>
        </a:xfrm>
      </p:grpSpPr>
      <p:sp>
        <p:nvSpPr>
          <p:cNvPr id="17" name="Picture Placeholder 3">
            <a:extLst>
              <a:ext uri="{FF2B5EF4-FFF2-40B4-BE49-F238E27FC236}">
                <a16:creationId xmlns:a16="http://schemas.microsoft.com/office/drawing/2014/main" id="{77EED0EA-774D-0F41-A218-DE820FFCF144}"/>
              </a:ext>
            </a:extLst>
          </p:cNvPr>
          <p:cNvSpPr>
            <a:spLocks noGrp="1"/>
          </p:cNvSpPr>
          <p:nvPr>
            <p:ph type="pic" sz="quarter" idx="10" hasCustomPrompt="1"/>
          </p:nvPr>
        </p:nvSpPr>
        <p:spPr>
          <a:xfrm>
            <a:off x="0" y="1973738"/>
            <a:ext cx="4145280" cy="913107"/>
          </a:xfrm>
          <a:ln>
            <a:solidFill>
              <a:schemeClr val="bg1"/>
            </a:solidFill>
          </a:ln>
        </p:spPr>
        <p:txBody>
          <a:bodyPr anchor="ctr"/>
          <a:lstStyle>
            <a:lvl1pPr marL="0" indent="0" algn="ctr">
              <a:buNone/>
              <a:defRPr spc="0"/>
            </a:lvl1pPr>
          </a:lstStyle>
          <a:p>
            <a:r>
              <a:rPr lang="en-US"/>
              <a:t>INSERT PHOTO HERE</a:t>
            </a:r>
          </a:p>
        </p:txBody>
      </p:sp>
      <p:sp>
        <p:nvSpPr>
          <p:cNvPr id="18" name="Picture Placeholder 3">
            <a:extLst>
              <a:ext uri="{FF2B5EF4-FFF2-40B4-BE49-F238E27FC236}">
                <a16:creationId xmlns:a16="http://schemas.microsoft.com/office/drawing/2014/main" id="{AA25B962-B6D5-E443-8523-A4362723BE09}"/>
              </a:ext>
            </a:extLst>
          </p:cNvPr>
          <p:cNvSpPr>
            <a:spLocks noGrp="1"/>
          </p:cNvSpPr>
          <p:nvPr>
            <p:ph type="pic" sz="quarter" idx="14" hasCustomPrompt="1"/>
          </p:nvPr>
        </p:nvSpPr>
        <p:spPr>
          <a:xfrm>
            <a:off x="4130412" y="1973736"/>
            <a:ext cx="8046720" cy="4142672"/>
          </a:xfrm>
          <a:ln>
            <a:solidFill>
              <a:schemeClr val="bg1"/>
            </a:solidFill>
          </a:ln>
        </p:spPr>
        <p:txBody>
          <a:bodyPr anchor="ctr"/>
          <a:lstStyle>
            <a:lvl1pPr marL="0" indent="0" algn="ctr">
              <a:buNone/>
              <a:defRPr spc="0"/>
            </a:lvl1pPr>
          </a:lstStyle>
          <a:p>
            <a:r>
              <a:rPr lang="en-US"/>
              <a:t>INSERT PHOTO HERE</a:t>
            </a:r>
          </a:p>
        </p:txBody>
      </p:sp>
      <p:sp>
        <p:nvSpPr>
          <p:cNvPr id="28" name="Picture Placeholder 3">
            <a:extLst>
              <a:ext uri="{FF2B5EF4-FFF2-40B4-BE49-F238E27FC236}">
                <a16:creationId xmlns:a16="http://schemas.microsoft.com/office/drawing/2014/main" id="{9303EEA9-2941-B74E-9117-7A9AD13BCAF1}"/>
              </a:ext>
            </a:extLst>
          </p:cNvPr>
          <p:cNvSpPr>
            <a:spLocks noGrp="1"/>
          </p:cNvSpPr>
          <p:nvPr>
            <p:ph type="pic" sz="quarter" idx="17" hasCustomPrompt="1"/>
          </p:nvPr>
        </p:nvSpPr>
        <p:spPr>
          <a:xfrm>
            <a:off x="0" y="2886845"/>
            <a:ext cx="4145280" cy="3229565"/>
          </a:xfrm>
          <a:ln>
            <a:solidFill>
              <a:schemeClr val="bg1"/>
            </a:solidFill>
          </a:ln>
        </p:spPr>
        <p:txBody>
          <a:bodyPr anchor="ctr"/>
          <a:lstStyle>
            <a:lvl1pPr marL="0" indent="0" algn="ctr">
              <a:buNone/>
              <a:defRPr spc="0"/>
            </a:lvl1pPr>
          </a:lstStyle>
          <a:p>
            <a:r>
              <a:rPr lang="en-US"/>
              <a:t>INSERT PHOTO HERE</a:t>
            </a:r>
          </a:p>
        </p:txBody>
      </p:sp>
      <p:sp>
        <p:nvSpPr>
          <p:cNvPr id="8" name="Text Placeholder 2">
            <a:extLst>
              <a:ext uri="{FF2B5EF4-FFF2-40B4-BE49-F238E27FC236}">
                <a16:creationId xmlns:a16="http://schemas.microsoft.com/office/drawing/2014/main" id="{3109CE1B-EC33-4340-989A-4E157D4BA7D2}"/>
              </a:ext>
            </a:extLst>
          </p:cNvPr>
          <p:cNvSpPr>
            <a:spLocks noGrp="1"/>
          </p:cNvSpPr>
          <p:nvPr>
            <p:ph type="body" idx="1" hasCustomPrompt="1"/>
          </p:nvPr>
        </p:nvSpPr>
        <p:spPr>
          <a:xfrm>
            <a:off x="609600" y="1166707"/>
            <a:ext cx="10972800" cy="411740"/>
          </a:xfrm>
        </p:spPr>
        <p:txBody>
          <a:bodyPr anchor="t">
            <a:normAutofit/>
          </a:bodyPr>
          <a:lstStyle>
            <a:lvl1pPr marL="0" indent="0">
              <a:buNone/>
              <a:defRPr sz="1100" b="0" cap="all" spc="300" baseline="0">
                <a:solidFill>
                  <a:schemeClr val="accent1"/>
                </a:solidFill>
              </a:defRPr>
            </a:lvl1pPr>
            <a:lvl2pPr marL="457178" indent="0">
              <a:buNone/>
              <a:defRPr sz="2000" b="1"/>
            </a:lvl2pPr>
            <a:lvl3pPr marL="914355" indent="0">
              <a:buNone/>
              <a:defRPr sz="1800" b="1"/>
            </a:lvl3pPr>
            <a:lvl4pPr marL="1371532" indent="0">
              <a:buNone/>
              <a:defRPr sz="1600" b="1"/>
            </a:lvl4pPr>
            <a:lvl5pPr marL="1828709" indent="0">
              <a:buNone/>
              <a:defRPr sz="1600" b="1"/>
            </a:lvl5pPr>
            <a:lvl6pPr marL="2285886" indent="0">
              <a:buNone/>
              <a:defRPr sz="1600" b="1"/>
            </a:lvl6pPr>
            <a:lvl7pPr marL="2743064" indent="0">
              <a:buNone/>
              <a:defRPr sz="1600" b="1"/>
            </a:lvl7pPr>
            <a:lvl8pPr marL="3200240" indent="0">
              <a:buNone/>
              <a:defRPr sz="1600" b="1"/>
            </a:lvl8pPr>
            <a:lvl9pPr marL="3657418" indent="0">
              <a:buNone/>
              <a:defRPr sz="1600" b="1"/>
            </a:lvl9pPr>
          </a:lstStyle>
          <a:p>
            <a:pPr lvl="0"/>
            <a:r>
              <a:rPr lang="en-US"/>
              <a:t>SUBTITLE | ALL CAPS | TERRA COTTA | 11 PT</a:t>
            </a:r>
          </a:p>
        </p:txBody>
      </p:sp>
      <p:sp>
        <p:nvSpPr>
          <p:cNvPr id="4" name="Title 3">
            <a:extLst>
              <a:ext uri="{FF2B5EF4-FFF2-40B4-BE49-F238E27FC236}">
                <a16:creationId xmlns:a16="http://schemas.microsoft.com/office/drawing/2014/main" id="{1CAFF837-9556-424F-BF3B-DC25B3885715}"/>
              </a:ext>
            </a:extLst>
          </p:cNvPr>
          <p:cNvSpPr>
            <a:spLocks noGrp="1"/>
          </p:cNvSpPr>
          <p:nvPr>
            <p:ph type="title" hasCustomPrompt="1"/>
          </p:nvPr>
        </p:nvSpPr>
        <p:spPr/>
        <p:txBody>
          <a:bodyPr/>
          <a:lstStyle>
            <a:lvl1pPr>
              <a:defRPr spc="300" baseline="0"/>
            </a:lvl1pPr>
          </a:lstStyle>
          <a:p>
            <a:r>
              <a:rPr lang="en-US"/>
              <a:t>TITLE HERE. ALL CAPS. WHITE. 24 PT.</a:t>
            </a:r>
          </a:p>
        </p:txBody>
      </p:sp>
      <p:sp>
        <p:nvSpPr>
          <p:cNvPr id="2" name="Footer Placeholder 1">
            <a:extLst>
              <a:ext uri="{FF2B5EF4-FFF2-40B4-BE49-F238E27FC236}">
                <a16:creationId xmlns:a16="http://schemas.microsoft.com/office/drawing/2014/main" id="{794FD6C8-43BC-4102-ACE7-BF469C8BBAFF}"/>
              </a:ext>
            </a:extLst>
          </p:cNvPr>
          <p:cNvSpPr>
            <a:spLocks noGrp="1"/>
          </p:cNvSpPr>
          <p:nvPr>
            <p:ph type="ftr" sz="quarter" idx="18"/>
          </p:nvPr>
        </p:nvSpPr>
        <p:spPr/>
        <p:txBody>
          <a:bodyPr/>
          <a:lstStyle>
            <a:lvl1pPr>
              <a:defRPr spc="0"/>
            </a:lvl1pPr>
          </a:lstStyle>
          <a:p>
            <a:pPr algn="r"/>
            <a:r>
              <a:rPr lang="en-US"/>
              <a:t>CS Agentic Development</a:t>
            </a:r>
          </a:p>
        </p:txBody>
      </p:sp>
      <p:sp>
        <p:nvSpPr>
          <p:cNvPr id="3" name="Slide Number Placeholder 2">
            <a:extLst>
              <a:ext uri="{FF2B5EF4-FFF2-40B4-BE49-F238E27FC236}">
                <a16:creationId xmlns:a16="http://schemas.microsoft.com/office/drawing/2014/main" id="{D21BDE68-94B6-4E33-A15B-7D0201FF59A2}"/>
              </a:ext>
            </a:extLst>
          </p:cNvPr>
          <p:cNvSpPr>
            <a:spLocks noGrp="1"/>
          </p:cNvSpPr>
          <p:nvPr>
            <p:ph type="sldNum" sz="quarter" idx="19"/>
          </p:nvPr>
        </p:nvSpPr>
        <p:spPr/>
        <p:txBody>
          <a:bodyPr/>
          <a:lstStyle>
            <a:lvl1pPr>
              <a:defRPr spc="0"/>
            </a:lvl1pPr>
          </a:lstStyle>
          <a:p>
            <a:fld id="{FC3AA935-0552-4053-AB5F-13160B57B31C}" type="slidenum">
              <a:rPr lang="en-US" smtClean="0"/>
              <a:t>‹#›</a:t>
            </a:fld>
            <a:endParaRPr lang="en-US"/>
          </a:p>
        </p:txBody>
      </p:sp>
    </p:spTree>
    <p:extLst>
      <p:ext uri="{BB962C8B-B14F-4D97-AF65-F5344CB8AC3E}">
        <p14:creationId xmlns:p14="http://schemas.microsoft.com/office/powerpoint/2010/main" val="1680743211"/>
      </p:ext>
    </p:extLst>
  </p:cSld>
  <p:clrMapOvr>
    <a:masterClrMapping/>
  </p:clrMapOvr>
  <p:transition>
    <p:wipe dir="r"/>
  </p:transition>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p:cSld name="Content | 3 Collage | Black">
    <p:spTree>
      <p:nvGrpSpPr>
        <p:cNvPr id="1" name=""/>
        <p:cNvGrpSpPr/>
        <p:nvPr/>
      </p:nvGrpSpPr>
      <p:grpSpPr>
        <a:xfrm>
          <a:off x="0" y="0"/>
          <a:ext cx="0" cy="0"/>
          <a:chOff x="0" y="0"/>
          <a:chExt cx="0" cy="0"/>
        </a:xfrm>
      </p:grpSpPr>
      <p:sp>
        <p:nvSpPr>
          <p:cNvPr id="14" name="Picture Placeholder 3">
            <a:extLst>
              <a:ext uri="{FF2B5EF4-FFF2-40B4-BE49-F238E27FC236}">
                <a16:creationId xmlns:a16="http://schemas.microsoft.com/office/drawing/2014/main" id="{BF40DBD9-649C-9E44-A365-E9AF1300ECB3}"/>
              </a:ext>
            </a:extLst>
          </p:cNvPr>
          <p:cNvSpPr>
            <a:spLocks noGrp="1"/>
          </p:cNvSpPr>
          <p:nvPr>
            <p:ph type="pic" sz="quarter" idx="10" hasCustomPrompt="1"/>
          </p:nvPr>
        </p:nvSpPr>
        <p:spPr>
          <a:xfrm>
            <a:off x="0" y="1552919"/>
            <a:ext cx="4145280" cy="1221812"/>
          </a:xfrm>
          <a:ln>
            <a:solidFill>
              <a:schemeClr val="bg1"/>
            </a:solidFill>
          </a:ln>
        </p:spPr>
        <p:txBody>
          <a:bodyPr anchor="ctr"/>
          <a:lstStyle>
            <a:lvl1pPr marL="0" indent="0" algn="ctr">
              <a:buNone/>
              <a:defRPr spc="0"/>
            </a:lvl1pPr>
          </a:lstStyle>
          <a:p>
            <a:r>
              <a:rPr lang="en-US"/>
              <a:t>INSERT PHOTO HERE</a:t>
            </a:r>
          </a:p>
        </p:txBody>
      </p:sp>
      <p:sp>
        <p:nvSpPr>
          <p:cNvPr id="17" name="Picture Placeholder 3">
            <a:extLst>
              <a:ext uri="{FF2B5EF4-FFF2-40B4-BE49-F238E27FC236}">
                <a16:creationId xmlns:a16="http://schemas.microsoft.com/office/drawing/2014/main" id="{1115DFFC-CD2E-F041-805B-96932B19DA14}"/>
              </a:ext>
            </a:extLst>
          </p:cNvPr>
          <p:cNvSpPr>
            <a:spLocks noGrp="1"/>
          </p:cNvSpPr>
          <p:nvPr>
            <p:ph type="pic" sz="quarter" idx="16" hasCustomPrompt="1"/>
          </p:nvPr>
        </p:nvSpPr>
        <p:spPr>
          <a:xfrm>
            <a:off x="4130412" y="1555531"/>
            <a:ext cx="8046720" cy="4560876"/>
          </a:xfrm>
          <a:ln>
            <a:solidFill>
              <a:schemeClr val="bg1"/>
            </a:solidFill>
          </a:ln>
        </p:spPr>
        <p:txBody>
          <a:bodyPr anchor="ctr"/>
          <a:lstStyle>
            <a:lvl1pPr marL="0" indent="0" algn="ctr">
              <a:buNone/>
              <a:defRPr spc="0"/>
            </a:lvl1pPr>
          </a:lstStyle>
          <a:p>
            <a:r>
              <a:rPr lang="en-US"/>
              <a:t>INSERT PHOTO HERE</a:t>
            </a:r>
          </a:p>
        </p:txBody>
      </p:sp>
      <p:sp>
        <p:nvSpPr>
          <p:cNvPr id="18" name="Picture Placeholder 3">
            <a:extLst>
              <a:ext uri="{FF2B5EF4-FFF2-40B4-BE49-F238E27FC236}">
                <a16:creationId xmlns:a16="http://schemas.microsoft.com/office/drawing/2014/main" id="{5025509D-C23E-E24C-9625-BD927A967CA9}"/>
              </a:ext>
            </a:extLst>
          </p:cNvPr>
          <p:cNvSpPr>
            <a:spLocks noGrp="1"/>
          </p:cNvSpPr>
          <p:nvPr>
            <p:ph type="pic" sz="quarter" idx="17" hasCustomPrompt="1"/>
          </p:nvPr>
        </p:nvSpPr>
        <p:spPr>
          <a:xfrm>
            <a:off x="0" y="2774731"/>
            <a:ext cx="4145280" cy="3341676"/>
          </a:xfrm>
          <a:ln>
            <a:solidFill>
              <a:schemeClr val="bg1"/>
            </a:solidFill>
          </a:ln>
        </p:spPr>
        <p:txBody>
          <a:bodyPr anchor="ctr"/>
          <a:lstStyle>
            <a:lvl1pPr marL="0" indent="0" algn="ctr">
              <a:buNone/>
              <a:defRPr spc="0"/>
            </a:lvl1pPr>
          </a:lstStyle>
          <a:p>
            <a:r>
              <a:rPr lang="en-US"/>
              <a:t>INSERT PHOTO HERE</a:t>
            </a:r>
          </a:p>
        </p:txBody>
      </p:sp>
      <p:sp>
        <p:nvSpPr>
          <p:cNvPr id="4" name="Title 3">
            <a:extLst>
              <a:ext uri="{FF2B5EF4-FFF2-40B4-BE49-F238E27FC236}">
                <a16:creationId xmlns:a16="http://schemas.microsoft.com/office/drawing/2014/main" id="{A2A98B6A-953C-CB4D-B187-26021C9C7CD2}"/>
              </a:ext>
            </a:extLst>
          </p:cNvPr>
          <p:cNvSpPr>
            <a:spLocks noGrp="1"/>
          </p:cNvSpPr>
          <p:nvPr>
            <p:ph type="title" hasCustomPrompt="1"/>
          </p:nvPr>
        </p:nvSpPr>
        <p:spPr/>
        <p:txBody>
          <a:bodyPr/>
          <a:lstStyle>
            <a:lvl1pPr>
              <a:defRPr spc="300" baseline="0"/>
            </a:lvl1pPr>
          </a:lstStyle>
          <a:p>
            <a:r>
              <a:rPr lang="en-US"/>
              <a:t>TITLE HERE. ALL CAPS. WHITE. 24 PT.</a:t>
            </a:r>
          </a:p>
        </p:txBody>
      </p:sp>
      <p:sp>
        <p:nvSpPr>
          <p:cNvPr id="2" name="Footer Placeholder 1">
            <a:extLst>
              <a:ext uri="{FF2B5EF4-FFF2-40B4-BE49-F238E27FC236}">
                <a16:creationId xmlns:a16="http://schemas.microsoft.com/office/drawing/2014/main" id="{1821283D-BD12-4875-AF80-4F52F686B3DF}"/>
              </a:ext>
            </a:extLst>
          </p:cNvPr>
          <p:cNvSpPr>
            <a:spLocks noGrp="1"/>
          </p:cNvSpPr>
          <p:nvPr>
            <p:ph type="ftr" sz="quarter" idx="18"/>
          </p:nvPr>
        </p:nvSpPr>
        <p:spPr/>
        <p:txBody>
          <a:bodyPr/>
          <a:lstStyle>
            <a:lvl1pPr>
              <a:defRPr spc="0"/>
            </a:lvl1pPr>
          </a:lstStyle>
          <a:p>
            <a:pPr algn="r"/>
            <a:r>
              <a:rPr lang="en-US"/>
              <a:t>CS Agentic Development</a:t>
            </a:r>
          </a:p>
        </p:txBody>
      </p:sp>
      <p:sp>
        <p:nvSpPr>
          <p:cNvPr id="3" name="Slide Number Placeholder 2">
            <a:extLst>
              <a:ext uri="{FF2B5EF4-FFF2-40B4-BE49-F238E27FC236}">
                <a16:creationId xmlns:a16="http://schemas.microsoft.com/office/drawing/2014/main" id="{E0CF32B8-F448-4736-85DD-63E5A177F60E}"/>
              </a:ext>
            </a:extLst>
          </p:cNvPr>
          <p:cNvSpPr>
            <a:spLocks noGrp="1"/>
          </p:cNvSpPr>
          <p:nvPr>
            <p:ph type="sldNum" sz="quarter" idx="19"/>
          </p:nvPr>
        </p:nvSpPr>
        <p:spPr/>
        <p:txBody>
          <a:bodyPr/>
          <a:lstStyle>
            <a:lvl1pPr>
              <a:defRPr spc="0"/>
            </a:lvl1pPr>
          </a:lstStyle>
          <a:p>
            <a:fld id="{FC3AA935-0552-4053-AB5F-13160B57B31C}" type="slidenum">
              <a:rPr lang="en-US" smtClean="0"/>
              <a:t>‹#›</a:t>
            </a:fld>
            <a:endParaRPr lang="en-US"/>
          </a:p>
        </p:txBody>
      </p:sp>
    </p:spTree>
    <p:extLst>
      <p:ext uri="{BB962C8B-B14F-4D97-AF65-F5344CB8AC3E}">
        <p14:creationId xmlns:p14="http://schemas.microsoft.com/office/powerpoint/2010/main" val="2945035209"/>
      </p:ext>
    </p:extLst>
  </p:cSld>
  <p:clrMapOvr>
    <a:masterClrMapping/>
  </p:clrMapOvr>
  <p:transition>
    <p:wipe dir="r"/>
  </p:transition>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p:cSld name="Content | Two Columns | Black">
    <p:spTree>
      <p:nvGrpSpPr>
        <p:cNvPr id="1" name=""/>
        <p:cNvGrpSpPr/>
        <p:nvPr/>
      </p:nvGrpSpPr>
      <p:grpSpPr>
        <a:xfrm>
          <a:off x="0" y="0"/>
          <a:ext cx="0" cy="0"/>
          <a:chOff x="0" y="0"/>
          <a:chExt cx="0" cy="0"/>
        </a:xfrm>
      </p:grpSpPr>
      <p:sp>
        <p:nvSpPr>
          <p:cNvPr id="7" name="Text Placeholder 2">
            <a:extLst>
              <a:ext uri="{FF2B5EF4-FFF2-40B4-BE49-F238E27FC236}">
                <a16:creationId xmlns:a16="http://schemas.microsoft.com/office/drawing/2014/main" id="{6044BBBB-5C96-3A4C-B91C-AC2AB125BBA5}"/>
              </a:ext>
            </a:extLst>
          </p:cNvPr>
          <p:cNvSpPr>
            <a:spLocks noGrp="1"/>
          </p:cNvSpPr>
          <p:nvPr>
            <p:ph type="body" idx="1" hasCustomPrompt="1"/>
          </p:nvPr>
        </p:nvSpPr>
        <p:spPr>
          <a:xfrm>
            <a:off x="609600" y="1166707"/>
            <a:ext cx="10972800" cy="411740"/>
          </a:xfrm>
        </p:spPr>
        <p:txBody>
          <a:bodyPr anchor="t">
            <a:normAutofit/>
          </a:bodyPr>
          <a:lstStyle>
            <a:lvl1pPr marL="0" indent="0">
              <a:buNone/>
              <a:defRPr sz="1100" b="0" cap="all" spc="300" baseline="0">
                <a:solidFill>
                  <a:schemeClr val="accent1"/>
                </a:solidFill>
              </a:defRPr>
            </a:lvl1pPr>
            <a:lvl2pPr marL="457178" indent="0">
              <a:buNone/>
              <a:defRPr sz="2000" b="1"/>
            </a:lvl2pPr>
            <a:lvl3pPr marL="914355" indent="0">
              <a:buNone/>
              <a:defRPr sz="1800" b="1"/>
            </a:lvl3pPr>
            <a:lvl4pPr marL="1371532" indent="0">
              <a:buNone/>
              <a:defRPr sz="1600" b="1"/>
            </a:lvl4pPr>
            <a:lvl5pPr marL="1828709" indent="0">
              <a:buNone/>
              <a:defRPr sz="1600" b="1"/>
            </a:lvl5pPr>
            <a:lvl6pPr marL="2285886" indent="0">
              <a:buNone/>
              <a:defRPr sz="1600" b="1"/>
            </a:lvl6pPr>
            <a:lvl7pPr marL="2743064" indent="0">
              <a:buNone/>
              <a:defRPr sz="1600" b="1"/>
            </a:lvl7pPr>
            <a:lvl8pPr marL="3200240" indent="0">
              <a:buNone/>
              <a:defRPr sz="1600" b="1"/>
            </a:lvl8pPr>
            <a:lvl9pPr marL="3657418" indent="0">
              <a:buNone/>
              <a:defRPr sz="1600" b="1"/>
            </a:lvl9pPr>
          </a:lstStyle>
          <a:p>
            <a:pPr lvl="0"/>
            <a:r>
              <a:rPr lang="en-US"/>
              <a:t>SUBTITLE | ALL CAPS | TERRA COTTA | 11 PT</a:t>
            </a:r>
          </a:p>
        </p:txBody>
      </p:sp>
      <p:sp>
        <p:nvSpPr>
          <p:cNvPr id="3" name="Title 2">
            <a:extLst>
              <a:ext uri="{FF2B5EF4-FFF2-40B4-BE49-F238E27FC236}">
                <a16:creationId xmlns:a16="http://schemas.microsoft.com/office/drawing/2014/main" id="{670FBF85-F908-9543-AF8C-C05EF7A1286E}"/>
              </a:ext>
            </a:extLst>
          </p:cNvPr>
          <p:cNvSpPr>
            <a:spLocks noGrp="1"/>
          </p:cNvSpPr>
          <p:nvPr>
            <p:ph type="title" hasCustomPrompt="1"/>
          </p:nvPr>
        </p:nvSpPr>
        <p:spPr/>
        <p:txBody>
          <a:bodyPr/>
          <a:lstStyle>
            <a:lvl1pPr>
              <a:defRPr spc="300" baseline="0"/>
            </a:lvl1pPr>
          </a:lstStyle>
          <a:p>
            <a:r>
              <a:rPr lang="en-US"/>
              <a:t>TITLE HERE. ALL CAPS. WHITE. 24 PT.</a:t>
            </a:r>
          </a:p>
        </p:txBody>
      </p:sp>
      <p:sp>
        <p:nvSpPr>
          <p:cNvPr id="2" name="Footer Placeholder 1">
            <a:extLst>
              <a:ext uri="{FF2B5EF4-FFF2-40B4-BE49-F238E27FC236}">
                <a16:creationId xmlns:a16="http://schemas.microsoft.com/office/drawing/2014/main" id="{7D401187-5DE5-46F5-BE19-2596CA0E38C0}"/>
              </a:ext>
            </a:extLst>
          </p:cNvPr>
          <p:cNvSpPr>
            <a:spLocks noGrp="1"/>
          </p:cNvSpPr>
          <p:nvPr>
            <p:ph type="ftr" sz="quarter" idx="12"/>
          </p:nvPr>
        </p:nvSpPr>
        <p:spPr/>
        <p:txBody>
          <a:bodyPr/>
          <a:lstStyle>
            <a:lvl1pPr>
              <a:defRPr spc="0"/>
            </a:lvl1pPr>
          </a:lstStyle>
          <a:p>
            <a:r>
              <a:rPr lang="en-US"/>
              <a:t>CS Agentic Development</a:t>
            </a:r>
          </a:p>
        </p:txBody>
      </p:sp>
      <p:sp>
        <p:nvSpPr>
          <p:cNvPr id="11" name="Content Placeholder 4">
            <a:extLst>
              <a:ext uri="{FF2B5EF4-FFF2-40B4-BE49-F238E27FC236}">
                <a16:creationId xmlns:a16="http://schemas.microsoft.com/office/drawing/2014/main" id="{4C5A4B9D-E5EB-4E0B-9B27-98BCC447BCEE}"/>
              </a:ext>
            </a:extLst>
          </p:cNvPr>
          <p:cNvSpPr>
            <a:spLocks noGrp="1"/>
          </p:cNvSpPr>
          <p:nvPr>
            <p:ph sz="quarter" idx="11"/>
          </p:nvPr>
        </p:nvSpPr>
        <p:spPr>
          <a:xfrm>
            <a:off x="609600" y="1753431"/>
            <a:ext cx="5386917" cy="4327516"/>
          </a:xfrm>
        </p:spPr>
        <p:txBody>
          <a:bodyPr/>
          <a:lstStyle>
            <a:lvl1pPr>
              <a:defRPr spc="0"/>
            </a:lvl1pPr>
            <a:lvl2pPr>
              <a:defRPr spc="0"/>
            </a:lvl2pPr>
            <a:lvl3pPr>
              <a:defRPr spc="0"/>
            </a:lvl3pPr>
            <a:lvl4pPr>
              <a:defRPr spc="0"/>
            </a:lvl4pPr>
            <a:lvl5pPr>
              <a:defRPr spc="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8">
            <a:extLst>
              <a:ext uri="{FF2B5EF4-FFF2-40B4-BE49-F238E27FC236}">
                <a16:creationId xmlns:a16="http://schemas.microsoft.com/office/drawing/2014/main" id="{F1C83059-51E5-4C78-98F2-FD7F352BC5B4}"/>
              </a:ext>
            </a:extLst>
          </p:cNvPr>
          <p:cNvSpPr>
            <a:spLocks noGrp="1"/>
          </p:cNvSpPr>
          <p:nvPr>
            <p:ph sz="quarter" idx="13"/>
          </p:nvPr>
        </p:nvSpPr>
        <p:spPr>
          <a:xfrm>
            <a:off x="6193367" y="1754660"/>
            <a:ext cx="5386917" cy="4318856"/>
          </a:xfrm>
        </p:spPr>
        <p:txBody>
          <a:bodyPr/>
          <a:lstStyle>
            <a:lvl1pPr>
              <a:defRPr spc="0"/>
            </a:lvl1pPr>
            <a:lvl2pPr>
              <a:defRPr spc="0"/>
            </a:lvl2pPr>
            <a:lvl3pPr>
              <a:defRPr spc="0"/>
            </a:lvl3pPr>
            <a:lvl4pPr>
              <a:defRPr spc="0"/>
            </a:lvl4pPr>
            <a:lvl5pPr>
              <a:defRPr spc="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3">
            <a:extLst>
              <a:ext uri="{FF2B5EF4-FFF2-40B4-BE49-F238E27FC236}">
                <a16:creationId xmlns:a16="http://schemas.microsoft.com/office/drawing/2014/main" id="{B79ED366-2A05-459B-9DF8-5BF698B7A4FA}"/>
              </a:ext>
            </a:extLst>
          </p:cNvPr>
          <p:cNvSpPr>
            <a:spLocks noGrp="1"/>
          </p:cNvSpPr>
          <p:nvPr>
            <p:ph type="sldNum" sz="quarter" idx="14"/>
          </p:nvPr>
        </p:nvSpPr>
        <p:spPr/>
        <p:txBody>
          <a:bodyPr/>
          <a:lstStyle>
            <a:lvl1pPr>
              <a:defRPr spc="0"/>
            </a:lvl1pPr>
          </a:lstStyle>
          <a:p>
            <a:fld id="{FC3AA935-0552-4053-AB5F-13160B57B31C}" type="slidenum">
              <a:rPr lang="en-US" smtClean="0"/>
              <a:t>‹#›</a:t>
            </a:fld>
            <a:endParaRPr lang="en-US"/>
          </a:p>
        </p:txBody>
      </p:sp>
    </p:spTree>
    <p:extLst>
      <p:ext uri="{BB962C8B-B14F-4D97-AF65-F5344CB8AC3E}">
        <p14:creationId xmlns:p14="http://schemas.microsoft.com/office/powerpoint/2010/main" val="1367662302"/>
      </p:ext>
    </p:extLst>
  </p:cSld>
  <p:clrMapOvr>
    <a:masterClrMapping/>
  </p:clrMapOvr>
  <p:transition>
    <p:wipe dir="r"/>
  </p:transition>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p:cSld name="Content | Three Columns | Black">
    <p:spTree>
      <p:nvGrpSpPr>
        <p:cNvPr id="1" name=""/>
        <p:cNvGrpSpPr/>
        <p:nvPr/>
      </p:nvGrpSpPr>
      <p:grpSpPr>
        <a:xfrm>
          <a:off x="0" y="0"/>
          <a:ext cx="0" cy="0"/>
          <a:chOff x="0" y="0"/>
          <a:chExt cx="0" cy="0"/>
        </a:xfrm>
      </p:grpSpPr>
      <p:sp>
        <p:nvSpPr>
          <p:cNvPr id="9" name="Text Placeholder 2">
            <a:extLst>
              <a:ext uri="{FF2B5EF4-FFF2-40B4-BE49-F238E27FC236}">
                <a16:creationId xmlns:a16="http://schemas.microsoft.com/office/drawing/2014/main" id="{ED6962E5-3DA9-814E-8D8E-BA7C9106E7CA}"/>
              </a:ext>
            </a:extLst>
          </p:cNvPr>
          <p:cNvSpPr>
            <a:spLocks noGrp="1"/>
          </p:cNvSpPr>
          <p:nvPr>
            <p:ph type="body" idx="16" hasCustomPrompt="1"/>
          </p:nvPr>
        </p:nvSpPr>
        <p:spPr>
          <a:xfrm>
            <a:off x="609600" y="1166707"/>
            <a:ext cx="10972800" cy="411740"/>
          </a:xfrm>
        </p:spPr>
        <p:txBody>
          <a:bodyPr anchor="t">
            <a:normAutofit/>
          </a:bodyPr>
          <a:lstStyle>
            <a:lvl1pPr marL="0" indent="0">
              <a:buNone/>
              <a:defRPr sz="1100" b="0" cap="all" spc="300" baseline="0">
                <a:solidFill>
                  <a:schemeClr val="accent1"/>
                </a:solidFill>
              </a:defRPr>
            </a:lvl1pPr>
            <a:lvl2pPr marL="457178" indent="0">
              <a:buNone/>
              <a:defRPr sz="2000" b="1"/>
            </a:lvl2pPr>
            <a:lvl3pPr marL="914355" indent="0">
              <a:buNone/>
              <a:defRPr sz="1800" b="1"/>
            </a:lvl3pPr>
            <a:lvl4pPr marL="1371532" indent="0">
              <a:buNone/>
              <a:defRPr sz="1600" b="1"/>
            </a:lvl4pPr>
            <a:lvl5pPr marL="1828709" indent="0">
              <a:buNone/>
              <a:defRPr sz="1600" b="1"/>
            </a:lvl5pPr>
            <a:lvl6pPr marL="2285886" indent="0">
              <a:buNone/>
              <a:defRPr sz="1600" b="1"/>
            </a:lvl6pPr>
            <a:lvl7pPr marL="2743064" indent="0">
              <a:buNone/>
              <a:defRPr sz="1600" b="1"/>
            </a:lvl7pPr>
            <a:lvl8pPr marL="3200240" indent="0">
              <a:buNone/>
              <a:defRPr sz="1600" b="1"/>
            </a:lvl8pPr>
            <a:lvl9pPr marL="3657418" indent="0">
              <a:buNone/>
              <a:defRPr sz="1600" b="1"/>
            </a:lvl9pPr>
          </a:lstStyle>
          <a:p>
            <a:pPr lvl="0"/>
            <a:r>
              <a:rPr lang="en-US"/>
              <a:t>SUBTITLE | ALL CAPS | TERRA COTTA | 11 PT</a:t>
            </a:r>
          </a:p>
        </p:txBody>
      </p:sp>
      <p:sp>
        <p:nvSpPr>
          <p:cNvPr id="3" name="Title 2">
            <a:extLst>
              <a:ext uri="{FF2B5EF4-FFF2-40B4-BE49-F238E27FC236}">
                <a16:creationId xmlns:a16="http://schemas.microsoft.com/office/drawing/2014/main" id="{7F82CE58-32D5-3345-8D45-4B2911CEFF06}"/>
              </a:ext>
            </a:extLst>
          </p:cNvPr>
          <p:cNvSpPr>
            <a:spLocks noGrp="1"/>
          </p:cNvSpPr>
          <p:nvPr>
            <p:ph type="title" hasCustomPrompt="1"/>
          </p:nvPr>
        </p:nvSpPr>
        <p:spPr/>
        <p:txBody>
          <a:bodyPr/>
          <a:lstStyle>
            <a:lvl1pPr>
              <a:defRPr spc="300" baseline="0"/>
            </a:lvl1pPr>
          </a:lstStyle>
          <a:p>
            <a:r>
              <a:rPr lang="en-US"/>
              <a:t>TITLE HERE. ALL CAPS. WHITE. 24 PT.</a:t>
            </a:r>
          </a:p>
        </p:txBody>
      </p:sp>
      <p:sp>
        <p:nvSpPr>
          <p:cNvPr id="2" name="Footer Placeholder 1">
            <a:extLst>
              <a:ext uri="{FF2B5EF4-FFF2-40B4-BE49-F238E27FC236}">
                <a16:creationId xmlns:a16="http://schemas.microsoft.com/office/drawing/2014/main" id="{198A64F6-4B15-444C-BB90-5F5E8F3B383D}"/>
              </a:ext>
            </a:extLst>
          </p:cNvPr>
          <p:cNvSpPr>
            <a:spLocks noGrp="1"/>
          </p:cNvSpPr>
          <p:nvPr>
            <p:ph type="ftr" sz="quarter" idx="17"/>
          </p:nvPr>
        </p:nvSpPr>
        <p:spPr/>
        <p:txBody>
          <a:bodyPr/>
          <a:lstStyle>
            <a:lvl1pPr>
              <a:defRPr spc="0"/>
            </a:lvl1pPr>
          </a:lstStyle>
          <a:p>
            <a:r>
              <a:rPr lang="en-US"/>
              <a:t>CS Agentic Development</a:t>
            </a:r>
          </a:p>
        </p:txBody>
      </p:sp>
      <p:sp>
        <p:nvSpPr>
          <p:cNvPr id="12" name="Content Placeholder 2"/>
          <p:cNvSpPr>
            <a:spLocks noGrp="1"/>
          </p:cNvSpPr>
          <p:nvPr>
            <p:ph sz="half" idx="1" hasCustomPrompt="1"/>
          </p:nvPr>
        </p:nvSpPr>
        <p:spPr>
          <a:xfrm>
            <a:off x="609600" y="1688175"/>
            <a:ext cx="3535680" cy="4392772"/>
          </a:xfrm>
        </p:spPr>
        <p:txBody>
          <a:bodyPr>
            <a:noAutofit/>
          </a:bodyPr>
          <a:lstStyle>
            <a:lvl1pPr>
              <a:buClr>
                <a:schemeClr val="accent1"/>
              </a:buClr>
              <a:defRPr sz="1600" spc="0"/>
            </a:lvl1pPr>
            <a:lvl2pPr>
              <a:buClr>
                <a:schemeClr val="accent1"/>
              </a:buClr>
              <a:defRPr sz="1400" spc="0"/>
            </a:lvl2pPr>
            <a:lvl3pPr>
              <a:buClr>
                <a:schemeClr val="accent1"/>
              </a:buClr>
              <a:defRPr sz="1200" spc="0"/>
            </a:lvl3pPr>
            <a:lvl4pPr marL="1371532" indent="0">
              <a:buClr>
                <a:schemeClr val="bg2"/>
              </a:buClr>
              <a:buNone/>
              <a:defRPr sz="1200"/>
            </a:lvl4pPr>
            <a:lvl5pPr>
              <a:buClr>
                <a:schemeClr val="bg2"/>
              </a:buClr>
              <a:defRPr sz="12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p:txBody>
      </p:sp>
      <p:sp>
        <p:nvSpPr>
          <p:cNvPr id="13" name="Content Placeholder 3"/>
          <p:cNvSpPr>
            <a:spLocks noGrp="1"/>
          </p:cNvSpPr>
          <p:nvPr>
            <p:ph sz="half" idx="2" hasCustomPrompt="1"/>
          </p:nvPr>
        </p:nvSpPr>
        <p:spPr>
          <a:xfrm>
            <a:off x="8046720" y="1688175"/>
            <a:ext cx="3535680" cy="4392772"/>
          </a:xfrm>
        </p:spPr>
        <p:txBody>
          <a:bodyPr>
            <a:noAutofit/>
          </a:bodyPr>
          <a:lstStyle>
            <a:lvl1pPr>
              <a:buClr>
                <a:schemeClr val="accent1"/>
              </a:buClr>
              <a:defRPr sz="1600" spc="0"/>
            </a:lvl1pPr>
            <a:lvl2pPr>
              <a:buClr>
                <a:schemeClr val="accent1"/>
              </a:buClr>
              <a:defRPr sz="1400" spc="0"/>
            </a:lvl2pPr>
            <a:lvl3pPr>
              <a:buClr>
                <a:schemeClr val="accent1"/>
              </a:buClr>
              <a:defRPr sz="1200" spc="0"/>
            </a:lvl3pPr>
            <a:lvl4pPr>
              <a:buClr>
                <a:schemeClr val="bg2"/>
              </a:buClr>
              <a:defRPr sz="1200"/>
            </a:lvl4pPr>
            <a:lvl5pPr>
              <a:buClr>
                <a:schemeClr val="bg2"/>
              </a:buClr>
              <a:defRPr sz="12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p:txBody>
      </p:sp>
      <p:sp>
        <p:nvSpPr>
          <p:cNvPr id="14" name="Content Placeholder 3"/>
          <p:cNvSpPr>
            <a:spLocks noGrp="1"/>
          </p:cNvSpPr>
          <p:nvPr>
            <p:ph sz="half" idx="12" hasCustomPrompt="1"/>
          </p:nvPr>
        </p:nvSpPr>
        <p:spPr>
          <a:xfrm>
            <a:off x="4328160" y="1688175"/>
            <a:ext cx="3535680" cy="4392772"/>
          </a:xfrm>
        </p:spPr>
        <p:txBody>
          <a:bodyPr>
            <a:noAutofit/>
          </a:bodyPr>
          <a:lstStyle>
            <a:lvl1pPr>
              <a:buClr>
                <a:schemeClr val="accent1"/>
              </a:buClr>
              <a:defRPr sz="1600" spc="0"/>
            </a:lvl1pPr>
            <a:lvl2pPr>
              <a:buClr>
                <a:schemeClr val="accent1"/>
              </a:buClr>
              <a:defRPr sz="1400" spc="0"/>
            </a:lvl2pPr>
            <a:lvl3pPr>
              <a:buClr>
                <a:schemeClr val="accent1"/>
              </a:buClr>
              <a:defRPr sz="1200" spc="0"/>
            </a:lvl3pPr>
            <a:lvl4pPr>
              <a:buClr>
                <a:schemeClr val="bg2"/>
              </a:buClr>
              <a:defRPr sz="1200"/>
            </a:lvl4pPr>
            <a:lvl5pPr>
              <a:buClr>
                <a:schemeClr val="bg2"/>
              </a:buClr>
              <a:defRPr sz="12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p:txBody>
      </p:sp>
      <p:sp>
        <p:nvSpPr>
          <p:cNvPr id="4" name="Slide Number Placeholder 3">
            <a:extLst>
              <a:ext uri="{FF2B5EF4-FFF2-40B4-BE49-F238E27FC236}">
                <a16:creationId xmlns:a16="http://schemas.microsoft.com/office/drawing/2014/main" id="{B5B9F715-BBA8-46EE-81BA-5AB0ECF70AFF}"/>
              </a:ext>
            </a:extLst>
          </p:cNvPr>
          <p:cNvSpPr>
            <a:spLocks noGrp="1"/>
          </p:cNvSpPr>
          <p:nvPr>
            <p:ph type="sldNum" sz="quarter" idx="18"/>
          </p:nvPr>
        </p:nvSpPr>
        <p:spPr/>
        <p:txBody>
          <a:bodyPr/>
          <a:lstStyle>
            <a:lvl1pPr>
              <a:defRPr spc="0"/>
            </a:lvl1pPr>
          </a:lstStyle>
          <a:p>
            <a:fld id="{FC3AA935-0552-4053-AB5F-13160B57B31C}" type="slidenum">
              <a:rPr lang="en-US" smtClean="0"/>
              <a:t>‹#›</a:t>
            </a:fld>
            <a:endParaRPr lang="en-US"/>
          </a:p>
        </p:txBody>
      </p:sp>
    </p:spTree>
    <p:extLst>
      <p:ext uri="{BB962C8B-B14F-4D97-AF65-F5344CB8AC3E}">
        <p14:creationId xmlns:p14="http://schemas.microsoft.com/office/powerpoint/2010/main" val="2760687364"/>
      </p:ext>
    </p:extLst>
  </p:cSld>
  <p:clrMapOvr>
    <a:masterClrMapping/>
  </p:clrMapOvr>
  <p:transition>
    <p:wipe dir="r"/>
  </p:transition>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p:cSld name="Blank | Black">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C46A440C-5DF3-4DDD-A00A-84F8F4748E8D}"/>
              </a:ext>
            </a:extLst>
          </p:cNvPr>
          <p:cNvSpPr>
            <a:spLocks noGrp="1"/>
          </p:cNvSpPr>
          <p:nvPr>
            <p:ph type="ftr" sz="quarter" idx="10"/>
          </p:nvPr>
        </p:nvSpPr>
        <p:spPr/>
        <p:txBody>
          <a:bodyPr/>
          <a:lstStyle>
            <a:lvl1pPr>
              <a:defRPr spc="0"/>
            </a:lvl1pPr>
          </a:lstStyle>
          <a:p>
            <a:pPr algn="r"/>
            <a:r>
              <a:rPr lang="en-US"/>
              <a:t>CS Agentic Development</a:t>
            </a:r>
          </a:p>
        </p:txBody>
      </p:sp>
      <p:sp>
        <p:nvSpPr>
          <p:cNvPr id="5" name="Slide Number Placeholder 4">
            <a:extLst>
              <a:ext uri="{FF2B5EF4-FFF2-40B4-BE49-F238E27FC236}">
                <a16:creationId xmlns:a16="http://schemas.microsoft.com/office/drawing/2014/main" id="{FB4E18CA-2E4A-41D9-B678-28F90E51E09B}"/>
              </a:ext>
            </a:extLst>
          </p:cNvPr>
          <p:cNvSpPr>
            <a:spLocks noGrp="1"/>
          </p:cNvSpPr>
          <p:nvPr>
            <p:ph type="sldNum" sz="quarter" idx="11"/>
          </p:nvPr>
        </p:nvSpPr>
        <p:spPr/>
        <p:txBody>
          <a:bodyPr/>
          <a:lstStyle>
            <a:lvl1pPr>
              <a:defRPr spc="0"/>
            </a:lvl1pPr>
          </a:lstStyle>
          <a:p>
            <a:fld id="{FC3AA935-0552-4053-AB5F-13160B57B31C}" type="slidenum">
              <a:rPr lang="en-US" smtClean="0"/>
              <a:t>‹#›</a:t>
            </a:fld>
            <a:endParaRPr lang="en-US"/>
          </a:p>
        </p:txBody>
      </p:sp>
    </p:spTree>
    <p:extLst>
      <p:ext uri="{BB962C8B-B14F-4D97-AF65-F5344CB8AC3E}">
        <p14:creationId xmlns:p14="http://schemas.microsoft.com/office/powerpoint/2010/main" val="3550780351"/>
      </p:ext>
    </p:extLst>
  </p:cSld>
  <p:clrMapOvr>
    <a:masterClrMapping/>
  </p:clrMapOvr>
  <p:transition>
    <p:wipe dir="r"/>
  </p:transition>
</p:sldLayout>
</file>

<file path=ppt/slideLayouts/slideLayout106.xml><?xml version="1.0" encoding="utf-8"?>
<p:sldLayout xmlns:a="http://schemas.openxmlformats.org/drawingml/2006/main" xmlns:r="http://schemas.openxmlformats.org/officeDocument/2006/relationships" xmlns:p="http://schemas.openxmlformats.org/presentationml/2006/main" showMasterSp="0" preserve="1">
  <p:cSld name="Blank | Black | No Logo">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A5C24002-EE42-4430-9A4A-6C0B504FEA51}"/>
              </a:ext>
            </a:extLst>
          </p:cNvPr>
          <p:cNvSpPr>
            <a:spLocks noGrp="1"/>
          </p:cNvSpPr>
          <p:nvPr>
            <p:ph type="ftr" sz="quarter" idx="10"/>
          </p:nvPr>
        </p:nvSpPr>
        <p:spPr/>
        <p:txBody>
          <a:bodyPr/>
          <a:lstStyle>
            <a:lvl1pPr>
              <a:defRPr spc="0"/>
            </a:lvl1pPr>
          </a:lstStyle>
          <a:p>
            <a:pPr algn="r"/>
            <a:r>
              <a:rPr lang="en-US"/>
              <a:t>CS Agentic Development</a:t>
            </a:r>
          </a:p>
        </p:txBody>
      </p:sp>
      <p:sp>
        <p:nvSpPr>
          <p:cNvPr id="6" name="Slide Number Placeholder 5">
            <a:extLst>
              <a:ext uri="{FF2B5EF4-FFF2-40B4-BE49-F238E27FC236}">
                <a16:creationId xmlns:a16="http://schemas.microsoft.com/office/drawing/2014/main" id="{12E0FB2B-E08A-4F60-8C05-86602CA6541D}"/>
              </a:ext>
            </a:extLst>
          </p:cNvPr>
          <p:cNvSpPr>
            <a:spLocks noGrp="1"/>
          </p:cNvSpPr>
          <p:nvPr>
            <p:ph type="sldNum" sz="quarter" idx="11"/>
          </p:nvPr>
        </p:nvSpPr>
        <p:spPr/>
        <p:txBody>
          <a:bodyPr/>
          <a:lstStyle>
            <a:lvl1pPr>
              <a:defRPr spc="0"/>
            </a:lvl1pPr>
          </a:lstStyle>
          <a:p>
            <a:fld id="{FC3AA935-0552-4053-AB5F-13160B57B31C}" type="slidenum">
              <a:rPr lang="en-US" smtClean="0"/>
              <a:t>‹#›</a:t>
            </a:fld>
            <a:endParaRPr lang="en-US"/>
          </a:p>
        </p:txBody>
      </p:sp>
      <p:sp>
        <p:nvSpPr>
          <p:cNvPr id="5" name="Footer Placeholder 3">
            <a:extLst>
              <a:ext uri="{FF2B5EF4-FFF2-40B4-BE49-F238E27FC236}">
                <a16:creationId xmlns:a16="http://schemas.microsoft.com/office/drawing/2014/main" id="{53DD90CB-1EDF-48E1-BC72-0C5983054F42}"/>
              </a:ext>
            </a:extLst>
          </p:cNvPr>
          <p:cNvSpPr txBox="1">
            <a:spLocks/>
          </p:cNvSpPr>
          <p:nvPr/>
        </p:nvSpPr>
        <p:spPr>
          <a:xfrm>
            <a:off x="5296103" y="6279970"/>
            <a:ext cx="5997303" cy="183091"/>
          </a:xfrm>
          <a:prstGeom prst="rect">
            <a:avLst/>
          </a:prstGeom>
        </p:spPr>
        <p:txBody>
          <a:bodyPr vert="horz" lIns="0" tIns="0" rIns="0" bIns="0" rtlCol="0" anchor="ctr"/>
          <a:lstStyle>
            <a:defPPr>
              <a:defRPr lang="en-US"/>
            </a:defPPr>
            <a:lvl1pPr marL="0" algn="r" defTabSz="457200" rtl="0" eaLnBrk="1" latinLnBrk="0" hangingPunct="1">
              <a:defRPr sz="600" b="0" kern="800" spc="40" baseline="0">
                <a:solidFill>
                  <a:schemeClr val="tx2"/>
                </a:solidFill>
                <a:latin typeface="+mj-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600" spc="0" baseline="0">
                <a:solidFill>
                  <a:schemeClr val="tx1"/>
                </a:solidFill>
                <a:cs typeface="DIN-Light"/>
              </a:rPr>
              <a:t>© 2020 </a:t>
            </a:r>
            <a:r>
              <a:rPr lang="en-US" sz="600" spc="0" baseline="0">
                <a:solidFill>
                  <a:schemeClr val="tx1"/>
                </a:solidFill>
              </a:rPr>
              <a:t>Collins Aerospace</a:t>
            </a:r>
            <a:endParaRPr lang="en-US" sz="600" spc="0" baseline="0">
              <a:solidFill>
                <a:schemeClr val="accent1"/>
              </a:solidFill>
              <a:cs typeface="DIN-Light"/>
              <a:sym typeface="Verdana"/>
            </a:endParaRPr>
          </a:p>
        </p:txBody>
      </p:sp>
    </p:spTree>
    <p:extLst>
      <p:ext uri="{BB962C8B-B14F-4D97-AF65-F5344CB8AC3E}">
        <p14:creationId xmlns:p14="http://schemas.microsoft.com/office/powerpoint/2010/main" val="1903257934"/>
      </p:ext>
    </p:extLst>
  </p:cSld>
  <p:clrMapOvr>
    <a:masterClrMapping/>
  </p:clrMapOvr>
  <p:transition>
    <p:wipe dir="r"/>
  </p:transition>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p:cSld name="Cover Slide | White Text">
    <p:spTree>
      <p:nvGrpSpPr>
        <p:cNvPr id="1" name=""/>
        <p:cNvGrpSpPr/>
        <p:nvPr/>
      </p:nvGrpSpPr>
      <p:grpSpPr>
        <a:xfrm>
          <a:off x="0" y="0"/>
          <a:ext cx="0" cy="0"/>
          <a:chOff x="0" y="0"/>
          <a:chExt cx="0" cy="0"/>
        </a:xfrm>
      </p:grpSpPr>
      <p:sp>
        <p:nvSpPr>
          <p:cNvPr id="13" name="Title Placeholder 1"/>
          <p:cNvSpPr>
            <a:spLocks noGrp="1"/>
          </p:cNvSpPr>
          <p:nvPr>
            <p:ph type="title" hasCustomPrompt="1"/>
          </p:nvPr>
        </p:nvSpPr>
        <p:spPr>
          <a:xfrm>
            <a:off x="609600" y="466829"/>
            <a:ext cx="6495845" cy="1617613"/>
          </a:xfrm>
          <a:prstGeom prst="rect">
            <a:avLst/>
          </a:prstGeom>
        </p:spPr>
        <p:txBody>
          <a:bodyPr vert="horz" lIns="91440" tIns="45720" rIns="91440" bIns="45720" rtlCol="0" anchor="b">
            <a:noAutofit/>
          </a:bodyPr>
          <a:lstStyle>
            <a:lvl1pPr>
              <a:defRPr spc="300" baseline="0"/>
            </a:lvl1pPr>
          </a:lstStyle>
          <a:p>
            <a:pPr lvl="0"/>
            <a:r>
              <a:rPr lang="en-US"/>
              <a:t>TITLE HERE. ALL CAPS. WHITE. 24 PT.</a:t>
            </a:r>
          </a:p>
        </p:txBody>
      </p:sp>
      <p:sp>
        <p:nvSpPr>
          <p:cNvPr id="11" name="Text Placeholder 17">
            <a:extLst>
              <a:ext uri="{FF2B5EF4-FFF2-40B4-BE49-F238E27FC236}">
                <a16:creationId xmlns:a16="http://schemas.microsoft.com/office/drawing/2014/main" id="{7397E52E-98A3-4984-931D-1E63DCDB9A33}"/>
              </a:ext>
            </a:extLst>
          </p:cNvPr>
          <p:cNvSpPr>
            <a:spLocks noGrp="1"/>
          </p:cNvSpPr>
          <p:nvPr>
            <p:ph type="body" sz="quarter" idx="28" hasCustomPrompt="1"/>
          </p:nvPr>
        </p:nvSpPr>
        <p:spPr>
          <a:xfrm>
            <a:off x="609600" y="2138820"/>
            <a:ext cx="6507888" cy="613853"/>
          </a:xfrm>
        </p:spPr>
        <p:txBody>
          <a:bodyPr anchor="t">
            <a:noAutofit/>
          </a:bodyPr>
          <a:lstStyle>
            <a:lvl1pPr marL="0" indent="0">
              <a:buNone/>
              <a:defRPr sz="1100" cap="all" spc="300" baseline="0">
                <a:solidFill>
                  <a:schemeClr val="accent1"/>
                </a:solidFill>
              </a:defRPr>
            </a:lvl1pPr>
          </a:lstStyle>
          <a:p>
            <a:pPr lvl="0"/>
            <a:r>
              <a:rPr lang="en-US"/>
              <a:t>SUBHEAD HERE. ALL CAPS. TERRA COTTA. 11 PT.</a:t>
            </a:r>
          </a:p>
        </p:txBody>
      </p:sp>
      <p:sp>
        <p:nvSpPr>
          <p:cNvPr id="3" name="Footer Placeholder 2">
            <a:extLst>
              <a:ext uri="{FF2B5EF4-FFF2-40B4-BE49-F238E27FC236}">
                <a16:creationId xmlns:a16="http://schemas.microsoft.com/office/drawing/2014/main" id="{7A221D27-7279-4E5A-A354-B1B0C73D427F}"/>
              </a:ext>
            </a:extLst>
          </p:cNvPr>
          <p:cNvSpPr>
            <a:spLocks noGrp="1"/>
          </p:cNvSpPr>
          <p:nvPr>
            <p:ph type="ftr" sz="quarter" idx="29"/>
          </p:nvPr>
        </p:nvSpPr>
        <p:spPr/>
        <p:txBody>
          <a:bodyPr/>
          <a:lstStyle/>
          <a:p>
            <a:r>
              <a:rPr lang="en-US"/>
              <a:t>CS Agentic Development</a:t>
            </a:r>
          </a:p>
        </p:txBody>
      </p:sp>
      <p:sp>
        <p:nvSpPr>
          <p:cNvPr id="4" name="Slide Number Placeholder 3">
            <a:extLst>
              <a:ext uri="{FF2B5EF4-FFF2-40B4-BE49-F238E27FC236}">
                <a16:creationId xmlns:a16="http://schemas.microsoft.com/office/drawing/2014/main" id="{DB156E47-238B-4F65-BF44-6D8FA932FBBD}"/>
              </a:ext>
            </a:extLst>
          </p:cNvPr>
          <p:cNvSpPr>
            <a:spLocks noGrp="1"/>
          </p:cNvSpPr>
          <p:nvPr>
            <p:ph type="sldNum" sz="quarter" idx="30"/>
          </p:nvPr>
        </p:nvSpPr>
        <p:spPr/>
        <p:txBody>
          <a:bodyPr/>
          <a:lstStyle/>
          <a:p>
            <a:fld id="{FC3AA935-0552-4053-AB5F-13160B57B31C}" type="slidenum">
              <a:rPr lang="en-US" smtClean="0"/>
              <a:t>‹#›</a:t>
            </a:fld>
            <a:endParaRPr lang="en-US"/>
          </a:p>
        </p:txBody>
      </p:sp>
    </p:spTree>
    <p:extLst>
      <p:ext uri="{BB962C8B-B14F-4D97-AF65-F5344CB8AC3E}">
        <p14:creationId xmlns:p14="http://schemas.microsoft.com/office/powerpoint/2010/main" val="2419637001"/>
      </p:ext>
    </p:extLst>
  </p:cSld>
  <p:clrMapOvr>
    <a:masterClrMapping/>
  </p:clrMapOvr>
  <p:transition>
    <p:wipe dir="r"/>
  </p:transition>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p:cSld name="Cover Slide | Black Text">
    <p:bg>
      <p:bgRef idx="1001">
        <a:schemeClr val="bg1"/>
      </p:bgRef>
    </p:bg>
    <p:spTree>
      <p:nvGrpSpPr>
        <p:cNvPr id="1" name=""/>
        <p:cNvGrpSpPr/>
        <p:nvPr/>
      </p:nvGrpSpPr>
      <p:grpSpPr>
        <a:xfrm>
          <a:off x="0" y="0"/>
          <a:ext cx="0" cy="0"/>
          <a:chOff x="0" y="0"/>
          <a:chExt cx="0" cy="0"/>
        </a:xfrm>
      </p:grpSpPr>
      <p:sp>
        <p:nvSpPr>
          <p:cNvPr id="10" name="Title Placeholder 1"/>
          <p:cNvSpPr>
            <a:spLocks noGrp="1"/>
          </p:cNvSpPr>
          <p:nvPr>
            <p:ph type="title" hasCustomPrompt="1"/>
          </p:nvPr>
        </p:nvSpPr>
        <p:spPr>
          <a:xfrm>
            <a:off x="609600" y="466829"/>
            <a:ext cx="6495845" cy="1617613"/>
          </a:xfrm>
          <a:prstGeom prst="rect">
            <a:avLst/>
          </a:prstGeom>
        </p:spPr>
        <p:txBody>
          <a:bodyPr vert="horz" lIns="91440" tIns="45720" rIns="91440" bIns="45720" rtlCol="0" anchor="b">
            <a:noAutofit/>
          </a:bodyPr>
          <a:lstStyle>
            <a:lvl1pPr>
              <a:defRPr spc="300" baseline="0"/>
            </a:lvl1pPr>
          </a:lstStyle>
          <a:p>
            <a:pPr lvl="0"/>
            <a:r>
              <a:rPr lang="en-US"/>
              <a:t>TITLE HERE. ALL CAPS. BLACK. 24 PT.</a:t>
            </a:r>
          </a:p>
        </p:txBody>
      </p:sp>
      <p:sp>
        <p:nvSpPr>
          <p:cNvPr id="12" name="Text Placeholder 17">
            <a:extLst>
              <a:ext uri="{FF2B5EF4-FFF2-40B4-BE49-F238E27FC236}">
                <a16:creationId xmlns:a16="http://schemas.microsoft.com/office/drawing/2014/main" id="{67AA4070-7CFC-45F6-8A11-958B4586B16F}"/>
              </a:ext>
            </a:extLst>
          </p:cNvPr>
          <p:cNvSpPr>
            <a:spLocks noGrp="1"/>
          </p:cNvSpPr>
          <p:nvPr>
            <p:ph type="body" sz="quarter" idx="28" hasCustomPrompt="1"/>
          </p:nvPr>
        </p:nvSpPr>
        <p:spPr>
          <a:xfrm>
            <a:off x="609600" y="2138820"/>
            <a:ext cx="6507888" cy="613853"/>
          </a:xfrm>
        </p:spPr>
        <p:txBody>
          <a:bodyPr anchor="t">
            <a:noAutofit/>
          </a:bodyPr>
          <a:lstStyle>
            <a:lvl1pPr marL="0" indent="0">
              <a:buNone/>
              <a:defRPr sz="1100" cap="all" spc="300" baseline="0">
                <a:solidFill>
                  <a:schemeClr val="accent1"/>
                </a:solidFill>
              </a:defRPr>
            </a:lvl1pPr>
          </a:lstStyle>
          <a:p>
            <a:pPr lvl="0"/>
            <a:r>
              <a:rPr lang="en-US"/>
              <a:t>SUBHEAD HERE. ALL CAPS. TERRA COTTA. 11 PT.</a:t>
            </a:r>
          </a:p>
        </p:txBody>
      </p:sp>
      <p:sp>
        <p:nvSpPr>
          <p:cNvPr id="2" name="Footer Placeholder 1">
            <a:extLst>
              <a:ext uri="{FF2B5EF4-FFF2-40B4-BE49-F238E27FC236}">
                <a16:creationId xmlns:a16="http://schemas.microsoft.com/office/drawing/2014/main" id="{3145897C-23C1-436B-89DF-882EE349FC81}"/>
              </a:ext>
            </a:extLst>
          </p:cNvPr>
          <p:cNvSpPr>
            <a:spLocks noGrp="1"/>
          </p:cNvSpPr>
          <p:nvPr>
            <p:ph type="ftr" sz="quarter" idx="29"/>
          </p:nvPr>
        </p:nvSpPr>
        <p:spPr/>
        <p:txBody>
          <a:bodyPr/>
          <a:lstStyle/>
          <a:p>
            <a:r>
              <a:rPr lang="en-US"/>
              <a:t>CS Agentic Development</a:t>
            </a:r>
          </a:p>
        </p:txBody>
      </p:sp>
      <p:sp>
        <p:nvSpPr>
          <p:cNvPr id="4" name="Slide Number Placeholder 3">
            <a:extLst>
              <a:ext uri="{FF2B5EF4-FFF2-40B4-BE49-F238E27FC236}">
                <a16:creationId xmlns:a16="http://schemas.microsoft.com/office/drawing/2014/main" id="{AFCCD10A-591E-4F9C-9814-BD8C78107065}"/>
              </a:ext>
            </a:extLst>
          </p:cNvPr>
          <p:cNvSpPr>
            <a:spLocks noGrp="1"/>
          </p:cNvSpPr>
          <p:nvPr>
            <p:ph type="sldNum" sz="quarter" idx="30"/>
          </p:nvPr>
        </p:nvSpPr>
        <p:spPr/>
        <p:txBody>
          <a:bodyPr/>
          <a:lstStyle/>
          <a:p>
            <a:fld id="{FC3AA935-0552-4053-AB5F-13160B57B31C}" type="slidenum">
              <a:rPr lang="en-US" smtClean="0"/>
              <a:t>‹#›</a:t>
            </a:fld>
            <a:endParaRPr lang="en-US"/>
          </a:p>
        </p:txBody>
      </p:sp>
    </p:spTree>
    <p:extLst>
      <p:ext uri="{BB962C8B-B14F-4D97-AF65-F5344CB8AC3E}">
        <p14:creationId xmlns:p14="http://schemas.microsoft.com/office/powerpoint/2010/main" val="3323377100"/>
      </p:ext>
    </p:extLst>
  </p:cSld>
  <p:clrMapOvr>
    <a:overrideClrMapping bg1="lt1" tx1="dk1" bg2="lt2" tx2="dk2" accent1="accent1" accent2="accent2" accent3="accent3" accent4="accent4" accent5="accent5" accent6="accent6" hlink="hlink" folHlink="folHlink"/>
  </p:clrMapOvr>
  <p:transition>
    <p:wipe dir="r"/>
  </p:transition>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p:cSld name="Alt Cover Slide | Solid | Black">
    <p:bg>
      <p:bgRef idx="1001">
        <a:schemeClr val="bg1"/>
      </p:bgRef>
    </p:bg>
    <p:spTree>
      <p:nvGrpSpPr>
        <p:cNvPr id="1" name=""/>
        <p:cNvGrpSpPr/>
        <p:nvPr/>
      </p:nvGrpSpPr>
      <p:grpSpPr>
        <a:xfrm>
          <a:off x="0" y="0"/>
          <a:ext cx="0" cy="0"/>
          <a:chOff x="0" y="0"/>
          <a:chExt cx="0" cy="0"/>
        </a:xfrm>
      </p:grpSpPr>
      <p:sp>
        <p:nvSpPr>
          <p:cNvPr id="21" name="Title 1">
            <a:extLst>
              <a:ext uri="{FF2B5EF4-FFF2-40B4-BE49-F238E27FC236}">
                <a16:creationId xmlns:a16="http://schemas.microsoft.com/office/drawing/2014/main" id="{F4A54FD8-B531-0B4E-8934-C853C4D67D98}"/>
              </a:ext>
            </a:extLst>
          </p:cNvPr>
          <p:cNvSpPr>
            <a:spLocks noGrp="1"/>
          </p:cNvSpPr>
          <p:nvPr>
            <p:ph type="title" hasCustomPrompt="1"/>
          </p:nvPr>
        </p:nvSpPr>
        <p:spPr>
          <a:xfrm>
            <a:off x="609601" y="2697277"/>
            <a:ext cx="6906408" cy="1617613"/>
          </a:xfrm>
          <a:prstGeom prst="rect">
            <a:avLst/>
          </a:prstGeom>
        </p:spPr>
        <p:txBody>
          <a:bodyPr anchor="b"/>
          <a:lstStyle>
            <a:lvl1pPr marL="0" marR="0" indent="0" algn="l" defTabSz="457178" rtl="0" eaLnBrk="1" fontAlgn="auto" latinLnBrk="0" hangingPunct="1">
              <a:lnSpc>
                <a:spcPct val="100000"/>
              </a:lnSpc>
              <a:spcBef>
                <a:spcPct val="0"/>
              </a:spcBef>
              <a:spcAft>
                <a:spcPts val="0"/>
              </a:spcAft>
              <a:buClrTx/>
              <a:buSzTx/>
              <a:buFontTx/>
              <a:buNone/>
              <a:tabLst/>
              <a:defRPr spc="300" baseline="0">
                <a:solidFill>
                  <a:schemeClr val="tx1"/>
                </a:solidFill>
              </a:defRPr>
            </a:lvl1pPr>
          </a:lstStyle>
          <a:p>
            <a:pPr marL="0" marR="0" lvl="0" indent="0" algn="l" defTabSz="457178" rtl="0" eaLnBrk="1" fontAlgn="auto" latinLnBrk="0" hangingPunct="1">
              <a:lnSpc>
                <a:spcPct val="100000"/>
              </a:lnSpc>
              <a:spcBef>
                <a:spcPct val="0"/>
              </a:spcBef>
              <a:spcAft>
                <a:spcPts val="0"/>
              </a:spcAft>
              <a:buClrTx/>
              <a:buSzTx/>
              <a:buFontTx/>
              <a:buNone/>
              <a:tabLst/>
              <a:defRPr/>
            </a:pPr>
            <a:r>
              <a:rPr lang="en-US"/>
              <a:t>title HERE. ALL CAPS. white. 24 PT.</a:t>
            </a:r>
          </a:p>
        </p:txBody>
      </p:sp>
      <p:sp>
        <p:nvSpPr>
          <p:cNvPr id="24" name="Text Placeholder 17">
            <a:extLst>
              <a:ext uri="{FF2B5EF4-FFF2-40B4-BE49-F238E27FC236}">
                <a16:creationId xmlns:a16="http://schemas.microsoft.com/office/drawing/2014/main" id="{D31D793F-8D60-444C-B182-F47C65D2738F}"/>
              </a:ext>
            </a:extLst>
          </p:cNvPr>
          <p:cNvSpPr>
            <a:spLocks noGrp="1"/>
          </p:cNvSpPr>
          <p:nvPr>
            <p:ph type="body" sz="quarter" idx="28" hasCustomPrompt="1"/>
          </p:nvPr>
        </p:nvSpPr>
        <p:spPr>
          <a:xfrm>
            <a:off x="609601" y="4376177"/>
            <a:ext cx="6906408" cy="613853"/>
          </a:xfrm>
        </p:spPr>
        <p:txBody>
          <a:bodyPr anchor="t">
            <a:noAutofit/>
          </a:bodyPr>
          <a:lstStyle>
            <a:lvl1pPr marL="0" indent="0">
              <a:buNone/>
              <a:defRPr sz="1100" cap="all" spc="300" baseline="0">
                <a:solidFill>
                  <a:schemeClr val="accent1"/>
                </a:solidFill>
              </a:defRPr>
            </a:lvl1pPr>
          </a:lstStyle>
          <a:p>
            <a:pPr lvl="0"/>
            <a:r>
              <a:rPr lang="en-US"/>
              <a:t>SUBHEAD HERE. ALL CAPS. TERRA COTTA. 11 PT.</a:t>
            </a:r>
          </a:p>
        </p:txBody>
      </p:sp>
      <p:cxnSp>
        <p:nvCxnSpPr>
          <p:cNvPr id="23" name="Straight Connector 22"/>
          <p:cNvCxnSpPr/>
          <p:nvPr/>
        </p:nvCxnSpPr>
        <p:spPr>
          <a:xfrm>
            <a:off x="609600" y="609600"/>
            <a:ext cx="11582400" cy="0"/>
          </a:xfrm>
          <a:prstGeom prst="line">
            <a:avLst/>
          </a:prstGeom>
          <a:ln w="6350" cap="sq">
            <a:solidFill>
              <a:schemeClr val="accent1"/>
            </a:solidFill>
            <a:headEnd type="oval" w="sm" len="sm"/>
          </a:ln>
          <a:effectLst/>
        </p:spPr>
        <p:style>
          <a:lnRef idx="2">
            <a:schemeClr val="accent1"/>
          </a:lnRef>
          <a:fillRef idx="0">
            <a:schemeClr val="accent1"/>
          </a:fillRef>
          <a:effectRef idx="1">
            <a:schemeClr val="accent1"/>
          </a:effectRef>
          <a:fontRef idx="minor">
            <a:schemeClr val="tx1"/>
          </a:fontRef>
        </p:style>
      </p:cxnSp>
      <p:sp>
        <p:nvSpPr>
          <p:cNvPr id="2" name="Footer Placeholder 1">
            <a:extLst>
              <a:ext uri="{FF2B5EF4-FFF2-40B4-BE49-F238E27FC236}">
                <a16:creationId xmlns:a16="http://schemas.microsoft.com/office/drawing/2014/main" id="{95AAEC19-A6B2-4318-8059-930560E2463A}"/>
              </a:ext>
            </a:extLst>
          </p:cNvPr>
          <p:cNvSpPr>
            <a:spLocks noGrp="1"/>
          </p:cNvSpPr>
          <p:nvPr>
            <p:ph type="ftr" sz="quarter" idx="29"/>
          </p:nvPr>
        </p:nvSpPr>
        <p:spPr/>
        <p:txBody>
          <a:bodyPr/>
          <a:lstStyle>
            <a:lvl1pPr>
              <a:defRPr spc="0"/>
            </a:lvl1pPr>
          </a:lstStyle>
          <a:p>
            <a:pPr algn="r"/>
            <a:r>
              <a:rPr lang="en-US"/>
              <a:t>CS Agentic Development</a:t>
            </a:r>
          </a:p>
        </p:txBody>
      </p:sp>
      <p:sp>
        <p:nvSpPr>
          <p:cNvPr id="3" name="Slide Number Placeholder 2">
            <a:extLst>
              <a:ext uri="{FF2B5EF4-FFF2-40B4-BE49-F238E27FC236}">
                <a16:creationId xmlns:a16="http://schemas.microsoft.com/office/drawing/2014/main" id="{2BB0D61B-C032-47A0-817B-E65EADC178ED}"/>
              </a:ext>
            </a:extLst>
          </p:cNvPr>
          <p:cNvSpPr>
            <a:spLocks noGrp="1"/>
          </p:cNvSpPr>
          <p:nvPr>
            <p:ph type="sldNum" sz="quarter" idx="30"/>
          </p:nvPr>
        </p:nvSpPr>
        <p:spPr/>
        <p:txBody>
          <a:bodyPr/>
          <a:lstStyle>
            <a:lvl1pPr>
              <a:defRPr spc="0"/>
            </a:lvl1pPr>
          </a:lstStyle>
          <a:p>
            <a:fld id="{FC3AA935-0552-4053-AB5F-13160B57B31C}" type="slidenum">
              <a:rPr lang="en-US" smtClean="0"/>
              <a:t>‹#›</a:t>
            </a:fld>
            <a:endParaRPr lang="en-US"/>
          </a:p>
        </p:txBody>
      </p:sp>
    </p:spTree>
    <p:extLst>
      <p:ext uri="{BB962C8B-B14F-4D97-AF65-F5344CB8AC3E}">
        <p14:creationId xmlns:p14="http://schemas.microsoft.com/office/powerpoint/2010/main" val="3605645761"/>
      </p:ext>
    </p:extLst>
  </p:cSld>
  <p:clrMapOvr>
    <a:overrideClrMapping bg1="dk1" tx1="lt1" bg2="dk2" tx2="lt2" accent1="accent1" accent2="accent2" accent3="accent3" accent4="accent4" accent5="accent5" accent6="accent6" hlink="hlink" folHlink="folHlink"/>
  </p:clrMapOvr>
  <p:transition>
    <p:wipe dir="r"/>
  </p:transition>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p:cSld name="Alt Cover Slide | Solid | White">
    <p:bg>
      <p:bgRef idx="1001">
        <a:schemeClr val="bg1"/>
      </p:bgRef>
    </p:bg>
    <p:spTree>
      <p:nvGrpSpPr>
        <p:cNvPr id="1" name=""/>
        <p:cNvGrpSpPr/>
        <p:nvPr/>
      </p:nvGrpSpPr>
      <p:grpSpPr>
        <a:xfrm>
          <a:off x="0" y="0"/>
          <a:ext cx="0" cy="0"/>
          <a:chOff x="0" y="0"/>
          <a:chExt cx="0" cy="0"/>
        </a:xfrm>
      </p:grpSpPr>
      <p:sp>
        <p:nvSpPr>
          <p:cNvPr id="21" name="Title 1">
            <a:extLst>
              <a:ext uri="{FF2B5EF4-FFF2-40B4-BE49-F238E27FC236}">
                <a16:creationId xmlns:a16="http://schemas.microsoft.com/office/drawing/2014/main" id="{F4A54FD8-B531-0B4E-8934-C853C4D67D98}"/>
              </a:ext>
            </a:extLst>
          </p:cNvPr>
          <p:cNvSpPr>
            <a:spLocks noGrp="1"/>
          </p:cNvSpPr>
          <p:nvPr>
            <p:ph type="title" hasCustomPrompt="1"/>
          </p:nvPr>
        </p:nvSpPr>
        <p:spPr>
          <a:xfrm>
            <a:off x="609601" y="2697277"/>
            <a:ext cx="6906408" cy="1617613"/>
          </a:xfrm>
          <a:prstGeom prst="rect">
            <a:avLst/>
          </a:prstGeom>
        </p:spPr>
        <p:txBody>
          <a:bodyPr anchor="b"/>
          <a:lstStyle>
            <a:lvl1pPr marL="0" marR="0" indent="0" algn="l" defTabSz="457178" rtl="0" eaLnBrk="1" fontAlgn="auto" latinLnBrk="0" hangingPunct="1">
              <a:lnSpc>
                <a:spcPct val="100000"/>
              </a:lnSpc>
              <a:spcBef>
                <a:spcPct val="0"/>
              </a:spcBef>
              <a:spcAft>
                <a:spcPts val="0"/>
              </a:spcAft>
              <a:buClrTx/>
              <a:buSzTx/>
              <a:buFontTx/>
              <a:buNone/>
              <a:tabLst/>
              <a:defRPr spc="300" baseline="0">
                <a:solidFill>
                  <a:schemeClr val="tx1"/>
                </a:solidFill>
              </a:defRPr>
            </a:lvl1pPr>
          </a:lstStyle>
          <a:p>
            <a:pPr marL="0" marR="0" lvl="0" indent="0" algn="l" defTabSz="457178" rtl="0" eaLnBrk="1" fontAlgn="auto" latinLnBrk="0" hangingPunct="1">
              <a:lnSpc>
                <a:spcPct val="100000"/>
              </a:lnSpc>
              <a:spcBef>
                <a:spcPct val="0"/>
              </a:spcBef>
              <a:spcAft>
                <a:spcPts val="0"/>
              </a:spcAft>
              <a:buClrTx/>
              <a:buSzTx/>
              <a:buFontTx/>
              <a:buNone/>
              <a:tabLst/>
              <a:defRPr/>
            </a:pPr>
            <a:r>
              <a:rPr lang="en-US"/>
              <a:t>title HERE. ALL CAPS. black. 24 PT.</a:t>
            </a:r>
          </a:p>
        </p:txBody>
      </p:sp>
      <p:sp>
        <p:nvSpPr>
          <p:cNvPr id="24" name="Text Placeholder 17">
            <a:extLst>
              <a:ext uri="{FF2B5EF4-FFF2-40B4-BE49-F238E27FC236}">
                <a16:creationId xmlns:a16="http://schemas.microsoft.com/office/drawing/2014/main" id="{D31D793F-8D60-444C-B182-F47C65D2738F}"/>
              </a:ext>
            </a:extLst>
          </p:cNvPr>
          <p:cNvSpPr>
            <a:spLocks noGrp="1"/>
          </p:cNvSpPr>
          <p:nvPr>
            <p:ph type="body" sz="quarter" idx="28" hasCustomPrompt="1"/>
          </p:nvPr>
        </p:nvSpPr>
        <p:spPr>
          <a:xfrm>
            <a:off x="609603" y="4376177"/>
            <a:ext cx="6906408" cy="613853"/>
          </a:xfrm>
        </p:spPr>
        <p:txBody>
          <a:bodyPr anchor="t">
            <a:noAutofit/>
          </a:bodyPr>
          <a:lstStyle>
            <a:lvl1pPr marL="0" indent="0">
              <a:buNone/>
              <a:defRPr sz="1100" cap="all" spc="300" baseline="0">
                <a:solidFill>
                  <a:schemeClr val="accent1"/>
                </a:solidFill>
              </a:defRPr>
            </a:lvl1pPr>
          </a:lstStyle>
          <a:p>
            <a:pPr lvl="0"/>
            <a:r>
              <a:rPr lang="en-US"/>
              <a:t>SUBHEAD HERE. ALL CAPS. TERRA COTTA. 11 PT.</a:t>
            </a:r>
          </a:p>
        </p:txBody>
      </p:sp>
      <p:cxnSp>
        <p:nvCxnSpPr>
          <p:cNvPr id="8" name="Straight Connector 7"/>
          <p:cNvCxnSpPr/>
          <p:nvPr/>
        </p:nvCxnSpPr>
        <p:spPr>
          <a:xfrm>
            <a:off x="609600" y="609600"/>
            <a:ext cx="11582400" cy="9912"/>
          </a:xfrm>
          <a:prstGeom prst="line">
            <a:avLst/>
          </a:prstGeom>
          <a:ln w="6350" cap="sq">
            <a:solidFill>
              <a:schemeClr val="accent1"/>
            </a:solidFill>
            <a:headEnd type="oval" w="sm" len="sm"/>
          </a:ln>
          <a:effectLst/>
        </p:spPr>
        <p:style>
          <a:lnRef idx="2">
            <a:schemeClr val="accent1"/>
          </a:lnRef>
          <a:fillRef idx="0">
            <a:schemeClr val="accent1"/>
          </a:fillRef>
          <a:effectRef idx="1">
            <a:schemeClr val="accent1"/>
          </a:effectRef>
          <a:fontRef idx="minor">
            <a:schemeClr val="tx1"/>
          </a:fontRef>
        </p:style>
      </p:cxnSp>
      <p:sp>
        <p:nvSpPr>
          <p:cNvPr id="2" name="Footer Placeholder 1">
            <a:extLst>
              <a:ext uri="{FF2B5EF4-FFF2-40B4-BE49-F238E27FC236}">
                <a16:creationId xmlns:a16="http://schemas.microsoft.com/office/drawing/2014/main" id="{5A4A3360-5419-403A-BF9A-FFDBE6F34F28}"/>
              </a:ext>
            </a:extLst>
          </p:cNvPr>
          <p:cNvSpPr>
            <a:spLocks noGrp="1"/>
          </p:cNvSpPr>
          <p:nvPr>
            <p:ph type="ftr" sz="quarter" idx="29"/>
          </p:nvPr>
        </p:nvSpPr>
        <p:spPr/>
        <p:txBody>
          <a:bodyPr/>
          <a:lstStyle>
            <a:lvl1pPr>
              <a:defRPr spc="0"/>
            </a:lvl1pPr>
          </a:lstStyle>
          <a:p>
            <a:pPr algn="r"/>
            <a:r>
              <a:rPr lang="en-US"/>
              <a:t>CS Agentic Development</a:t>
            </a:r>
          </a:p>
        </p:txBody>
      </p:sp>
      <p:sp>
        <p:nvSpPr>
          <p:cNvPr id="3" name="Slide Number Placeholder 2">
            <a:extLst>
              <a:ext uri="{FF2B5EF4-FFF2-40B4-BE49-F238E27FC236}">
                <a16:creationId xmlns:a16="http://schemas.microsoft.com/office/drawing/2014/main" id="{558E21A3-FD86-4B24-9BF4-D756D4A8106C}"/>
              </a:ext>
            </a:extLst>
          </p:cNvPr>
          <p:cNvSpPr>
            <a:spLocks noGrp="1"/>
          </p:cNvSpPr>
          <p:nvPr>
            <p:ph type="sldNum" sz="quarter" idx="30"/>
          </p:nvPr>
        </p:nvSpPr>
        <p:spPr/>
        <p:txBody>
          <a:bodyPr/>
          <a:lstStyle>
            <a:lvl1pPr>
              <a:defRPr spc="0"/>
            </a:lvl1pPr>
          </a:lstStyle>
          <a:p>
            <a:fld id="{FC3AA935-0552-4053-AB5F-13160B57B31C}" type="slidenum">
              <a:rPr lang="en-US" smtClean="0"/>
              <a:t>‹#›</a:t>
            </a:fld>
            <a:endParaRPr lang="en-US"/>
          </a:p>
        </p:txBody>
      </p:sp>
    </p:spTree>
    <p:extLst>
      <p:ext uri="{BB962C8B-B14F-4D97-AF65-F5344CB8AC3E}">
        <p14:creationId xmlns:p14="http://schemas.microsoft.com/office/powerpoint/2010/main" val="2330297770"/>
      </p:ext>
    </p:extLst>
  </p:cSld>
  <p:clrMapOvr>
    <a:overrideClrMapping bg1="lt1" tx1="dk1" bg2="lt2" tx2="dk2" accent1="accent1" accent2="accent2" accent3="accent3" accent4="accent4" accent5="accent5" accent6="accent6" hlink="hlink" folHlink="folHlink"/>
  </p:clrMapOvr>
  <p:transition>
    <p:wipe dir="r"/>
  </p:transition>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p:cSld name="Alt Cover Slide | Solid | Terra Cotta">
    <p:bg>
      <p:bgPr>
        <a:solidFill>
          <a:schemeClr val="accent1"/>
        </a:solidFill>
        <a:effectLst/>
      </p:bgPr>
    </p:bg>
    <p:spTree>
      <p:nvGrpSpPr>
        <p:cNvPr id="1" name=""/>
        <p:cNvGrpSpPr/>
        <p:nvPr/>
      </p:nvGrpSpPr>
      <p:grpSpPr>
        <a:xfrm>
          <a:off x="0" y="0"/>
          <a:ext cx="0" cy="0"/>
          <a:chOff x="0" y="0"/>
          <a:chExt cx="0" cy="0"/>
        </a:xfrm>
      </p:grpSpPr>
      <p:sp>
        <p:nvSpPr>
          <p:cNvPr id="21" name="Title 1">
            <a:extLst>
              <a:ext uri="{FF2B5EF4-FFF2-40B4-BE49-F238E27FC236}">
                <a16:creationId xmlns:a16="http://schemas.microsoft.com/office/drawing/2014/main" id="{F4A54FD8-B531-0B4E-8934-C853C4D67D98}"/>
              </a:ext>
            </a:extLst>
          </p:cNvPr>
          <p:cNvSpPr>
            <a:spLocks noGrp="1"/>
          </p:cNvSpPr>
          <p:nvPr>
            <p:ph type="title" hasCustomPrompt="1"/>
          </p:nvPr>
        </p:nvSpPr>
        <p:spPr>
          <a:xfrm>
            <a:off x="609601" y="2697277"/>
            <a:ext cx="6906408" cy="1617613"/>
          </a:xfrm>
          <a:prstGeom prst="rect">
            <a:avLst/>
          </a:prstGeom>
        </p:spPr>
        <p:txBody>
          <a:bodyPr anchor="b"/>
          <a:lstStyle>
            <a:lvl1pPr marL="0" marR="0" indent="0" algn="l" defTabSz="457178" rtl="0" eaLnBrk="1" fontAlgn="auto" latinLnBrk="0" hangingPunct="1">
              <a:lnSpc>
                <a:spcPct val="100000"/>
              </a:lnSpc>
              <a:spcBef>
                <a:spcPct val="0"/>
              </a:spcBef>
              <a:spcAft>
                <a:spcPts val="0"/>
              </a:spcAft>
              <a:buClrTx/>
              <a:buSzTx/>
              <a:buFontTx/>
              <a:buNone/>
              <a:tabLst/>
              <a:defRPr spc="300" baseline="0">
                <a:solidFill>
                  <a:schemeClr val="tx1"/>
                </a:solidFill>
              </a:defRPr>
            </a:lvl1pPr>
          </a:lstStyle>
          <a:p>
            <a:pPr marL="0" marR="0" lvl="0" indent="0" algn="l" defTabSz="457178" rtl="0" eaLnBrk="1" fontAlgn="auto" latinLnBrk="0" hangingPunct="1">
              <a:lnSpc>
                <a:spcPct val="100000"/>
              </a:lnSpc>
              <a:spcBef>
                <a:spcPct val="0"/>
              </a:spcBef>
              <a:spcAft>
                <a:spcPts val="0"/>
              </a:spcAft>
              <a:buClrTx/>
              <a:buSzTx/>
              <a:buFontTx/>
              <a:buNone/>
              <a:tabLst/>
              <a:defRPr/>
            </a:pPr>
            <a:r>
              <a:rPr lang="en-US"/>
              <a:t>title HERE. ALL CAPS. WHITE. 24 PT.</a:t>
            </a:r>
          </a:p>
        </p:txBody>
      </p:sp>
      <p:sp>
        <p:nvSpPr>
          <p:cNvPr id="24" name="Text Placeholder 17">
            <a:extLst>
              <a:ext uri="{FF2B5EF4-FFF2-40B4-BE49-F238E27FC236}">
                <a16:creationId xmlns:a16="http://schemas.microsoft.com/office/drawing/2014/main" id="{D31D793F-8D60-444C-B182-F47C65D2738F}"/>
              </a:ext>
            </a:extLst>
          </p:cNvPr>
          <p:cNvSpPr>
            <a:spLocks noGrp="1"/>
          </p:cNvSpPr>
          <p:nvPr>
            <p:ph type="body" sz="quarter" idx="28" hasCustomPrompt="1"/>
          </p:nvPr>
        </p:nvSpPr>
        <p:spPr>
          <a:xfrm>
            <a:off x="609603" y="4376177"/>
            <a:ext cx="6906408" cy="613853"/>
          </a:xfrm>
        </p:spPr>
        <p:txBody>
          <a:bodyPr anchor="t">
            <a:noAutofit/>
          </a:bodyPr>
          <a:lstStyle>
            <a:lvl1pPr marL="0" indent="0">
              <a:buNone/>
              <a:defRPr sz="1100" cap="all" spc="300" baseline="0">
                <a:solidFill>
                  <a:schemeClr val="tx1"/>
                </a:solidFill>
              </a:defRPr>
            </a:lvl1pPr>
          </a:lstStyle>
          <a:p>
            <a:pPr lvl="0"/>
            <a:r>
              <a:rPr lang="en-US"/>
              <a:t>SUBHEAD HERE. ALL CAPS. white. 11 PT.</a:t>
            </a:r>
          </a:p>
        </p:txBody>
      </p:sp>
      <p:cxnSp>
        <p:nvCxnSpPr>
          <p:cNvPr id="8" name="Straight Connector 7"/>
          <p:cNvCxnSpPr/>
          <p:nvPr/>
        </p:nvCxnSpPr>
        <p:spPr>
          <a:xfrm>
            <a:off x="609600" y="609600"/>
            <a:ext cx="11582400" cy="9912"/>
          </a:xfrm>
          <a:prstGeom prst="line">
            <a:avLst/>
          </a:prstGeom>
          <a:ln w="6350" cap="sq">
            <a:solidFill>
              <a:schemeClr val="tx1"/>
            </a:solidFill>
            <a:headEnd type="oval" w="sm" len="sm"/>
          </a:ln>
          <a:effectLst/>
        </p:spPr>
        <p:style>
          <a:lnRef idx="2">
            <a:schemeClr val="accent1"/>
          </a:lnRef>
          <a:fillRef idx="0">
            <a:schemeClr val="accent1"/>
          </a:fillRef>
          <a:effectRef idx="1">
            <a:schemeClr val="accent1"/>
          </a:effectRef>
          <a:fontRef idx="minor">
            <a:schemeClr val="tx1"/>
          </a:fontRef>
        </p:style>
      </p:cxnSp>
      <p:sp>
        <p:nvSpPr>
          <p:cNvPr id="2" name="Footer Placeholder 1">
            <a:extLst>
              <a:ext uri="{FF2B5EF4-FFF2-40B4-BE49-F238E27FC236}">
                <a16:creationId xmlns:a16="http://schemas.microsoft.com/office/drawing/2014/main" id="{024E10CE-6D19-4A8A-AAD8-85840FDD8F3C}"/>
              </a:ext>
            </a:extLst>
          </p:cNvPr>
          <p:cNvSpPr>
            <a:spLocks noGrp="1"/>
          </p:cNvSpPr>
          <p:nvPr>
            <p:ph type="ftr" sz="quarter" idx="29"/>
          </p:nvPr>
        </p:nvSpPr>
        <p:spPr/>
        <p:txBody>
          <a:bodyPr/>
          <a:lstStyle>
            <a:lvl1pPr>
              <a:defRPr spc="0">
                <a:solidFill>
                  <a:schemeClr val="bg1"/>
                </a:solidFill>
              </a:defRPr>
            </a:lvl1pPr>
          </a:lstStyle>
          <a:p>
            <a:pPr algn="r"/>
            <a:r>
              <a:rPr lang="en-US"/>
              <a:t>CS Agentic Development</a:t>
            </a:r>
          </a:p>
        </p:txBody>
      </p:sp>
      <p:sp>
        <p:nvSpPr>
          <p:cNvPr id="3" name="Slide Number Placeholder 2">
            <a:extLst>
              <a:ext uri="{FF2B5EF4-FFF2-40B4-BE49-F238E27FC236}">
                <a16:creationId xmlns:a16="http://schemas.microsoft.com/office/drawing/2014/main" id="{9E4D1D29-7C65-4277-A32E-2FD693FAC8A7}"/>
              </a:ext>
            </a:extLst>
          </p:cNvPr>
          <p:cNvSpPr>
            <a:spLocks noGrp="1"/>
          </p:cNvSpPr>
          <p:nvPr>
            <p:ph type="sldNum" sz="quarter" idx="30"/>
          </p:nvPr>
        </p:nvSpPr>
        <p:spPr/>
        <p:txBody>
          <a:bodyPr/>
          <a:lstStyle>
            <a:lvl1pPr>
              <a:defRPr spc="0"/>
            </a:lvl1pPr>
          </a:lstStyle>
          <a:p>
            <a:fld id="{FC3AA935-0552-4053-AB5F-13160B57B31C}" type="slidenum">
              <a:rPr lang="en-US" smtClean="0"/>
              <a:t>‹#›</a:t>
            </a:fld>
            <a:endParaRPr lang="en-US"/>
          </a:p>
        </p:txBody>
      </p:sp>
    </p:spTree>
    <p:extLst>
      <p:ext uri="{BB962C8B-B14F-4D97-AF65-F5344CB8AC3E}">
        <p14:creationId xmlns:p14="http://schemas.microsoft.com/office/powerpoint/2010/main" val="1977950363"/>
      </p:ext>
    </p:extLst>
  </p:cSld>
  <p:clrMapOvr>
    <a:overrideClrMapping bg1="dk1" tx1="lt1" bg2="dk2" tx2="lt2" accent1="accent1" accent2="accent2" accent3="accent3" accent4="accent4" accent5="accent5" accent6="accent6" hlink="hlink" folHlink="folHlink"/>
  </p:clrMapOvr>
  <p:transition>
    <p:wipe dir="r"/>
  </p:transition>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p:cSld name="Section Divider | Solid | Black">
    <p:bg>
      <p:bgRef idx="1001">
        <a:schemeClr val="bg1"/>
      </p:bgRef>
    </p:bg>
    <p:spTree>
      <p:nvGrpSpPr>
        <p:cNvPr id="1" name=""/>
        <p:cNvGrpSpPr/>
        <p:nvPr/>
      </p:nvGrpSpPr>
      <p:grpSpPr>
        <a:xfrm>
          <a:off x="0" y="0"/>
          <a:ext cx="0" cy="0"/>
          <a:chOff x="0" y="0"/>
          <a:chExt cx="0" cy="0"/>
        </a:xfrm>
      </p:grpSpPr>
      <p:sp>
        <p:nvSpPr>
          <p:cNvPr id="14" name="Freeform 13">
            <a:extLst>
              <a:ext uri="{FF2B5EF4-FFF2-40B4-BE49-F238E27FC236}">
                <a16:creationId xmlns:a16="http://schemas.microsoft.com/office/drawing/2014/main" id="{9CF9688B-74D5-7B40-871D-F5EADB2DA9E6}"/>
              </a:ext>
            </a:extLst>
          </p:cNvPr>
          <p:cNvSpPr/>
          <p:nvPr/>
        </p:nvSpPr>
        <p:spPr>
          <a:xfrm>
            <a:off x="348901" y="345062"/>
            <a:ext cx="11494220" cy="5647183"/>
          </a:xfrm>
          <a:custGeom>
            <a:avLst/>
            <a:gdLst>
              <a:gd name="connsiteX0" fmla="*/ 385314 w 8620665"/>
              <a:gd name="connsiteY0" fmla="*/ 0 h 4014159"/>
              <a:gd name="connsiteX1" fmla="*/ 8620665 w 8620665"/>
              <a:gd name="connsiteY1" fmla="*/ 0 h 4014159"/>
              <a:gd name="connsiteX2" fmla="*/ 8620665 w 8620665"/>
              <a:gd name="connsiteY2" fmla="*/ 4014159 h 4014159"/>
              <a:gd name="connsiteX3" fmla="*/ 0 w 8620665"/>
              <a:gd name="connsiteY3" fmla="*/ 4014159 h 4014159"/>
              <a:gd name="connsiteX4" fmla="*/ 0 w 8620665"/>
              <a:gd name="connsiteY4" fmla="*/ 408317 h 4014159"/>
              <a:gd name="connsiteX0" fmla="*/ 304632 w 8620665"/>
              <a:gd name="connsiteY0" fmla="*/ 8965 h 4014159"/>
              <a:gd name="connsiteX1" fmla="*/ 8620665 w 8620665"/>
              <a:gd name="connsiteY1" fmla="*/ 0 h 4014159"/>
              <a:gd name="connsiteX2" fmla="*/ 8620665 w 8620665"/>
              <a:gd name="connsiteY2" fmla="*/ 4014159 h 4014159"/>
              <a:gd name="connsiteX3" fmla="*/ 0 w 8620665"/>
              <a:gd name="connsiteY3" fmla="*/ 4014159 h 4014159"/>
              <a:gd name="connsiteX4" fmla="*/ 0 w 8620665"/>
              <a:gd name="connsiteY4" fmla="*/ 408317 h 40141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20665" h="4014159">
                <a:moveTo>
                  <a:pt x="304632" y="8965"/>
                </a:moveTo>
                <a:lnTo>
                  <a:pt x="8620665" y="0"/>
                </a:lnTo>
                <a:lnTo>
                  <a:pt x="8620665" y="4014159"/>
                </a:lnTo>
                <a:lnTo>
                  <a:pt x="0" y="4014159"/>
                </a:lnTo>
                <a:lnTo>
                  <a:pt x="0" y="408317"/>
                </a:lnTo>
              </a:path>
            </a:pathLst>
          </a:custGeom>
          <a:noFill/>
          <a:ln w="15875">
            <a:solidFill>
              <a:schemeClr val="tx1"/>
            </a:solidFill>
            <a:headEnd type="oval" w="sm" len="sm"/>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8" name="Text Placeholder 17">
            <a:extLst>
              <a:ext uri="{FF2B5EF4-FFF2-40B4-BE49-F238E27FC236}">
                <a16:creationId xmlns:a16="http://schemas.microsoft.com/office/drawing/2014/main" id="{D77F097C-CB5B-3641-B30F-3DA07CE8FD38}"/>
              </a:ext>
            </a:extLst>
          </p:cNvPr>
          <p:cNvSpPr>
            <a:spLocks noGrp="1"/>
          </p:cNvSpPr>
          <p:nvPr>
            <p:ph type="body" sz="quarter" idx="28" hasCustomPrompt="1"/>
          </p:nvPr>
        </p:nvSpPr>
        <p:spPr>
          <a:xfrm>
            <a:off x="602509" y="5407142"/>
            <a:ext cx="6913501" cy="417931"/>
          </a:xfrm>
        </p:spPr>
        <p:txBody>
          <a:bodyPr anchor="t">
            <a:noAutofit/>
          </a:bodyPr>
          <a:lstStyle>
            <a:lvl1pPr marL="0" indent="0">
              <a:buNone/>
              <a:defRPr sz="1100" cap="all" spc="300" baseline="0">
                <a:solidFill>
                  <a:schemeClr val="accent1"/>
                </a:solidFill>
              </a:defRPr>
            </a:lvl1pPr>
          </a:lstStyle>
          <a:p>
            <a:pPr lvl="0"/>
            <a:r>
              <a:rPr lang="en-US"/>
              <a:t>SUBHEAD HERE. ALL CAPS. TERRA COTTA. 11 PT.</a:t>
            </a:r>
          </a:p>
        </p:txBody>
      </p:sp>
      <p:sp>
        <p:nvSpPr>
          <p:cNvPr id="2" name="Title 1">
            <a:extLst>
              <a:ext uri="{FF2B5EF4-FFF2-40B4-BE49-F238E27FC236}">
                <a16:creationId xmlns:a16="http://schemas.microsoft.com/office/drawing/2014/main" id="{A3EE988F-F066-469F-B9DB-250959693269}"/>
              </a:ext>
            </a:extLst>
          </p:cNvPr>
          <p:cNvSpPr>
            <a:spLocks noGrp="1"/>
          </p:cNvSpPr>
          <p:nvPr>
            <p:ph type="title" hasCustomPrompt="1"/>
          </p:nvPr>
        </p:nvSpPr>
        <p:spPr>
          <a:xfrm>
            <a:off x="604499" y="2061405"/>
            <a:ext cx="10984992" cy="3345736"/>
          </a:xfrm>
        </p:spPr>
        <p:txBody>
          <a:bodyPr vert="horz" lIns="91440" tIns="45720" rIns="91440" bIns="45720" rtlCol="0" anchor="b">
            <a:noAutofit/>
          </a:bodyPr>
          <a:lstStyle>
            <a:lvl1pPr>
              <a:defRPr lang="en-US" sz="4500" spc="300" baseline="0">
                <a:ea typeface="+mn-ea"/>
              </a:defRPr>
            </a:lvl1pPr>
          </a:lstStyle>
          <a:p>
            <a:pPr lvl="0"/>
            <a:r>
              <a:rPr lang="en-US"/>
              <a:t>TRANSITION TITLE. </a:t>
            </a:r>
            <a:br>
              <a:rPr lang="en-US"/>
            </a:br>
            <a:r>
              <a:rPr lang="en-US"/>
              <a:t>ALL CAPS. WHITE. </a:t>
            </a:r>
            <a:br>
              <a:rPr lang="en-US"/>
            </a:br>
            <a:r>
              <a:rPr lang="en-US"/>
              <a:t>45 PT.</a:t>
            </a:r>
          </a:p>
        </p:txBody>
      </p:sp>
      <p:sp>
        <p:nvSpPr>
          <p:cNvPr id="3" name="Footer Placeholder 2">
            <a:extLst>
              <a:ext uri="{FF2B5EF4-FFF2-40B4-BE49-F238E27FC236}">
                <a16:creationId xmlns:a16="http://schemas.microsoft.com/office/drawing/2014/main" id="{FEDB6529-7FFC-481C-8C50-839650D8F5EB}"/>
              </a:ext>
            </a:extLst>
          </p:cNvPr>
          <p:cNvSpPr>
            <a:spLocks noGrp="1"/>
          </p:cNvSpPr>
          <p:nvPr>
            <p:ph type="ftr" sz="quarter" idx="29"/>
          </p:nvPr>
        </p:nvSpPr>
        <p:spPr/>
        <p:txBody>
          <a:bodyPr/>
          <a:lstStyle>
            <a:lvl1pPr>
              <a:defRPr spc="0"/>
            </a:lvl1pPr>
          </a:lstStyle>
          <a:p>
            <a:pPr algn="r"/>
            <a:r>
              <a:rPr lang="en-US"/>
              <a:t>CS Agentic Development</a:t>
            </a:r>
          </a:p>
        </p:txBody>
      </p:sp>
      <p:sp>
        <p:nvSpPr>
          <p:cNvPr id="4" name="Slide Number Placeholder 3">
            <a:extLst>
              <a:ext uri="{FF2B5EF4-FFF2-40B4-BE49-F238E27FC236}">
                <a16:creationId xmlns:a16="http://schemas.microsoft.com/office/drawing/2014/main" id="{E2130380-8D6C-48ED-B960-5D3CA89888CE}"/>
              </a:ext>
            </a:extLst>
          </p:cNvPr>
          <p:cNvSpPr>
            <a:spLocks noGrp="1"/>
          </p:cNvSpPr>
          <p:nvPr>
            <p:ph type="sldNum" sz="quarter" idx="30"/>
          </p:nvPr>
        </p:nvSpPr>
        <p:spPr/>
        <p:txBody>
          <a:bodyPr/>
          <a:lstStyle>
            <a:lvl1pPr>
              <a:defRPr spc="0"/>
            </a:lvl1pPr>
          </a:lstStyle>
          <a:p>
            <a:fld id="{FC3AA935-0552-4053-AB5F-13160B57B31C}" type="slidenum">
              <a:rPr lang="en-US" smtClean="0"/>
              <a:t>‹#›</a:t>
            </a:fld>
            <a:endParaRPr lang="en-US"/>
          </a:p>
        </p:txBody>
      </p:sp>
    </p:spTree>
    <p:extLst>
      <p:ext uri="{BB962C8B-B14F-4D97-AF65-F5344CB8AC3E}">
        <p14:creationId xmlns:p14="http://schemas.microsoft.com/office/powerpoint/2010/main" val="2633906942"/>
      </p:ext>
    </p:extLst>
  </p:cSld>
  <p:clrMapOvr>
    <a:overrideClrMapping bg1="dk1" tx1="lt1" bg2="dk2" tx2="lt2" accent1="accent1" accent2="accent2" accent3="accent3" accent4="accent4" accent5="accent5" accent6="accent6" hlink="hlink" folHlink="folHlink"/>
  </p:clrMapOvr>
  <p:transition>
    <p:wipe dir="r"/>
  </p:transition>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p:cSld name="Section Divider | Solid | White">
    <p:bg>
      <p:bgRef idx="1001">
        <a:schemeClr val="bg1"/>
      </p:bgRef>
    </p:bg>
    <p:spTree>
      <p:nvGrpSpPr>
        <p:cNvPr id="1" name=""/>
        <p:cNvGrpSpPr/>
        <p:nvPr/>
      </p:nvGrpSpPr>
      <p:grpSpPr>
        <a:xfrm>
          <a:off x="0" y="0"/>
          <a:ext cx="0" cy="0"/>
          <a:chOff x="0" y="0"/>
          <a:chExt cx="0" cy="0"/>
        </a:xfrm>
      </p:grpSpPr>
      <p:sp>
        <p:nvSpPr>
          <p:cNvPr id="14" name="Freeform 13">
            <a:extLst>
              <a:ext uri="{FF2B5EF4-FFF2-40B4-BE49-F238E27FC236}">
                <a16:creationId xmlns:a16="http://schemas.microsoft.com/office/drawing/2014/main" id="{9CF9688B-74D5-7B40-871D-F5EADB2DA9E6}"/>
              </a:ext>
            </a:extLst>
          </p:cNvPr>
          <p:cNvSpPr/>
          <p:nvPr/>
        </p:nvSpPr>
        <p:spPr>
          <a:xfrm>
            <a:off x="348901" y="345062"/>
            <a:ext cx="11494220" cy="5647183"/>
          </a:xfrm>
          <a:custGeom>
            <a:avLst/>
            <a:gdLst>
              <a:gd name="connsiteX0" fmla="*/ 385314 w 8620665"/>
              <a:gd name="connsiteY0" fmla="*/ 0 h 4014159"/>
              <a:gd name="connsiteX1" fmla="*/ 8620665 w 8620665"/>
              <a:gd name="connsiteY1" fmla="*/ 0 h 4014159"/>
              <a:gd name="connsiteX2" fmla="*/ 8620665 w 8620665"/>
              <a:gd name="connsiteY2" fmla="*/ 4014159 h 4014159"/>
              <a:gd name="connsiteX3" fmla="*/ 0 w 8620665"/>
              <a:gd name="connsiteY3" fmla="*/ 4014159 h 4014159"/>
              <a:gd name="connsiteX4" fmla="*/ 0 w 8620665"/>
              <a:gd name="connsiteY4" fmla="*/ 408317 h 4014159"/>
              <a:gd name="connsiteX0" fmla="*/ 304632 w 8620665"/>
              <a:gd name="connsiteY0" fmla="*/ 8965 h 4014159"/>
              <a:gd name="connsiteX1" fmla="*/ 8620665 w 8620665"/>
              <a:gd name="connsiteY1" fmla="*/ 0 h 4014159"/>
              <a:gd name="connsiteX2" fmla="*/ 8620665 w 8620665"/>
              <a:gd name="connsiteY2" fmla="*/ 4014159 h 4014159"/>
              <a:gd name="connsiteX3" fmla="*/ 0 w 8620665"/>
              <a:gd name="connsiteY3" fmla="*/ 4014159 h 4014159"/>
              <a:gd name="connsiteX4" fmla="*/ 0 w 8620665"/>
              <a:gd name="connsiteY4" fmla="*/ 408317 h 40141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20665" h="4014159">
                <a:moveTo>
                  <a:pt x="304632" y="8965"/>
                </a:moveTo>
                <a:lnTo>
                  <a:pt x="8620665" y="0"/>
                </a:lnTo>
                <a:lnTo>
                  <a:pt x="8620665" y="4014159"/>
                </a:lnTo>
                <a:lnTo>
                  <a:pt x="0" y="4014159"/>
                </a:lnTo>
                <a:lnTo>
                  <a:pt x="0" y="408317"/>
                </a:lnTo>
              </a:path>
            </a:pathLst>
          </a:custGeom>
          <a:noFill/>
          <a:ln w="15875">
            <a:solidFill>
              <a:schemeClr val="tx1"/>
            </a:solidFill>
            <a:headEnd type="oval" w="sm" len="sm"/>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8" name="Text Placeholder 17">
            <a:extLst>
              <a:ext uri="{FF2B5EF4-FFF2-40B4-BE49-F238E27FC236}">
                <a16:creationId xmlns:a16="http://schemas.microsoft.com/office/drawing/2014/main" id="{D77F097C-CB5B-3641-B30F-3DA07CE8FD38}"/>
              </a:ext>
            </a:extLst>
          </p:cNvPr>
          <p:cNvSpPr>
            <a:spLocks noGrp="1"/>
          </p:cNvSpPr>
          <p:nvPr>
            <p:ph type="body" sz="quarter" idx="28" hasCustomPrompt="1"/>
          </p:nvPr>
        </p:nvSpPr>
        <p:spPr>
          <a:xfrm>
            <a:off x="602509" y="5407142"/>
            <a:ext cx="6913501" cy="417931"/>
          </a:xfrm>
        </p:spPr>
        <p:txBody>
          <a:bodyPr anchor="t">
            <a:noAutofit/>
          </a:bodyPr>
          <a:lstStyle>
            <a:lvl1pPr marL="0" indent="0">
              <a:buNone/>
              <a:defRPr sz="1100" cap="all" spc="300" baseline="0">
                <a:solidFill>
                  <a:schemeClr val="accent1"/>
                </a:solidFill>
              </a:defRPr>
            </a:lvl1pPr>
          </a:lstStyle>
          <a:p>
            <a:pPr lvl="0"/>
            <a:r>
              <a:rPr lang="en-US"/>
              <a:t>SUBHEAD HERE. ALL CAPS. TERRA COTTA. 11 PT.</a:t>
            </a:r>
          </a:p>
        </p:txBody>
      </p:sp>
      <p:sp>
        <p:nvSpPr>
          <p:cNvPr id="6" name="Title 1">
            <a:extLst>
              <a:ext uri="{FF2B5EF4-FFF2-40B4-BE49-F238E27FC236}">
                <a16:creationId xmlns:a16="http://schemas.microsoft.com/office/drawing/2014/main" id="{E8A2C1F3-FA25-47B6-8A37-E9A0CD151D98}"/>
              </a:ext>
            </a:extLst>
          </p:cNvPr>
          <p:cNvSpPr>
            <a:spLocks noGrp="1"/>
          </p:cNvSpPr>
          <p:nvPr>
            <p:ph type="title" hasCustomPrompt="1"/>
          </p:nvPr>
        </p:nvSpPr>
        <p:spPr>
          <a:xfrm>
            <a:off x="604499" y="2061405"/>
            <a:ext cx="10984992" cy="3345736"/>
          </a:xfrm>
        </p:spPr>
        <p:txBody>
          <a:bodyPr vert="horz" lIns="91440" tIns="45720" rIns="91440" bIns="45720" rtlCol="0" anchor="b">
            <a:noAutofit/>
          </a:bodyPr>
          <a:lstStyle>
            <a:lvl1pPr>
              <a:defRPr lang="en-US" sz="4500" spc="300" baseline="0">
                <a:ea typeface="+mn-ea"/>
              </a:defRPr>
            </a:lvl1pPr>
          </a:lstStyle>
          <a:p>
            <a:pPr lvl="0"/>
            <a:r>
              <a:rPr lang="en-US"/>
              <a:t>TRANSITION TITLE. </a:t>
            </a:r>
            <a:br>
              <a:rPr lang="en-US"/>
            </a:br>
            <a:r>
              <a:rPr lang="en-US"/>
              <a:t>ALL CAPS. Black. </a:t>
            </a:r>
            <a:br>
              <a:rPr lang="en-US"/>
            </a:br>
            <a:r>
              <a:rPr lang="en-US"/>
              <a:t>45 PT.</a:t>
            </a:r>
          </a:p>
        </p:txBody>
      </p:sp>
      <p:sp>
        <p:nvSpPr>
          <p:cNvPr id="2" name="Footer Placeholder 1">
            <a:extLst>
              <a:ext uri="{FF2B5EF4-FFF2-40B4-BE49-F238E27FC236}">
                <a16:creationId xmlns:a16="http://schemas.microsoft.com/office/drawing/2014/main" id="{BC2BE83E-D886-418F-9C93-2D5DEA9C3484}"/>
              </a:ext>
            </a:extLst>
          </p:cNvPr>
          <p:cNvSpPr>
            <a:spLocks noGrp="1"/>
          </p:cNvSpPr>
          <p:nvPr>
            <p:ph type="ftr" sz="quarter" idx="29"/>
          </p:nvPr>
        </p:nvSpPr>
        <p:spPr/>
        <p:txBody>
          <a:bodyPr/>
          <a:lstStyle>
            <a:lvl1pPr>
              <a:defRPr spc="0"/>
            </a:lvl1pPr>
          </a:lstStyle>
          <a:p>
            <a:pPr algn="r"/>
            <a:r>
              <a:rPr lang="en-US"/>
              <a:t>CS Agentic Development</a:t>
            </a:r>
          </a:p>
        </p:txBody>
      </p:sp>
      <p:sp>
        <p:nvSpPr>
          <p:cNvPr id="3" name="Slide Number Placeholder 2">
            <a:extLst>
              <a:ext uri="{FF2B5EF4-FFF2-40B4-BE49-F238E27FC236}">
                <a16:creationId xmlns:a16="http://schemas.microsoft.com/office/drawing/2014/main" id="{78A2071B-2C30-49B6-95FF-C5CCFE8BAA73}"/>
              </a:ext>
            </a:extLst>
          </p:cNvPr>
          <p:cNvSpPr>
            <a:spLocks noGrp="1"/>
          </p:cNvSpPr>
          <p:nvPr>
            <p:ph type="sldNum" sz="quarter" idx="30"/>
          </p:nvPr>
        </p:nvSpPr>
        <p:spPr/>
        <p:txBody>
          <a:bodyPr/>
          <a:lstStyle>
            <a:lvl1pPr>
              <a:defRPr spc="0"/>
            </a:lvl1pPr>
          </a:lstStyle>
          <a:p>
            <a:fld id="{FC3AA935-0552-4053-AB5F-13160B57B31C}" type="slidenum">
              <a:rPr lang="en-US" smtClean="0"/>
              <a:t>‹#›</a:t>
            </a:fld>
            <a:endParaRPr lang="en-US"/>
          </a:p>
        </p:txBody>
      </p:sp>
    </p:spTree>
    <p:extLst>
      <p:ext uri="{BB962C8B-B14F-4D97-AF65-F5344CB8AC3E}">
        <p14:creationId xmlns:p14="http://schemas.microsoft.com/office/powerpoint/2010/main" val="1916113498"/>
      </p:ext>
    </p:extLst>
  </p:cSld>
  <p:clrMapOvr>
    <a:overrideClrMapping bg1="lt1" tx1="dk1" bg2="lt2" tx2="dk2" accent1="accent1" accent2="accent2" accent3="accent3" accent4="accent4" accent5="accent5" accent6="accent6" hlink="hlink" folHlink="folHlink"/>
  </p:clrMapOvr>
  <p:transition>
    <p:wipe dir="r"/>
  </p:transition>
</p:sldLayout>
</file>

<file path=ppt/slideLayouts/slideLayout114.xml><?xml version="1.0" encoding="utf-8"?>
<p:sldLayout xmlns:a="http://schemas.openxmlformats.org/drawingml/2006/main" xmlns:r="http://schemas.openxmlformats.org/officeDocument/2006/relationships" xmlns:p="http://schemas.openxmlformats.org/presentationml/2006/main" preserve="1">
  <p:cSld name="Section Divider | Solid | Terra Cotta">
    <p:bg>
      <p:bgPr>
        <a:solidFill>
          <a:schemeClr val="accent1"/>
        </a:solidFill>
        <a:effectLst/>
      </p:bgPr>
    </p:bg>
    <p:spTree>
      <p:nvGrpSpPr>
        <p:cNvPr id="1" name=""/>
        <p:cNvGrpSpPr/>
        <p:nvPr/>
      </p:nvGrpSpPr>
      <p:grpSpPr>
        <a:xfrm>
          <a:off x="0" y="0"/>
          <a:ext cx="0" cy="0"/>
          <a:chOff x="0" y="0"/>
          <a:chExt cx="0" cy="0"/>
        </a:xfrm>
      </p:grpSpPr>
      <p:sp>
        <p:nvSpPr>
          <p:cNvPr id="14" name="Freeform 13">
            <a:extLst>
              <a:ext uri="{FF2B5EF4-FFF2-40B4-BE49-F238E27FC236}">
                <a16:creationId xmlns:a16="http://schemas.microsoft.com/office/drawing/2014/main" id="{9CF9688B-74D5-7B40-871D-F5EADB2DA9E6}"/>
              </a:ext>
            </a:extLst>
          </p:cNvPr>
          <p:cNvSpPr/>
          <p:nvPr/>
        </p:nvSpPr>
        <p:spPr>
          <a:xfrm>
            <a:off x="348901" y="345062"/>
            <a:ext cx="11494220" cy="5647183"/>
          </a:xfrm>
          <a:custGeom>
            <a:avLst/>
            <a:gdLst>
              <a:gd name="connsiteX0" fmla="*/ 385314 w 8620665"/>
              <a:gd name="connsiteY0" fmla="*/ 0 h 4014159"/>
              <a:gd name="connsiteX1" fmla="*/ 8620665 w 8620665"/>
              <a:gd name="connsiteY1" fmla="*/ 0 h 4014159"/>
              <a:gd name="connsiteX2" fmla="*/ 8620665 w 8620665"/>
              <a:gd name="connsiteY2" fmla="*/ 4014159 h 4014159"/>
              <a:gd name="connsiteX3" fmla="*/ 0 w 8620665"/>
              <a:gd name="connsiteY3" fmla="*/ 4014159 h 4014159"/>
              <a:gd name="connsiteX4" fmla="*/ 0 w 8620665"/>
              <a:gd name="connsiteY4" fmla="*/ 408317 h 4014159"/>
              <a:gd name="connsiteX0" fmla="*/ 304632 w 8620665"/>
              <a:gd name="connsiteY0" fmla="*/ 8965 h 4014159"/>
              <a:gd name="connsiteX1" fmla="*/ 8620665 w 8620665"/>
              <a:gd name="connsiteY1" fmla="*/ 0 h 4014159"/>
              <a:gd name="connsiteX2" fmla="*/ 8620665 w 8620665"/>
              <a:gd name="connsiteY2" fmla="*/ 4014159 h 4014159"/>
              <a:gd name="connsiteX3" fmla="*/ 0 w 8620665"/>
              <a:gd name="connsiteY3" fmla="*/ 4014159 h 4014159"/>
              <a:gd name="connsiteX4" fmla="*/ 0 w 8620665"/>
              <a:gd name="connsiteY4" fmla="*/ 408317 h 40141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20665" h="4014159">
                <a:moveTo>
                  <a:pt x="304632" y="8965"/>
                </a:moveTo>
                <a:lnTo>
                  <a:pt x="8620665" y="0"/>
                </a:lnTo>
                <a:lnTo>
                  <a:pt x="8620665" y="4014159"/>
                </a:lnTo>
                <a:lnTo>
                  <a:pt x="0" y="4014159"/>
                </a:lnTo>
                <a:lnTo>
                  <a:pt x="0" y="408317"/>
                </a:lnTo>
              </a:path>
            </a:pathLst>
          </a:custGeom>
          <a:noFill/>
          <a:ln w="15875">
            <a:solidFill>
              <a:schemeClr val="tx1"/>
            </a:solidFill>
            <a:headEnd type="oval" w="sm" len="sm"/>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8" name="Text Placeholder 17">
            <a:extLst>
              <a:ext uri="{FF2B5EF4-FFF2-40B4-BE49-F238E27FC236}">
                <a16:creationId xmlns:a16="http://schemas.microsoft.com/office/drawing/2014/main" id="{D77F097C-CB5B-3641-B30F-3DA07CE8FD38}"/>
              </a:ext>
            </a:extLst>
          </p:cNvPr>
          <p:cNvSpPr>
            <a:spLocks noGrp="1"/>
          </p:cNvSpPr>
          <p:nvPr>
            <p:ph type="body" sz="quarter" idx="28" hasCustomPrompt="1"/>
          </p:nvPr>
        </p:nvSpPr>
        <p:spPr>
          <a:xfrm>
            <a:off x="602509" y="5407142"/>
            <a:ext cx="6913501" cy="417931"/>
          </a:xfrm>
        </p:spPr>
        <p:txBody>
          <a:bodyPr anchor="t">
            <a:noAutofit/>
          </a:bodyPr>
          <a:lstStyle>
            <a:lvl1pPr marL="0" indent="0">
              <a:buNone/>
              <a:defRPr sz="1100" cap="all" spc="300" baseline="0">
                <a:solidFill>
                  <a:schemeClr val="tx1"/>
                </a:solidFill>
              </a:defRPr>
            </a:lvl1pPr>
          </a:lstStyle>
          <a:p>
            <a:pPr lvl="0"/>
            <a:r>
              <a:rPr lang="en-US"/>
              <a:t>SUBHEAD HERE. ALL CAPS. white. 11 PT.</a:t>
            </a:r>
          </a:p>
        </p:txBody>
      </p:sp>
      <p:sp>
        <p:nvSpPr>
          <p:cNvPr id="12" name="Title 1">
            <a:extLst>
              <a:ext uri="{FF2B5EF4-FFF2-40B4-BE49-F238E27FC236}">
                <a16:creationId xmlns:a16="http://schemas.microsoft.com/office/drawing/2014/main" id="{491C7030-7C21-4D01-94C3-78400167FE0D}"/>
              </a:ext>
            </a:extLst>
          </p:cNvPr>
          <p:cNvSpPr>
            <a:spLocks noGrp="1"/>
          </p:cNvSpPr>
          <p:nvPr>
            <p:ph type="title" hasCustomPrompt="1"/>
          </p:nvPr>
        </p:nvSpPr>
        <p:spPr>
          <a:xfrm>
            <a:off x="604499" y="2061405"/>
            <a:ext cx="10984992" cy="3345736"/>
          </a:xfrm>
        </p:spPr>
        <p:txBody>
          <a:bodyPr vert="horz" lIns="91440" tIns="45720" rIns="91440" bIns="45720" rtlCol="0" anchor="b">
            <a:noAutofit/>
          </a:bodyPr>
          <a:lstStyle>
            <a:lvl1pPr>
              <a:defRPr lang="en-US" sz="4500" spc="300" baseline="0">
                <a:solidFill>
                  <a:schemeClr val="tx1"/>
                </a:solidFill>
                <a:ea typeface="+mn-ea"/>
              </a:defRPr>
            </a:lvl1pPr>
          </a:lstStyle>
          <a:p>
            <a:pPr lvl="0"/>
            <a:r>
              <a:rPr lang="en-US"/>
              <a:t>TRANSITION TITLE. </a:t>
            </a:r>
            <a:br>
              <a:rPr lang="en-US"/>
            </a:br>
            <a:r>
              <a:rPr lang="en-US"/>
              <a:t>ALL CAPS. WHITE. </a:t>
            </a:r>
            <a:br>
              <a:rPr lang="en-US"/>
            </a:br>
            <a:r>
              <a:rPr lang="en-US"/>
              <a:t>45 PT.</a:t>
            </a:r>
          </a:p>
        </p:txBody>
      </p:sp>
      <p:sp>
        <p:nvSpPr>
          <p:cNvPr id="2" name="Footer Placeholder 1">
            <a:extLst>
              <a:ext uri="{FF2B5EF4-FFF2-40B4-BE49-F238E27FC236}">
                <a16:creationId xmlns:a16="http://schemas.microsoft.com/office/drawing/2014/main" id="{BB9FA3B2-D0F0-46D2-9466-44B642FC905B}"/>
              </a:ext>
            </a:extLst>
          </p:cNvPr>
          <p:cNvSpPr>
            <a:spLocks noGrp="1"/>
          </p:cNvSpPr>
          <p:nvPr>
            <p:ph type="ftr" sz="quarter" idx="29"/>
          </p:nvPr>
        </p:nvSpPr>
        <p:spPr/>
        <p:txBody>
          <a:bodyPr/>
          <a:lstStyle>
            <a:lvl1pPr>
              <a:defRPr spc="0">
                <a:solidFill>
                  <a:schemeClr val="bg1"/>
                </a:solidFill>
              </a:defRPr>
            </a:lvl1pPr>
          </a:lstStyle>
          <a:p>
            <a:pPr algn="r"/>
            <a:r>
              <a:rPr lang="en-US"/>
              <a:t>CS Agentic Development</a:t>
            </a:r>
          </a:p>
        </p:txBody>
      </p:sp>
      <p:sp>
        <p:nvSpPr>
          <p:cNvPr id="3" name="Slide Number Placeholder 2">
            <a:extLst>
              <a:ext uri="{FF2B5EF4-FFF2-40B4-BE49-F238E27FC236}">
                <a16:creationId xmlns:a16="http://schemas.microsoft.com/office/drawing/2014/main" id="{053A297C-A2D6-40CA-AD99-EEB809D81A83}"/>
              </a:ext>
            </a:extLst>
          </p:cNvPr>
          <p:cNvSpPr>
            <a:spLocks noGrp="1"/>
          </p:cNvSpPr>
          <p:nvPr>
            <p:ph type="sldNum" sz="quarter" idx="30"/>
          </p:nvPr>
        </p:nvSpPr>
        <p:spPr/>
        <p:txBody>
          <a:bodyPr/>
          <a:lstStyle>
            <a:lvl1pPr>
              <a:defRPr spc="0"/>
            </a:lvl1pPr>
          </a:lstStyle>
          <a:p>
            <a:fld id="{FC3AA935-0552-4053-AB5F-13160B57B31C}" type="slidenum">
              <a:rPr lang="en-US" smtClean="0"/>
              <a:t>‹#›</a:t>
            </a:fld>
            <a:endParaRPr lang="en-US"/>
          </a:p>
        </p:txBody>
      </p:sp>
    </p:spTree>
    <p:extLst>
      <p:ext uri="{BB962C8B-B14F-4D97-AF65-F5344CB8AC3E}">
        <p14:creationId xmlns:p14="http://schemas.microsoft.com/office/powerpoint/2010/main" val="3072701868"/>
      </p:ext>
    </p:extLst>
  </p:cSld>
  <p:clrMapOvr>
    <a:masterClrMapping/>
  </p:clrMapOvr>
  <p:transition>
    <p:wipe dir="r"/>
  </p:transition>
</p:sldLayout>
</file>

<file path=ppt/slideLayouts/slideLayout115.xml><?xml version="1.0" encoding="utf-8"?>
<p:sldLayout xmlns:a="http://schemas.openxmlformats.org/drawingml/2006/main" xmlns:r="http://schemas.openxmlformats.org/officeDocument/2006/relationships" xmlns:p="http://schemas.openxmlformats.org/presentationml/2006/main" preserve="1">
  <p:cSld name="Org Chart | White">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9600" y="466827"/>
            <a:ext cx="11237379" cy="758500"/>
          </a:xfrm>
        </p:spPr>
        <p:txBody>
          <a:bodyPr/>
          <a:lstStyle>
            <a:lvl1pPr>
              <a:defRPr spc="300" baseline="0"/>
            </a:lvl1pPr>
          </a:lstStyle>
          <a:p>
            <a:r>
              <a:rPr lang="en-US"/>
              <a:t>TITLE HERE. ALL CAPS. BLACK. 24 PT.</a:t>
            </a:r>
          </a:p>
        </p:txBody>
      </p:sp>
      <p:sp>
        <p:nvSpPr>
          <p:cNvPr id="3" name="Footer Placeholder 2"/>
          <p:cNvSpPr>
            <a:spLocks noGrp="1"/>
          </p:cNvSpPr>
          <p:nvPr>
            <p:ph type="ftr" sz="quarter" idx="10"/>
          </p:nvPr>
        </p:nvSpPr>
        <p:spPr/>
        <p:txBody>
          <a:bodyPr/>
          <a:lstStyle>
            <a:lvl1pPr>
              <a:defRPr spc="0"/>
            </a:lvl1pPr>
          </a:lstStyle>
          <a:p>
            <a:r>
              <a:rPr lang="en-US"/>
              <a:t>CS Agentic Development</a:t>
            </a:r>
          </a:p>
        </p:txBody>
      </p:sp>
      <p:sp>
        <p:nvSpPr>
          <p:cNvPr id="4" name="Text Placeholder 2">
            <a:extLst>
              <a:ext uri="{FF2B5EF4-FFF2-40B4-BE49-F238E27FC236}">
                <a16:creationId xmlns:a16="http://schemas.microsoft.com/office/drawing/2014/main" id="{6958B17C-FE6E-4F59-A161-671D59ABF973}"/>
              </a:ext>
            </a:extLst>
          </p:cNvPr>
          <p:cNvSpPr>
            <a:spLocks noGrp="1"/>
          </p:cNvSpPr>
          <p:nvPr>
            <p:ph type="body" idx="13" hasCustomPrompt="1"/>
          </p:nvPr>
        </p:nvSpPr>
        <p:spPr>
          <a:xfrm>
            <a:off x="609600" y="1166707"/>
            <a:ext cx="11237379" cy="411740"/>
          </a:xfrm>
          <a:prstGeom prst="rect">
            <a:avLst/>
          </a:prstGeom>
        </p:spPr>
        <p:txBody>
          <a:bodyPr anchor="t">
            <a:normAutofit/>
          </a:bodyPr>
          <a:lstStyle>
            <a:lvl1pPr marL="0" marR="0" indent="0" algn="l" defTabSz="457178" rtl="0" eaLnBrk="1" fontAlgn="auto" latinLnBrk="0" hangingPunct="1">
              <a:lnSpc>
                <a:spcPct val="100000"/>
              </a:lnSpc>
              <a:spcBef>
                <a:spcPct val="20000"/>
              </a:spcBef>
              <a:spcAft>
                <a:spcPts val="0"/>
              </a:spcAft>
              <a:buClr>
                <a:schemeClr val="accent1"/>
              </a:buClr>
              <a:buSzTx/>
              <a:buFont typeface="Arial" panose="020B0604020202020204" pitchFamily="34" charset="0"/>
              <a:buNone/>
              <a:tabLst/>
              <a:defRPr sz="1100" b="0" cap="all" spc="300" baseline="0">
                <a:solidFill>
                  <a:schemeClr val="accent1"/>
                </a:solidFill>
              </a:defRPr>
            </a:lvl1pPr>
            <a:lvl2pPr marL="457178" indent="0">
              <a:buNone/>
              <a:defRPr sz="2000" b="1"/>
            </a:lvl2pPr>
            <a:lvl3pPr marL="914355" indent="0">
              <a:buNone/>
              <a:defRPr sz="1800" b="1"/>
            </a:lvl3pPr>
            <a:lvl4pPr marL="1371532" indent="0">
              <a:buNone/>
              <a:defRPr sz="1600" b="1"/>
            </a:lvl4pPr>
            <a:lvl5pPr marL="1828709" indent="0">
              <a:buNone/>
              <a:defRPr sz="1600" b="1"/>
            </a:lvl5pPr>
            <a:lvl6pPr marL="2285886" indent="0">
              <a:buNone/>
              <a:defRPr sz="1600" b="1"/>
            </a:lvl6pPr>
            <a:lvl7pPr marL="2743064" indent="0">
              <a:buNone/>
              <a:defRPr sz="1600" b="1"/>
            </a:lvl7pPr>
            <a:lvl8pPr marL="3200240" indent="0">
              <a:buNone/>
              <a:defRPr sz="1600" b="1"/>
            </a:lvl8pPr>
            <a:lvl9pPr marL="3657418" indent="0">
              <a:buNone/>
              <a:defRPr sz="1600" b="1"/>
            </a:lvl9pPr>
          </a:lstStyle>
          <a:p>
            <a:pPr marL="0" marR="0" lvl="0" indent="0" algn="l" defTabSz="457178" rtl="0" eaLnBrk="1" fontAlgn="auto" latinLnBrk="0" hangingPunct="1">
              <a:lnSpc>
                <a:spcPct val="100000"/>
              </a:lnSpc>
              <a:spcBef>
                <a:spcPct val="20000"/>
              </a:spcBef>
              <a:spcAft>
                <a:spcPts val="0"/>
              </a:spcAft>
              <a:buClr>
                <a:schemeClr val="accent1"/>
              </a:buClr>
              <a:buSzTx/>
              <a:buFont typeface="Arial" panose="020B0604020202020204" pitchFamily="34" charset="0"/>
              <a:buNone/>
              <a:tabLst/>
              <a:defRPr/>
            </a:pPr>
            <a:r>
              <a:rPr lang="en-US"/>
              <a:t>SUBHEAD HERE. ALL CAPS. TERRA COTTA. 11 PT.</a:t>
            </a:r>
          </a:p>
        </p:txBody>
      </p:sp>
      <p:sp>
        <p:nvSpPr>
          <p:cNvPr id="5" name="Picture Placeholder 5">
            <a:extLst>
              <a:ext uri="{FF2B5EF4-FFF2-40B4-BE49-F238E27FC236}">
                <a16:creationId xmlns:a16="http://schemas.microsoft.com/office/drawing/2014/main" id="{5ABFF238-972F-FB40-BE5D-68E2F1D9EC21}"/>
              </a:ext>
            </a:extLst>
          </p:cNvPr>
          <p:cNvSpPr>
            <a:spLocks noGrp="1"/>
          </p:cNvSpPr>
          <p:nvPr>
            <p:ph type="pic" sz="quarter" idx="14" hasCustomPrompt="1"/>
          </p:nvPr>
        </p:nvSpPr>
        <p:spPr>
          <a:xfrm>
            <a:off x="5193792" y="1641951"/>
            <a:ext cx="975360" cy="975360"/>
          </a:xfrm>
          <a:prstGeom prst="rect">
            <a:avLst/>
          </a:prstGeom>
        </p:spPr>
        <p:txBody>
          <a:bodyPr anchor="ctr"/>
          <a:lstStyle>
            <a:lvl1pPr marL="7938" indent="0" algn="ctr">
              <a:buNone/>
              <a:defRPr sz="750" spc="0"/>
            </a:lvl1pPr>
          </a:lstStyle>
          <a:p>
            <a:r>
              <a:rPr lang="en-US"/>
              <a:t>HEADSHOT HERE</a:t>
            </a:r>
          </a:p>
        </p:txBody>
      </p:sp>
      <p:sp>
        <p:nvSpPr>
          <p:cNvPr id="6" name="Picture Placeholder 5">
            <a:extLst>
              <a:ext uri="{FF2B5EF4-FFF2-40B4-BE49-F238E27FC236}">
                <a16:creationId xmlns:a16="http://schemas.microsoft.com/office/drawing/2014/main" id="{18EC76AE-7BE5-294B-9BF4-53BFFAFF7E79}"/>
              </a:ext>
            </a:extLst>
          </p:cNvPr>
          <p:cNvSpPr>
            <a:spLocks noGrp="1"/>
          </p:cNvSpPr>
          <p:nvPr>
            <p:ph type="pic" sz="quarter" idx="11" hasCustomPrompt="1"/>
          </p:nvPr>
        </p:nvSpPr>
        <p:spPr>
          <a:xfrm>
            <a:off x="5193792" y="3030131"/>
            <a:ext cx="975360" cy="975360"/>
          </a:xfrm>
          <a:prstGeom prst="rect">
            <a:avLst/>
          </a:prstGeom>
        </p:spPr>
        <p:txBody>
          <a:bodyPr anchor="ctr"/>
          <a:lstStyle>
            <a:lvl1pPr marL="7938" indent="0" algn="ctr">
              <a:buNone/>
              <a:defRPr sz="750" spc="0"/>
            </a:lvl1pPr>
          </a:lstStyle>
          <a:p>
            <a:r>
              <a:rPr lang="en-US"/>
              <a:t>HEADSHOT HERE</a:t>
            </a:r>
          </a:p>
        </p:txBody>
      </p:sp>
      <p:sp>
        <p:nvSpPr>
          <p:cNvPr id="7" name="Picture Placeholder 5">
            <a:extLst>
              <a:ext uri="{FF2B5EF4-FFF2-40B4-BE49-F238E27FC236}">
                <a16:creationId xmlns:a16="http://schemas.microsoft.com/office/drawing/2014/main" id="{12D8180D-0D8E-B642-AD57-6BA7F623754E}"/>
              </a:ext>
            </a:extLst>
          </p:cNvPr>
          <p:cNvSpPr>
            <a:spLocks noGrp="1"/>
          </p:cNvSpPr>
          <p:nvPr>
            <p:ph type="pic" sz="quarter" idx="15" hasCustomPrompt="1"/>
          </p:nvPr>
        </p:nvSpPr>
        <p:spPr>
          <a:xfrm>
            <a:off x="1676400" y="3030131"/>
            <a:ext cx="975360" cy="975360"/>
          </a:xfrm>
          <a:prstGeom prst="rect">
            <a:avLst/>
          </a:prstGeom>
        </p:spPr>
        <p:txBody>
          <a:bodyPr anchor="ctr"/>
          <a:lstStyle>
            <a:lvl1pPr marL="7938" indent="0" algn="ctr">
              <a:buNone/>
              <a:defRPr sz="750" spc="0"/>
            </a:lvl1pPr>
          </a:lstStyle>
          <a:p>
            <a:r>
              <a:rPr lang="en-US"/>
              <a:t>HEADSHOT HERE</a:t>
            </a:r>
          </a:p>
        </p:txBody>
      </p:sp>
      <p:sp>
        <p:nvSpPr>
          <p:cNvPr id="8" name="Picture Placeholder 5">
            <a:extLst>
              <a:ext uri="{FF2B5EF4-FFF2-40B4-BE49-F238E27FC236}">
                <a16:creationId xmlns:a16="http://schemas.microsoft.com/office/drawing/2014/main" id="{E6A15E34-936C-DF49-858C-AB3A808ED2C3}"/>
              </a:ext>
            </a:extLst>
          </p:cNvPr>
          <p:cNvSpPr>
            <a:spLocks noGrp="1"/>
          </p:cNvSpPr>
          <p:nvPr>
            <p:ph type="pic" sz="quarter" idx="16" hasCustomPrompt="1"/>
          </p:nvPr>
        </p:nvSpPr>
        <p:spPr>
          <a:xfrm>
            <a:off x="445008" y="4349837"/>
            <a:ext cx="975360" cy="975360"/>
          </a:xfrm>
          <a:prstGeom prst="rect">
            <a:avLst/>
          </a:prstGeom>
        </p:spPr>
        <p:txBody>
          <a:bodyPr anchor="ctr"/>
          <a:lstStyle>
            <a:lvl1pPr marL="7938" indent="0" algn="ctr">
              <a:buNone/>
              <a:defRPr sz="750" spc="0"/>
            </a:lvl1pPr>
          </a:lstStyle>
          <a:p>
            <a:r>
              <a:rPr lang="en-US"/>
              <a:t>HEADSHOT HERE</a:t>
            </a:r>
          </a:p>
        </p:txBody>
      </p:sp>
      <p:sp>
        <p:nvSpPr>
          <p:cNvPr id="9" name="Picture Placeholder 5">
            <a:extLst>
              <a:ext uri="{FF2B5EF4-FFF2-40B4-BE49-F238E27FC236}">
                <a16:creationId xmlns:a16="http://schemas.microsoft.com/office/drawing/2014/main" id="{4C68ADBA-D7D6-D342-AE08-FD1C53F945E6}"/>
              </a:ext>
            </a:extLst>
          </p:cNvPr>
          <p:cNvSpPr>
            <a:spLocks noGrp="1"/>
          </p:cNvSpPr>
          <p:nvPr>
            <p:ph type="pic" sz="quarter" idx="17" hasCustomPrompt="1"/>
          </p:nvPr>
        </p:nvSpPr>
        <p:spPr>
          <a:xfrm>
            <a:off x="2859024" y="4349837"/>
            <a:ext cx="975360" cy="975360"/>
          </a:xfrm>
          <a:prstGeom prst="rect">
            <a:avLst/>
          </a:prstGeom>
        </p:spPr>
        <p:txBody>
          <a:bodyPr anchor="ctr"/>
          <a:lstStyle>
            <a:lvl1pPr marL="7938" indent="0" algn="ctr">
              <a:buNone/>
              <a:defRPr sz="750" spc="0"/>
            </a:lvl1pPr>
          </a:lstStyle>
          <a:p>
            <a:r>
              <a:rPr lang="en-US"/>
              <a:t>HEADSHOT HERE</a:t>
            </a:r>
          </a:p>
        </p:txBody>
      </p:sp>
      <p:sp>
        <p:nvSpPr>
          <p:cNvPr id="10" name="Picture Placeholder 5">
            <a:extLst>
              <a:ext uri="{FF2B5EF4-FFF2-40B4-BE49-F238E27FC236}">
                <a16:creationId xmlns:a16="http://schemas.microsoft.com/office/drawing/2014/main" id="{E02ECDB4-5AD6-7C45-91D3-82FE33CE6D9F}"/>
              </a:ext>
            </a:extLst>
          </p:cNvPr>
          <p:cNvSpPr>
            <a:spLocks noGrp="1"/>
          </p:cNvSpPr>
          <p:nvPr>
            <p:ph type="pic" sz="quarter" idx="18" hasCustomPrompt="1"/>
          </p:nvPr>
        </p:nvSpPr>
        <p:spPr>
          <a:xfrm>
            <a:off x="5193792" y="4349837"/>
            <a:ext cx="975360" cy="975360"/>
          </a:xfrm>
          <a:prstGeom prst="rect">
            <a:avLst/>
          </a:prstGeom>
        </p:spPr>
        <p:txBody>
          <a:bodyPr anchor="ctr"/>
          <a:lstStyle>
            <a:lvl1pPr marL="7938" indent="0" algn="ctr">
              <a:buNone/>
              <a:defRPr sz="750" spc="0"/>
            </a:lvl1pPr>
          </a:lstStyle>
          <a:p>
            <a:r>
              <a:rPr lang="en-US"/>
              <a:t>HEADSHOT HERE</a:t>
            </a:r>
          </a:p>
        </p:txBody>
      </p:sp>
      <p:sp>
        <p:nvSpPr>
          <p:cNvPr id="11" name="Picture Placeholder 5">
            <a:extLst>
              <a:ext uri="{FF2B5EF4-FFF2-40B4-BE49-F238E27FC236}">
                <a16:creationId xmlns:a16="http://schemas.microsoft.com/office/drawing/2014/main" id="{B967F4E4-8CE7-2944-A00F-24639A4022F4}"/>
              </a:ext>
            </a:extLst>
          </p:cNvPr>
          <p:cNvSpPr>
            <a:spLocks noGrp="1"/>
          </p:cNvSpPr>
          <p:nvPr>
            <p:ph type="pic" sz="quarter" idx="19" hasCustomPrompt="1"/>
          </p:nvPr>
        </p:nvSpPr>
        <p:spPr>
          <a:xfrm>
            <a:off x="7040880" y="4349837"/>
            <a:ext cx="975360" cy="975360"/>
          </a:xfrm>
          <a:prstGeom prst="rect">
            <a:avLst/>
          </a:prstGeom>
        </p:spPr>
        <p:txBody>
          <a:bodyPr anchor="ctr"/>
          <a:lstStyle>
            <a:lvl1pPr marL="7938" indent="0" algn="ctr">
              <a:buNone/>
              <a:defRPr sz="750" spc="0"/>
            </a:lvl1pPr>
          </a:lstStyle>
          <a:p>
            <a:r>
              <a:rPr lang="en-US"/>
              <a:t>HEADSHOT HERE</a:t>
            </a:r>
          </a:p>
        </p:txBody>
      </p:sp>
      <p:sp>
        <p:nvSpPr>
          <p:cNvPr id="12" name="Picture Placeholder 5">
            <a:extLst>
              <a:ext uri="{FF2B5EF4-FFF2-40B4-BE49-F238E27FC236}">
                <a16:creationId xmlns:a16="http://schemas.microsoft.com/office/drawing/2014/main" id="{B6067C2E-8A1A-C24E-ABBB-BFD08C1671BA}"/>
              </a:ext>
            </a:extLst>
          </p:cNvPr>
          <p:cNvSpPr>
            <a:spLocks noGrp="1"/>
          </p:cNvSpPr>
          <p:nvPr>
            <p:ph type="pic" sz="quarter" idx="20" hasCustomPrompt="1"/>
          </p:nvPr>
        </p:nvSpPr>
        <p:spPr>
          <a:xfrm>
            <a:off x="8711184" y="4349837"/>
            <a:ext cx="975360" cy="975360"/>
          </a:xfrm>
          <a:prstGeom prst="rect">
            <a:avLst/>
          </a:prstGeom>
        </p:spPr>
        <p:txBody>
          <a:bodyPr anchor="ctr"/>
          <a:lstStyle>
            <a:lvl1pPr marL="7938" indent="0" algn="ctr">
              <a:buNone/>
              <a:defRPr sz="750" spc="0"/>
            </a:lvl1pPr>
          </a:lstStyle>
          <a:p>
            <a:r>
              <a:rPr lang="en-US"/>
              <a:t>HEADSHOT HERE</a:t>
            </a:r>
          </a:p>
        </p:txBody>
      </p:sp>
      <p:sp>
        <p:nvSpPr>
          <p:cNvPr id="13" name="Picture Placeholder 5">
            <a:extLst>
              <a:ext uri="{FF2B5EF4-FFF2-40B4-BE49-F238E27FC236}">
                <a16:creationId xmlns:a16="http://schemas.microsoft.com/office/drawing/2014/main" id="{356D8DE8-5B64-8D4D-9781-CB5B72A560FC}"/>
              </a:ext>
            </a:extLst>
          </p:cNvPr>
          <p:cNvSpPr>
            <a:spLocks noGrp="1"/>
          </p:cNvSpPr>
          <p:nvPr>
            <p:ph type="pic" sz="quarter" idx="21" hasCustomPrompt="1"/>
          </p:nvPr>
        </p:nvSpPr>
        <p:spPr>
          <a:xfrm>
            <a:off x="10381488" y="4349837"/>
            <a:ext cx="975360" cy="975360"/>
          </a:xfrm>
          <a:prstGeom prst="rect">
            <a:avLst/>
          </a:prstGeom>
        </p:spPr>
        <p:txBody>
          <a:bodyPr anchor="ctr"/>
          <a:lstStyle>
            <a:lvl1pPr marL="7938" indent="0" algn="ctr">
              <a:buNone/>
              <a:defRPr sz="750" spc="0"/>
            </a:lvl1pPr>
          </a:lstStyle>
          <a:p>
            <a:r>
              <a:rPr lang="en-US"/>
              <a:t>HEADSHOT HERE</a:t>
            </a:r>
          </a:p>
        </p:txBody>
      </p:sp>
      <p:sp>
        <p:nvSpPr>
          <p:cNvPr id="14" name="Text Placeholder 59">
            <a:extLst>
              <a:ext uri="{FF2B5EF4-FFF2-40B4-BE49-F238E27FC236}">
                <a16:creationId xmlns:a16="http://schemas.microsoft.com/office/drawing/2014/main" id="{AAD068EC-C3F2-0F46-B6CB-4A760746362D}"/>
              </a:ext>
            </a:extLst>
          </p:cNvPr>
          <p:cNvSpPr>
            <a:spLocks noGrp="1"/>
          </p:cNvSpPr>
          <p:nvPr>
            <p:ph type="body" sz="quarter" idx="22" hasCustomPrompt="1"/>
          </p:nvPr>
        </p:nvSpPr>
        <p:spPr>
          <a:xfrm>
            <a:off x="6339840" y="1806231"/>
            <a:ext cx="2072640" cy="486833"/>
          </a:xfrm>
          <a:prstGeom prst="rect">
            <a:avLst/>
          </a:prstGeom>
        </p:spPr>
        <p:txBody>
          <a:bodyPr lIns="0" bIns="0" anchor="b"/>
          <a:lstStyle>
            <a:lvl1pPr marL="7938" indent="0">
              <a:buNone/>
              <a:defRPr sz="900" cap="all" spc="0" baseline="0">
                <a:solidFill>
                  <a:schemeClr val="tx1"/>
                </a:solidFill>
              </a:defRPr>
            </a:lvl1pPr>
          </a:lstStyle>
          <a:p>
            <a:pPr lvl="0"/>
            <a:r>
              <a:rPr lang="en-US"/>
              <a:t>NAME HERE. ALL CAPS. BLACK. 9 PT.</a:t>
            </a:r>
          </a:p>
        </p:txBody>
      </p:sp>
      <p:sp>
        <p:nvSpPr>
          <p:cNvPr id="15" name="Text Placeholder 59">
            <a:extLst>
              <a:ext uri="{FF2B5EF4-FFF2-40B4-BE49-F238E27FC236}">
                <a16:creationId xmlns:a16="http://schemas.microsoft.com/office/drawing/2014/main" id="{46396501-5E4A-4547-BD0E-75445D8F480B}"/>
              </a:ext>
            </a:extLst>
          </p:cNvPr>
          <p:cNvSpPr>
            <a:spLocks noGrp="1"/>
          </p:cNvSpPr>
          <p:nvPr>
            <p:ph type="body" sz="quarter" idx="33" hasCustomPrompt="1"/>
          </p:nvPr>
        </p:nvSpPr>
        <p:spPr>
          <a:xfrm>
            <a:off x="6339840" y="2300952"/>
            <a:ext cx="2072640" cy="322287"/>
          </a:xfrm>
          <a:prstGeom prst="rect">
            <a:avLst/>
          </a:prstGeom>
        </p:spPr>
        <p:txBody>
          <a:bodyPr lIns="0" bIns="0" anchor="t" anchorCtr="0"/>
          <a:lstStyle>
            <a:lvl1pPr marL="7938" indent="0">
              <a:buNone/>
              <a:defRPr sz="900" cap="none" spc="0" baseline="0">
                <a:solidFill>
                  <a:schemeClr val="accent1"/>
                </a:solidFill>
                <a:latin typeface="+mj-lt"/>
              </a:defRPr>
            </a:lvl1pPr>
          </a:lstStyle>
          <a:p>
            <a:pPr lvl="0"/>
            <a:r>
              <a:rPr lang="en-US"/>
              <a:t>Title Here. Lowercase. 9 pt.</a:t>
            </a:r>
          </a:p>
        </p:txBody>
      </p:sp>
      <p:sp>
        <p:nvSpPr>
          <p:cNvPr id="16" name="Text Placeholder 59">
            <a:extLst>
              <a:ext uri="{FF2B5EF4-FFF2-40B4-BE49-F238E27FC236}">
                <a16:creationId xmlns:a16="http://schemas.microsoft.com/office/drawing/2014/main" id="{2603966A-E2D9-824B-A89F-EA677B9EFE19}"/>
              </a:ext>
            </a:extLst>
          </p:cNvPr>
          <p:cNvSpPr>
            <a:spLocks noGrp="1"/>
          </p:cNvSpPr>
          <p:nvPr>
            <p:ph type="body" sz="quarter" idx="40" hasCustomPrompt="1"/>
          </p:nvPr>
        </p:nvSpPr>
        <p:spPr>
          <a:xfrm>
            <a:off x="2859024" y="3175234"/>
            <a:ext cx="2072640" cy="486833"/>
          </a:xfrm>
          <a:prstGeom prst="rect">
            <a:avLst/>
          </a:prstGeom>
        </p:spPr>
        <p:txBody>
          <a:bodyPr lIns="0" bIns="0" anchor="b"/>
          <a:lstStyle>
            <a:lvl1pPr marL="7938" indent="0">
              <a:buNone/>
              <a:defRPr sz="900" cap="all" spc="0" baseline="0">
                <a:solidFill>
                  <a:schemeClr val="tx1"/>
                </a:solidFill>
              </a:defRPr>
            </a:lvl1pPr>
          </a:lstStyle>
          <a:p>
            <a:pPr lvl="0"/>
            <a:r>
              <a:rPr lang="en-US"/>
              <a:t>NAME HERE. ALL CAPS. BLACK. 9 PT.</a:t>
            </a:r>
          </a:p>
        </p:txBody>
      </p:sp>
      <p:sp>
        <p:nvSpPr>
          <p:cNvPr id="17" name="Text Placeholder 59">
            <a:extLst>
              <a:ext uri="{FF2B5EF4-FFF2-40B4-BE49-F238E27FC236}">
                <a16:creationId xmlns:a16="http://schemas.microsoft.com/office/drawing/2014/main" id="{F306B794-F127-CD4A-AF19-BEEFCAA85BB2}"/>
              </a:ext>
            </a:extLst>
          </p:cNvPr>
          <p:cNvSpPr>
            <a:spLocks noGrp="1"/>
          </p:cNvSpPr>
          <p:nvPr>
            <p:ph type="body" sz="quarter" idx="41" hasCustomPrompt="1"/>
          </p:nvPr>
        </p:nvSpPr>
        <p:spPr>
          <a:xfrm>
            <a:off x="2859024" y="3683206"/>
            <a:ext cx="2072640" cy="322287"/>
          </a:xfrm>
          <a:prstGeom prst="rect">
            <a:avLst/>
          </a:prstGeom>
        </p:spPr>
        <p:txBody>
          <a:bodyPr lIns="0" bIns="0" anchor="t" anchorCtr="0"/>
          <a:lstStyle>
            <a:lvl1pPr marL="7938" indent="0">
              <a:buNone/>
              <a:defRPr sz="900" cap="none" spc="0" baseline="0">
                <a:solidFill>
                  <a:schemeClr val="accent1"/>
                </a:solidFill>
                <a:latin typeface="+mj-lt"/>
              </a:defRPr>
            </a:lvl1pPr>
          </a:lstStyle>
          <a:p>
            <a:pPr lvl="0"/>
            <a:r>
              <a:rPr lang="en-US"/>
              <a:t>Title Here. Lowercase. 9 pt.</a:t>
            </a:r>
          </a:p>
        </p:txBody>
      </p:sp>
      <p:sp>
        <p:nvSpPr>
          <p:cNvPr id="18" name="Text Placeholder 59">
            <a:extLst>
              <a:ext uri="{FF2B5EF4-FFF2-40B4-BE49-F238E27FC236}">
                <a16:creationId xmlns:a16="http://schemas.microsoft.com/office/drawing/2014/main" id="{34112D37-2205-B848-AC2E-BD4056D73F74}"/>
              </a:ext>
            </a:extLst>
          </p:cNvPr>
          <p:cNvSpPr>
            <a:spLocks noGrp="1"/>
          </p:cNvSpPr>
          <p:nvPr>
            <p:ph type="body" sz="quarter" idx="46" hasCustomPrompt="1"/>
          </p:nvPr>
        </p:nvSpPr>
        <p:spPr>
          <a:xfrm>
            <a:off x="445009" y="5449719"/>
            <a:ext cx="1465491" cy="291367"/>
          </a:xfrm>
          <a:prstGeom prst="rect">
            <a:avLst/>
          </a:prstGeom>
        </p:spPr>
        <p:txBody>
          <a:bodyPr lIns="0" bIns="0" anchor="b"/>
          <a:lstStyle>
            <a:lvl1pPr marL="7938" marR="0" indent="0" algn="l" defTabSz="457178" rtl="0" eaLnBrk="1" fontAlgn="auto" latinLnBrk="0" hangingPunct="1">
              <a:lnSpc>
                <a:spcPct val="100000"/>
              </a:lnSpc>
              <a:spcBef>
                <a:spcPct val="20000"/>
              </a:spcBef>
              <a:spcAft>
                <a:spcPts val="0"/>
              </a:spcAft>
              <a:buClr>
                <a:schemeClr val="accent1"/>
              </a:buClr>
              <a:buSzTx/>
              <a:buFont typeface="Arial" panose="020B0604020202020204" pitchFamily="34" charset="0"/>
              <a:buNone/>
              <a:tabLst/>
              <a:defRPr sz="800" cap="all" spc="0" baseline="0">
                <a:solidFill>
                  <a:schemeClr val="tx1"/>
                </a:solidFill>
              </a:defRPr>
            </a:lvl1pPr>
          </a:lstStyle>
          <a:p>
            <a:pPr marL="7938" marR="0" lvl="0" indent="0" algn="l" defTabSz="457178" rtl="0" eaLnBrk="1" fontAlgn="auto" latinLnBrk="0" hangingPunct="1">
              <a:lnSpc>
                <a:spcPct val="100000"/>
              </a:lnSpc>
              <a:spcBef>
                <a:spcPct val="20000"/>
              </a:spcBef>
              <a:spcAft>
                <a:spcPts val="0"/>
              </a:spcAft>
              <a:buClr>
                <a:schemeClr val="accent1"/>
              </a:buClr>
              <a:buSzTx/>
              <a:buFont typeface="Arial" panose="020B0604020202020204" pitchFamily="34" charset="0"/>
              <a:buNone/>
              <a:tabLst/>
              <a:defRPr/>
            </a:pPr>
            <a:r>
              <a:rPr lang="en-US"/>
              <a:t>NAME HERE. ALL CAPS. BLACK. 8 PT.</a:t>
            </a:r>
          </a:p>
        </p:txBody>
      </p:sp>
      <p:sp>
        <p:nvSpPr>
          <p:cNvPr id="19" name="Text Placeholder 59">
            <a:extLst>
              <a:ext uri="{FF2B5EF4-FFF2-40B4-BE49-F238E27FC236}">
                <a16:creationId xmlns:a16="http://schemas.microsoft.com/office/drawing/2014/main" id="{F7F8772C-0E28-B04E-BD81-B40EF87AEC77}"/>
              </a:ext>
            </a:extLst>
          </p:cNvPr>
          <p:cNvSpPr>
            <a:spLocks noGrp="1"/>
          </p:cNvSpPr>
          <p:nvPr>
            <p:ph type="body" sz="quarter" idx="47" hasCustomPrompt="1"/>
          </p:nvPr>
        </p:nvSpPr>
        <p:spPr>
          <a:xfrm>
            <a:off x="445009" y="5755572"/>
            <a:ext cx="1465491" cy="328021"/>
          </a:xfrm>
          <a:prstGeom prst="rect">
            <a:avLst/>
          </a:prstGeom>
        </p:spPr>
        <p:txBody>
          <a:bodyPr lIns="0" bIns="0" anchor="t" anchorCtr="0"/>
          <a:lstStyle>
            <a:lvl1pPr marL="7938" indent="0">
              <a:buNone/>
              <a:defRPr sz="800" cap="none" spc="0" baseline="0">
                <a:solidFill>
                  <a:schemeClr val="accent1"/>
                </a:solidFill>
                <a:latin typeface="+mj-lt"/>
              </a:defRPr>
            </a:lvl1pPr>
          </a:lstStyle>
          <a:p>
            <a:pPr lvl="0"/>
            <a:r>
              <a:rPr lang="en-US"/>
              <a:t>Title Here. Lowercase. 8 pt.</a:t>
            </a:r>
          </a:p>
        </p:txBody>
      </p:sp>
      <p:sp>
        <p:nvSpPr>
          <p:cNvPr id="20" name="Text Placeholder 59">
            <a:extLst>
              <a:ext uri="{FF2B5EF4-FFF2-40B4-BE49-F238E27FC236}">
                <a16:creationId xmlns:a16="http://schemas.microsoft.com/office/drawing/2014/main" id="{9227AD50-FBF9-A246-AF49-3CEF5A9B0920}"/>
              </a:ext>
            </a:extLst>
          </p:cNvPr>
          <p:cNvSpPr>
            <a:spLocks noGrp="1"/>
          </p:cNvSpPr>
          <p:nvPr>
            <p:ph type="body" sz="quarter" idx="48" hasCustomPrompt="1"/>
          </p:nvPr>
        </p:nvSpPr>
        <p:spPr>
          <a:xfrm>
            <a:off x="2859024" y="5449719"/>
            <a:ext cx="1465491" cy="291367"/>
          </a:xfrm>
          <a:prstGeom prst="rect">
            <a:avLst/>
          </a:prstGeom>
        </p:spPr>
        <p:txBody>
          <a:bodyPr lIns="0" bIns="0" anchor="b"/>
          <a:lstStyle>
            <a:lvl1pPr marL="7938" marR="0" indent="0" algn="l" defTabSz="457178" rtl="0" eaLnBrk="1" fontAlgn="auto" latinLnBrk="0" hangingPunct="1">
              <a:lnSpc>
                <a:spcPct val="100000"/>
              </a:lnSpc>
              <a:spcBef>
                <a:spcPct val="20000"/>
              </a:spcBef>
              <a:spcAft>
                <a:spcPts val="0"/>
              </a:spcAft>
              <a:buClr>
                <a:schemeClr val="accent1"/>
              </a:buClr>
              <a:buSzTx/>
              <a:buFont typeface="Arial" panose="020B0604020202020204" pitchFamily="34" charset="0"/>
              <a:buNone/>
              <a:tabLst/>
              <a:defRPr sz="800" cap="all" spc="0" baseline="0">
                <a:solidFill>
                  <a:schemeClr val="tx1"/>
                </a:solidFill>
              </a:defRPr>
            </a:lvl1pPr>
          </a:lstStyle>
          <a:p>
            <a:pPr marL="7938" marR="0" lvl="0" indent="0" algn="l" defTabSz="457178" rtl="0" eaLnBrk="1" fontAlgn="auto" latinLnBrk="0" hangingPunct="1">
              <a:lnSpc>
                <a:spcPct val="100000"/>
              </a:lnSpc>
              <a:spcBef>
                <a:spcPct val="20000"/>
              </a:spcBef>
              <a:spcAft>
                <a:spcPts val="0"/>
              </a:spcAft>
              <a:buClr>
                <a:schemeClr val="accent1"/>
              </a:buClr>
              <a:buSzTx/>
              <a:buFont typeface="Arial" panose="020B0604020202020204" pitchFamily="34" charset="0"/>
              <a:buNone/>
              <a:tabLst/>
              <a:defRPr/>
            </a:pPr>
            <a:r>
              <a:rPr lang="en-US"/>
              <a:t>NAME HERE. ALL CAPS. BLACK. 8 PT.</a:t>
            </a:r>
          </a:p>
        </p:txBody>
      </p:sp>
      <p:sp>
        <p:nvSpPr>
          <p:cNvPr id="21" name="Text Placeholder 59">
            <a:extLst>
              <a:ext uri="{FF2B5EF4-FFF2-40B4-BE49-F238E27FC236}">
                <a16:creationId xmlns:a16="http://schemas.microsoft.com/office/drawing/2014/main" id="{A9801118-1422-A14E-BD94-22F26787C133}"/>
              </a:ext>
            </a:extLst>
          </p:cNvPr>
          <p:cNvSpPr>
            <a:spLocks noGrp="1"/>
          </p:cNvSpPr>
          <p:nvPr>
            <p:ph type="body" sz="quarter" idx="49" hasCustomPrompt="1"/>
          </p:nvPr>
        </p:nvSpPr>
        <p:spPr>
          <a:xfrm>
            <a:off x="2859024" y="5755572"/>
            <a:ext cx="1465491" cy="328021"/>
          </a:xfrm>
          <a:prstGeom prst="rect">
            <a:avLst/>
          </a:prstGeom>
        </p:spPr>
        <p:txBody>
          <a:bodyPr lIns="0" bIns="0" anchor="t" anchorCtr="0"/>
          <a:lstStyle>
            <a:lvl1pPr marL="7938" indent="0">
              <a:buNone/>
              <a:defRPr sz="800" cap="none" spc="0" baseline="0">
                <a:solidFill>
                  <a:schemeClr val="accent1"/>
                </a:solidFill>
                <a:latin typeface="+mj-lt"/>
              </a:defRPr>
            </a:lvl1pPr>
          </a:lstStyle>
          <a:p>
            <a:pPr lvl="0"/>
            <a:r>
              <a:rPr lang="en-US"/>
              <a:t>Title Here. Lowercase. 8 pt.</a:t>
            </a:r>
          </a:p>
        </p:txBody>
      </p:sp>
      <p:sp>
        <p:nvSpPr>
          <p:cNvPr id="22" name="Text Placeholder 59">
            <a:extLst>
              <a:ext uri="{FF2B5EF4-FFF2-40B4-BE49-F238E27FC236}">
                <a16:creationId xmlns:a16="http://schemas.microsoft.com/office/drawing/2014/main" id="{DA83B46F-FD84-814E-B725-028067D91D9E}"/>
              </a:ext>
            </a:extLst>
          </p:cNvPr>
          <p:cNvSpPr>
            <a:spLocks noGrp="1"/>
          </p:cNvSpPr>
          <p:nvPr>
            <p:ph type="body" sz="quarter" idx="50" hasCustomPrompt="1"/>
          </p:nvPr>
        </p:nvSpPr>
        <p:spPr>
          <a:xfrm>
            <a:off x="5193792" y="5449719"/>
            <a:ext cx="1465491" cy="291367"/>
          </a:xfrm>
          <a:prstGeom prst="rect">
            <a:avLst/>
          </a:prstGeom>
        </p:spPr>
        <p:txBody>
          <a:bodyPr lIns="0" bIns="0" anchor="b"/>
          <a:lstStyle>
            <a:lvl1pPr marL="7938" marR="0" indent="0" algn="l" defTabSz="457178" rtl="0" eaLnBrk="1" fontAlgn="auto" latinLnBrk="0" hangingPunct="1">
              <a:lnSpc>
                <a:spcPct val="100000"/>
              </a:lnSpc>
              <a:spcBef>
                <a:spcPct val="20000"/>
              </a:spcBef>
              <a:spcAft>
                <a:spcPts val="0"/>
              </a:spcAft>
              <a:buClr>
                <a:schemeClr val="accent1"/>
              </a:buClr>
              <a:buSzTx/>
              <a:buFont typeface="Arial" panose="020B0604020202020204" pitchFamily="34" charset="0"/>
              <a:buNone/>
              <a:tabLst/>
              <a:defRPr sz="800" cap="all" spc="0" baseline="0">
                <a:solidFill>
                  <a:schemeClr val="tx1"/>
                </a:solidFill>
              </a:defRPr>
            </a:lvl1pPr>
          </a:lstStyle>
          <a:p>
            <a:pPr marL="7938" marR="0" lvl="0" indent="0" algn="l" defTabSz="457178" rtl="0" eaLnBrk="1" fontAlgn="auto" latinLnBrk="0" hangingPunct="1">
              <a:lnSpc>
                <a:spcPct val="100000"/>
              </a:lnSpc>
              <a:spcBef>
                <a:spcPct val="20000"/>
              </a:spcBef>
              <a:spcAft>
                <a:spcPts val="0"/>
              </a:spcAft>
              <a:buClr>
                <a:schemeClr val="accent1"/>
              </a:buClr>
              <a:buSzTx/>
              <a:buFont typeface="Arial" panose="020B0604020202020204" pitchFamily="34" charset="0"/>
              <a:buNone/>
              <a:tabLst/>
              <a:defRPr/>
            </a:pPr>
            <a:r>
              <a:rPr lang="en-US"/>
              <a:t>NAME HERE. ALL CAPS. BLACK. 8 PT.</a:t>
            </a:r>
          </a:p>
        </p:txBody>
      </p:sp>
      <p:sp>
        <p:nvSpPr>
          <p:cNvPr id="23" name="Text Placeholder 59">
            <a:extLst>
              <a:ext uri="{FF2B5EF4-FFF2-40B4-BE49-F238E27FC236}">
                <a16:creationId xmlns:a16="http://schemas.microsoft.com/office/drawing/2014/main" id="{7608E6CD-ACB2-4A4E-99C9-BA790309A6C8}"/>
              </a:ext>
            </a:extLst>
          </p:cNvPr>
          <p:cNvSpPr>
            <a:spLocks noGrp="1"/>
          </p:cNvSpPr>
          <p:nvPr>
            <p:ph type="body" sz="quarter" idx="51" hasCustomPrompt="1"/>
          </p:nvPr>
        </p:nvSpPr>
        <p:spPr>
          <a:xfrm>
            <a:off x="5193792" y="5755572"/>
            <a:ext cx="1465491" cy="328021"/>
          </a:xfrm>
          <a:prstGeom prst="rect">
            <a:avLst/>
          </a:prstGeom>
        </p:spPr>
        <p:txBody>
          <a:bodyPr lIns="0" bIns="0" anchor="t" anchorCtr="0"/>
          <a:lstStyle>
            <a:lvl1pPr marL="7938" indent="0">
              <a:buNone/>
              <a:defRPr sz="800" cap="none" spc="0" baseline="0">
                <a:solidFill>
                  <a:schemeClr val="accent1"/>
                </a:solidFill>
                <a:latin typeface="+mj-lt"/>
              </a:defRPr>
            </a:lvl1pPr>
          </a:lstStyle>
          <a:p>
            <a:pPr lvl="0"/>
            <a:r>
              <a:rPr lang="en-US"/>
              <a:t>Title Here. Lowercase. 8 pt.</a:t>
            </a:r>
          </a:p>
        </p:txBody>
      </p:sp>
      <p:sp>
        <p:nvSpPr>
          <p:cNvPr id="24" name="Text Placeholder 59">
            <a:extLst>
              <a:ext uri="{FF2B5EF4-FFF2-40B4-BE49-F238E27FC236}">
                <a16:creationId xmlns:a16="http://schemas.microsoft.com/office/drawing/2014/main" id="{34273060-1F39-A54E-B595-D24001E81C23}"/>
              </a:ext>
            </a:extLst>
          </p:cNvPr>
          <p:cNvSpPr>
            <a:spLocks noGrp="1"/>
          </p:cNvSpPr>
          <p:nvPr>
            <p:ph type="body" sz="quarter" idx="52" hasCustomPrompt="1"/>
          </p:nvPr>
        </p:nvSpPr>
        <p:spPr>
          <a:xfrm>
            <a:off x="7040880" y="5449719"/>
            <a:ext cx="1465491" cy="291367"/>
          </a:xfrm>
          <a:prstGeom prst="rect">
            <a:avLst/>
          </a:prstGeom>
        </p:spPr>
        <p:txBody>
          <a:bodyPr lIns="0" bIns="0" anchor="b"/>
          <a:lstStyle>
            <a:lvl1pPr marL="7938" marR="0" indent="0" algn="l" defTabSz="457178" rtl="0" eaLnBrk="1" fontAlgn="auto" latinLnBrk="0" hangingPunct="1">
              <a:lnSpc>
                <a:spcPct val="100000"/>
              </a:lnSpc>
              <a:spcBef>
                <a:spcPct val="20000"/>
              </a:spcBef>
              <a:spcAft>
                <a:spcPts val="0"/>
              </a:spcAft>
              <a:buClr>
                <a:schemeClr val="accent1"/>
              </a:buClr>
              <a:buSzTx/>
              <a:buFont typeface="Arial" panose="020B0604020202020204" pitchFamily="34" charset="0"/>
              <a:buNone/>
              <a:tabLst/>
              <a:defRPr sz="800" cap="all" spc="0" baseline="0">
                <a:solidFill>
                  <a:schemeClr val="tx1"/>
                </a:solidFill>
              </a:defRPr>
            </a:lvl1pPr>
          </a:lstStyle>
          <a:p>
            <a:pPr marL="7938" marR="0" lvl="0" indent="0" algn="l" defTabSz="457178" rtl="0" eaLnBrk="1" fontAlgn="auto" latinLnBrk="0" hangingPunct="1">
              <a:lnSpc>
                <a:spcPct val="100000"/>
              </a:lnSpc>
              <a:spcBef>
                <a:spcPct val="20000"/>
              </a:spcBef>
              <a:spcAft>
                <a:spcPts val="0"/>
              </a:spcAft>
              <a:buClr>
                <a:schemeClr val="accent1"/>
              </a:buClr>
              <a:buSzTx/>
              <a:buFont typeface="Arial" panose="020B0604020202020204" pitchFamily="34" charset="0"/>
              <a:buNone/>
              <a:tabLst/>
              <a:defRPr/>
            </a:pPr>
            <a:r>
              <a:rPr lang="en-US"/>
              <a:t>NAME HERE. ALL CAPS. BLACK. 8 PT.</a:t>
            </a:r>
          </a:p>
        </p:txBody>
      </p:sp>
      <p:sp>
        <p:nvSpPr>
          <p:cNvPr id="25" name="Text Placeholder 59">
            <a:extLst>
              <a:ext uri="{FF2B5EF4-FFF2-40B4-BE49-F238E27FC236}">
                <a16:creationId xmlns:a16="http://schemas.microsoft.com/office/drawing/2014/main" id="{DB3F8C38-E7FA-EC4B-B0EA-E8968653CAEB}"/>
              </a:ext>
            </a:extLst>
          </p:cNvPr>
          <p:cNvSpPr>
            <a:spLocks noGrp="1"/>
          </p:cNvSpPr>
          <p:nvPr>
            <p:ph type="body" sz="quarter" idx="53" hasCustomPrompt="1"/>
          </p:nvPr>
        </p:nvSpPr>
        <p:spPr>
          <a:xfrm>
            <a:off x="7040880" y="5755572"/>
            <a:ext cx="1465491" cy="328021"/>
          </a:xfrm>
          <a:prstGeom prst="rect">
            <a:avLst/>
          </a:prstGeom>
        </p:spPr>
        <p:txBody>
          <a:bodyPr lIns="0" bIns="0" anchor="t" anchorCtr="0"/>
          <a:lstStyle>
            <a:lvl1pPr marL="7938" indent="0">
              <a:buNone/>
              <a:defRPr sz="800" cap="none" spc="0" baseline="0">
                <a:solidFill>
                  <a:schemeClr val="accent1"/>
                </a:solidFill>
                <a:latin typeface="+mj-lt"/>
              </a:defRPr>
            </a:lvl1pPr>
          </a:lstStyle>
          <a:p>
            <a:pPr lvl="0"/>
            <a:r>
              <a:rPr lang="en-US"/>
              <a:t>Title Here. Lowercase. 8 pt.</a:t>
            </a:r>
          </a:p>
        </p:txBody>
      </p:sp>
      <p:sp>
        <p:nvSpPr>
          <p:cNvPr id="26" name="Text Placeholder 59">
            <a:extLst>
              <a:ext uri="{FF2B5EF4-FFF2-40B4-BE49-F238E27FC236}">
                <a16:creationId xmlns:a16="http://schemas.microsoft.com/office/drawing/2014/main" id="{C10AEC33-A230-184B-A765-7D4A74A8F4C0}"/>
              </a:ext>
            </a:extLst>
          </p:cNvPr>
          <p:cNvSpPr>
            <a:spLocks noGrp="1"/>
          </p:cNvSpPr>
          <p:nvPr>
            <p:ph type="body" sz="quarter" idx="54" hasCustomPrompt="1"/>
          </p:nvPr>
        </p:nvSpPr>
        <p:spPr>
          <a:xfrm>
            <a:off x="8723755" y="5449719"/>
            <a:ext cx="1465491" cy="291367"/>
          </a:xfrm>
          <a:prstGeom prst="rect">
            <a:avLst/>
          </a:prstGeom>
        </p:spPr>
        <p:txBody>
          <a:bodyPr lIns="0" bIns="0" anchor="b"/>
          <a:lstStyle>
            <a:lvl1pPr marL="7938" marR="0" indent="0" algn="l" defTabSz="457178" rtl="0" eaLnBrk="1" fontAlgn="auto" latinLnBrk="0" hangingPunct="1">
              <a:lnSpc>
                <a:spcPct val="100000"/>
              </a:lnSpc>
              <a:spcBef>
                <a:spcPct val="20000"/>
              </a:spcBef>
              <a:spcAft>
                <a:spcPts val="0"/>
              </a:spcAft>
              <a:buClr>
                <a:schemeClr val="accent1"/>
              </a:buClr>
              <a:buSzTx/>
              <a:buFont typeface="Arial" panose="020B0604020202020204" pitchFamily="34" charset="0"/>
              <a:buNone/>
              <a:tabLst/>
              <a:defRPr sz="800" cap="all" spc="0" baseline="0">
                <a:solidFill>
                  <a:schemeClr val="tx1"/>
                </a:solidFill>
              </a:defRPr>
            </a:lvl1pPr>
          </a:lstStyle>
          <a:p>
            <a:pPr marL="7938" marR="0" lvl="0" indent="0" algn="l" defTabSz="457178" rtl="0" eaLnBrk="1" fontAlgn="auto" latinLnBrk="0" hangingPunct="1">
              <a:lnSpc>
                <a:spcPct val="100000"/>
              </a:lnSpc>
              <a:spcBef>
                <a:spcPct val="20000"/>
              </a:spcBef>
              <a:spcAft>
                <a:spcPts val="0"/>
              </a:spcAft>
              <a:buClr>
                <a:schemeClr val="accent1"/>
              </a:buClr>
              <a:buSzTx/>
              <a:buFont typeface="Arial" panose="020B0604020202020204" pitchFamily="34" charset="0"/>
              <a:buNone/>
              <a:tabLst/>
              <a:defRPr/>
            </a:pPr>
            <a:r>
              <a:rPr lang="en-US"/>
              <a:t>NAME HERE. ALL CAPS. BLACK. 8 PT.</a:t>
            </a:r>
          </a:p>
        </p:txBody>
      </p:sp>
      <p:sp>
        <p:nvSpPr>
          <p:cNvPr id="27" name="Text Placeholder 59">
            <a:extLst>
              <a:ext uri="{FF2B5EF4-FFF2-40B4-BE49-F238E27FC236}">
                <a16:creationId xmlns:a16="http://schemas.microsoft.com/office/drawing/2014/main" id="{9F2E478C-C4E9-4146-9EC3-D0C9AB7A6595}"/>
              </a:ext>
            </a:extLst>
          </p:cNvPr>
          <p:cNvSpPr>
            <a:spLocks noGrp="1"/>
          </p:cNvSpPr>
          <p:nvPr>
            <p:ph type="body" sz="quarter" idx="55" hasCustomPrompt="1"/>
          </p:nvPr>
        </p:nvSpPr>
        <p:spPr>
          <a:xfrm>
            <a:off x="8723755" y="5755572"/>
            <a:ext cx="1465491" cy="328021"/>
          </a:xfrm>
          <a:prstGeom prst="rect">
            <a:avLst/>
          </a:prstGeom>
        </p:spPr>
        <p:txBody>
          <a:bodyPr lIns="0" bIns="0" anchor="t" anchorCtr="0"/>
          <a:lstStyle>
            <a:lvl1pPr marL="7938" indent="0">
              <a:buNone/>
              <a:defRPr sz="800" cap="none" spc="0" baseline="0">
                <a:solidFill>
                  <a:schemeClr val="accent1"/>
                </a:solidFill>
                <a:latin typeface="+mj-lt"/>
              </a:defRPr>
            </a:lvl1pPr>
          </a:lstStyle>
          <a:p>
            <a:pPr lvl="0"/>
            <a:r>
              <a:rPr lang="en-US"/>
              <a:t>Title Here. Lowercase. 8 pt.</a:t>
            </a:r>
          </a:p>
        </p:txBody>
      </p:sp>
      <p:sp>
        <p:nvSpPr>
          <p:cNvPr id="28" name="Picture Placeholder 5">
            <a:extLst>
              <a:ext uri="{FF2B5EF4-FFF2-40B4-BE49-F238E27FC236}">
                <a16:creationId xmlns:a16="http://schemas.microsoft.com/office/drawing/2014/main" id="{81E76849-5610-2C40-93D4-822EF3028FBB}"/>
              </a:ext>
            </a:extLst>
          </p:cNvPr>
          <p:cNvSpPr>
            <a:spLocks noGrp="1"/>
          </p:cNvSpPr>
          <p:nvPr>
            <p:ph type="pic" sz="quarter" idx="58" hasCustomPrompt="1"/>
          </p:nvPr>
        </p:nvSpPr>
        <p:spPr>
          <a:xfrm>
            <a:off x="8674232" y="3030131"/>
            <a:ext cx="975360" cy="975360"/>
          </a:xfrm>
          <a:prstGeom prst="rect">
            <a:avLst/>
          </a:prstGeom>
        </p:spPr>
        <p:txBody>
          <a:bodyPr anchor="ctr"/>
          <a:lstStyle>
            <a:lvl1pPr marL="7938" indent="0" algn="ctr">
              <a:buNone/>
              <a:defRPr sz="750" spc="0"/>
            </a:lvl1pPr>
          </a:lstStyle>
          <a:p>
            <a:r>
              <a:rPr lang="en-US"/>
              <a:t>HEADSHOT HERE</a:t>
            </a:r>
          </a:p>
        </p:txBody>
      </p:sp>
      <p:sp>
        <p:nvSpPr>
          <p:cNvPr id="29" name="Text Placeholder 59">
            <a:extLst>
              <a:ext uri="{FF2B5EF4-FFF2-40B4-BE49-F238E27FC236}">
                <a16:creationId xmlns:a16="http://schemas.microsoft.com/office/drawing/2014/main" id="{11A9C59D-F39D-D14F-AF46-5BA85F567680}"/>
              </a:ext>
            </a:extLst>
          </p:cNvPr>
          <p:cNvSpPr>
            <a:spLocks noGrp="1"/>
          </p:cNvSpPr>
          <p:nvPr>
            <p:ph type="body" sz="quarter" idx="61" hasCustomPrompt="1"/>
          </p:nvPr>
        </p:nvSpPr>
        <p:spPr>
          <a:xfrm>
            <a:off x="6431280" y="3175234"/>
            <a:ext cx="2072640" cy="486833"/>
          </a:xfrm>
          <a:prstGeom prst="rect">
            <a:avLst/>
          </a:prstGeom>
        </p:spPr>
        <p:txBody>
          <a:bodyPr lIns="0" bIns="0" anchor="b"/>
          <a:lstStyle>
            <a:lvl1pPr marL="7938" indent="0">
              <a:buNone/>
              <a:defRPr sz="900" cap="all" spc="0" baseline="0">
                <a:solidFill>
                  <a:schemeClr val="tx1"/>
                </a:solidFill>
              </a:defRPr>
            </a:lvl1pPr>
          </a:lstStyle>
          <a:p>
            <a:pPr lvl="0"/>
            <a:r>
              <a:rPr lang="en-US"/>
              <a:t>NAME HERE. ALL CAPS. BLACK. 9 PT.</a:t>
            </a:r>
          </a:p>
        </p:txBody>
      </p:sp>
      <p:sp>
        <p:nvSpPr>
          <p:cNvPr id="30" name="Text Placeholder 59">
            <a:extLst>
              <a:ext uri="{FF2B5EF4-FFF2-40B4-BE49-F238E27FC236}">
                <a16:creationId xmlns:a16="http://schemas.microsoft.com/office/drawing/2014/main" id="{4695BFE7-6E66-EB4F-83FA-D531E3D06BC2}"/>
              </a:ext>
            </a:extLst>
          </p:cNvPr>
          <p:cNvSpPr>
            <a:spLocks noGrp="1"/>
          </p:cNvSpPr>
          <p:nvPr>
            <p:ph type="body" sz="quarter" idx="62" hasCustomPrompt="1"/>
          </p:nvPr>
        </p:nvSpPr>
        <p:spPr>
          <a:xfrm>
            <a:off x="6431280" y="3683206"/>
            <a:ext cx="2072640" cy="322287"/>
          </a:xfrm>
          <a:prstGeom prst="rect">
            <a:avLst/>
          </a:prstGeom>
        </p:spPr>
        <p:txBody>
          <a:bodyPr lIns="0" bIns="0" anchor="t" anchorCtr="0"/>
          <a:lstStyle>
            <a:lvl1pPr marL="7938" indent="0">
              <a:buNone/>
              <a:defRPr sz="900" cap="none" spc="0" baseline="0">
                <a:solidFill>
                  <a:schemeClr val="accent1"/>
                </a:solidFill>
                <a:latin typeface="+mj-lt"/>
              </a:defRPr>
            </a:lvl1pPr>
          </a:lstStyle>
          <a:p>
            <a:pPr lvl="0"/>
            <a:r>
              <a:rPr lang="en-US"/>
              <a:t>Title Here. Lowercase. 9 pt.</a:t>
            </a:r>
          </a:p>
        </p:txBody>
      </p:sp>
      <p:sp>
        <p:nvSpPr>
          <p:cNvPr id="31" name="Text Placeholder 59">
            <a:extLst>
              <a:ext uri="{FF2B5EF4-FFF2-40B4-BE49-F238E27FC236}">
                <a16:creationId xmlns:a16="http://schemas.microsoft.com/office/drawing/2014/main" id="{81818247-7E1D-6647-BB1B-ACB36AE76005}"/>
              </a:ext>
            </a:extLst>
          </p:cNvPr>
          <p:cNvSpPr>
            <a:spLocks noGrp="1"/>
          </p:cNvSpPr>
          <p:nvPr>
            <p:ph type="body" sz="quarter" idx="63" hasCustomPrompt="1"/>
          </p:nvPr>
        </p:nvSpPr>
        <p:spPr>
          <a:xfrm>
            <a:off x="9819904" y="3174297"/>
            <a:ext cx="2072640" cy="486833"/>
          </a:xfrm>
          <a:prstGeom prst="rect">
            <a:avLst/>
          </a:prstGeom>
        </p:spPr>
        <p:txBody>
          <a:bodyPr lIns="0" bIns="0" anchor="b"/>
          <a:lstStyle>
            <a:lvl1pPr marL="7938" indent="0">
              <a:buNone/>
              <a:defRPr sz="900" cap="all" spc="0" baseline="0">
                <a:solidFill>
                  <a:schemeClr val="tx1"/>
                </a:solidFill>
              </a:defRPr>
            </a:lvl1pPr>
          </a:lstStyle>
          <a:p>
            <a:pPr lvl="0"/>
            <a:r>
              <a:rPr lang="en-US"/>
              <a:t>NAME HERE. ALL CAPS. BLACK. 9 PT.</a:t>
            </a:r>
          </a:p>
        </p:txBody>
      </p:sp>
      <p:sp>
        <p:nvSpPr>
          <p:cNvPr id="32" name="Text Placeholder 59">
            <a:extLst>
              <a:ext uri="{FF2B5EF4-FFF2-40B4-BE49-F238E27FC236}">
                <a16:creationId xmlns:a16="http://schemas.microsoft.com/office/drawing/2014/main" id="{4F1CECA1-565B-7540-B43C-49770A617ECB}"/>
              </a:ext>
            </a:extLst>
          </p:cNvPr>
          <p:cNvSpPr>
            <a:spLocks noGrp="1"/>
          </p:cNvSpPr>
          <p:nvPr>
            <p:ph type="body" sz="quarter" idx="64" hasCustomPrompt="1"/>
          </p:nvPr>
        </p:nvSpPr>
        <p:spPr>
          <a:xfrm>
            <a:off x="9819904" y="3683206"/>
            <a:ext cx="2072640" cy="322287"/>
          </a:xfrm>
          <a:prstGeom prst="rect">
            <a:avLst/>
          </a:prstGeom>
        </p:spPr>
        <p:txBody>
          <a:bodyPr lIns="0" bIns="0" anchor="t" anchorCtr="0"/>
          <a:lstStyle>
            <a:lvl1pPr marL="7938" indent="0">
              <a:buNone/>
              <a:defRPr sz="900" cap="none" spc="0" baseline="0">
                <a:solidFill>
                  <a:schemeClr val="accent1"/>
                </a:solidFill>
                <a:latin typeface="+mj-lt"/>
              </a:defRPr>
            </a:lvl1pPr>
          </a:lstStyle>
          <a:p>
            <a:pPr lvl="0"/>
            <a:r>
              <a:rPr lang="en-US"/>
              <a:t>Title Here. Lowercase. 9 pt.</a:t>
            </a:r>
          </a:p>
        </p:txBody>
      </p:sp>
      <p:sp>
        <p:nvSpPr>
          <p:cNvPr id="33" name="Text Placeholder 59">
            <a:extLst>
              <a:ext uri="{FF2B5EF4-FFF2-40B4-BE49-F238E27FC236}">
                <a16:creationId xmlns:a16="http://schemas.microsoft.com/office/drawing/2014/main" id="{5A430AF1-FF22-0A4E-9AAB-B6FEC573BCF7}"/>
              </a:ext>
            </a:extLst>
          </p:cNvPr>
          <p:cNvSpPr>
            <a:spLocks noGrp="1"/>
          </p:cNvSpPr>
          <p:nvPr>
            <p:ph type="body" sz="quarter" idx="65" hasCustomPrompt="1"/>
          </p:nvPr>
        </p:nvSpPr>
        <p:spPr>
          <a:xfrm>
            <a:off x="10381488" y="5449719"/>
            <a:ext cx="1465491" cy="291367"/>
          </a:xfrm>
          <a:prstGeom prst="rect">
            <a:avLst/>
          </a:prstGeom>
        </p:spPr>
        <p:txBody>
          <a:bodyPr lIns="0" bIns="0" anchor="b"/>
          <a:lstStyle>
            <a:lvl1pPr marL="7938" marR="0" indent="0" algn="l" defTabSz="457178" rtl="0" eaLnBrk="1" fontAlgn="auto" latinLnBrk="0" hangingPunct="1">
              <a:lnSpc>
                <a:spcPct val="100000"/>
              </a:lnSpc>
              <a:spcBef>
                <a:spcPct val="20000"/>
              </a:spcBef>
              <a:spcAft>
                <a:spcPts val="0"/>
              </a:spcAft>
              <a:buClr>
                <a:schemeClr val="accent1"/>
              </a:buClr>
              <a:buSzTx/>
              <a:buFont typeface="Arial" panose="020B0604020202020204" pitchFamily="34" charset="0"/>
              <a:buNone/>
              <a:tabLst/>
              <a:defRPr sz="800" cap="all" spc="0" baseline="0">
                <a:solidFill>
                  <a:schemeClr val="tx1"/>
                </a:solidFill>
              </a:defRPr>
            </a:lvl1pPr>
          </a:lstStyle>
          <a:p>
            <a:pPr marL="7938" marR="0" lvl="0" indent="0" algn="l" defTabSz="457178" rtl="0" eaLnBrk="1" fontAlgn="auto" latinLnBrk="0" hangingPunct="1">
              <a:lnSpc>
                <a:spcPct val="100000"/>
              </a:lnSpc>
              <a:spcBef>
                <a:spcPct val="20000"/>
              </a:spcBef>
              <a:spcAft>
                <a:spcPts val="0"/>
              </a:spcAft>
              <a:buClr>
                <a:schemeClr val="accent1"/>
              </a:buClr>
              <a:buSzTx/>
              <a:buFont typeface="Arial" panose="020B0604020202020204" pitchFamily="34" charset="0"/>
              <a:buNone/>
              <a:tabLst/>
              <a:defRPr/>
            </a:pPr>
            <a:r>
              <a:rPr lang="en-US"/>
              <a:t>NAME HERE. ALL CAPS. BLACK. 8 PT.</a:t>
            </a:r>
          </a:p>
        </p:txBody>
      </p:sp>
      <p:sp>
        <p:nvSpPr>
          <p:cNvPr id="34" name="Text Placeholder 59">
            <a:extLst>
              <a:ext uri="{FF2B5EF4-FFF2-40B4-BE49-F238E27FC236}">
                <a16:creationId xmlns:a16="http://schemas.microsoft.com/office/drawing/2014/main" id="{99BD1052-19CC-5A4B-9443-95FF06B71007}"/>
              </a:ext>
            </a:extLst>
          </p:cNvPr>
          <p:cNvSpPr>
            <a:spLocks noGrp="1"/>
          </p:cNvSpPr>
          <p:nvPr>
            <p:ph type="body" sz="quarter" idx="66" hasCustomPrompt="1"/>
          </p:nvPr>
        </p:nvSpPr>
        <p:spPr>
          <a:xfrm>
            <a:off x="10381488" y="5755572"/>
            <a:ext cx="1465491" cy="328021"/>
          </a:xfrm>
          <a:prstGeom prst="rect">
            <a:avLst/>
          </a:prstGeom>
        </p:spPr>
        <p:txBody>
          <a:bodyPr lIns="0" bIns="0" anchor="t" anchorCtr="0"/>
          <a:lstStyle>
            <a:lvl1pPr marL="7938" indent="0">
              <a:buNone/>
              <a:defRPr sz="800" cap="none" spc="0" baseline="0">
                <a:solidFill>
                  <a:schemeClr val="accent1"/>
                </a:solidFill>
                <a:latin typeface="+mj-lt"/>
              </a:defRPr>
            </a:lvl1pPr>
          </a:lstStyle>
          <a:p>
            <a:pPr lvl="0"/>
            <a:r>
              <a:rPr lang="en-US"/>
              <a:t>Title Here. Lowercase. 8 pt.</a:t>
            </a:r>
          </a:p>
        </p:txBody>
      </p:sp>
      <p:sp>
        <p:nvSpPr>
          <p:cNvPr id="37" name="Slide Number Placeholder 36">
            <a:extLst>
              <a:ext uri="{FF2B5EF4-FFF2-40B4-BE49-F238E27FC236}">
                <a16:creationId xmlns:a16="http://schemas.microsoft.com/office/drawing/2014/main" id="{5F1AE9EA-E293-486F-B3CE-4BF2AB9EE23C}"/>
              </a:ext>
            </a:extLst>
          </p:cNvPr>
          <p:cNvSpPr>
            <a:spLocks noGrp="1"/>
          </p:cNvSpPr>
          <p:nvPr>
            <p:ph type="sldNum" sz="quarter" idx="67"/>
          </p:nvPr>
        </p:nvSpPr>
        <p:spPr/>
        <p:txBody>
          <a:bodyPr/>
          <a:lstStyle>
            <a:lvl1pPr>
              <a:defRPr spc="0"/>
            </a:lvl1pPr>
          </a:lstStyle>
          <a:p>
            <a:fld id="{FC3AA935-0552-4053-AB5F-13160B57B31C}" type="slidenum">
              <a:rPr lang="en-US" smtClean="0"/>
              <a:t>‹#›</a:t>
            </a:fld>
            <a:endParaRPr lang="en-US"/>
          </a:p>
        </p:txBody>
      </p:sp>
    </p:spTree>
    <p:extLst>
      <p:ext uri="{BB962C8B-B14F-4D97-AF65-F5344CB8AC3E}">
        <p14:creationId xmlns:p14="http://schemas.microsoft.com/office/powerpoint/2010/main" val="1352880523"/>
      </p:ext>
    </p:extLst>
  </p:cSld>
  <p:clrMapOvr>
    <a:overrideClrMapping bg1="lt1" tx1="dk1" bg2="lt2" tx2="dk2" accent1="accent1" accent2="accent2" accent3="accent3" accent4="accent4" accent5="accent5" accent6="accent6" hlink="hlink" folHlink="folHlink"/>
  </p:clrMapOvr>
  <p:transition>
    <p:wipe dir="r"/>
  </p:transition>
</p:sldLayout>
</file>

<file path=ppt/slideLayouts/slideLayout116.xml><?xml version="1.0" encoding="utf-8"?>
<p:sldLayout xmlns:a="http://schemas.openxmlformats.org/drawingml/2006/main" xmlns:r="http://schemas.openxmlformats.org/officeDocument/2006/relationships" xmlns:p="http://schemas.openxmlformats.org/presentationml/2006/main" preserve="1">
  <p:cSld name="Org Chart | Black">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9600" y="466827"/>
            <a:ext cx="11322776" cy="758500"/>
          </a:xfrm>
        </p:spPr>
        <p:txBody>
          <a:bodyPr/>
          <a:lstStyle>
            <a:lvl1pPr>
              <a:defRPr spc="300" baseline="0"/>
            </a:lvl1pPr>
          </a:lstStyle>
          <a:p>
            <a:r>
              <a:rPr lang="en-US"/>
              <a:t>Title here. All caps. White. 24 pt.</a:t>
            </a:r>
          </a:p>
        </p:txBody>
      </p:sp>
      <p:sp>
        <p:nvSpPr>
          <p:cNvPr id="3" name="Footer Placeholder 2"/>
          <p:cNvSpPr>
            <a:spLocks noGrp="1"/>
          </p:cNvSpPr>
          <p:nvPr>
            <p:ph type="ftr" sz="quarter" idx="10"/>
          </p:nvPr>
        </p:nvSpPr>
        <p:spPr/>
        <p:txBody>
          <a:bodyPr/>
          <a:lstStyle>
            <a:lvl1pPr>
              <a:defRPr spc="0"/>
            </a:lvl1pPr>
          </a:lstStyle>
          <a:p>
            <a:r>
              <a:rPr lang="en-US"/>
              <a:t>CS Agentic Development</a:t>
            </a:r>
          </a:p>
        </p:txBody>
      </p:sp>
      <p:sp>
        <p:nvSpPr>
          <p:cNvPr id="5" name="Text Placeholder 2">
            <a:extLst>
              <a:ext uri="{FF2B5EF4-FFF2-40B4-BE49-F238E27FC236}">
                <a16:creationId xmlns:a16="http://schemas.microsoft.com/office/drawing/2014/main" id="{ED6962E5-3DA9-814E-8D8E-BA7C9106E7CA}"/>
              </a:ext>
            </a:extLst>
          </p:cNvPr>
          <p:cNvSpPr>
            <a:spLocks noGrp="1"/>
          </p:cNvSpPr>
          <p:nvPr>
            <p:ph type="body" idx="16" hasCustomPrompt="1"/>
          </p:nvPr>
        </p:nvSpPr>
        <p:spPr>
          <a:xfrm>
            <a:off x="609600" y="1166707"/>
            <a:ext cx="11322776" cy="411740"/>
          </a:xfrm>
        </p:spPr>
        <p:txBody>
          <a:bodyPr anchor="t">
            <a:normAutofit/>
          </a:bodyPr>
          <a:lstStyle>
            <a:lvl1pPr marL="0" indent="0">
              <a:buNone/>
              <a:defRPr sz="1100" b="0" cap="all" spc="300" baseline="0">
                <a:solidFill>
                  <a:schemeClr val="accent1"/>
                </a:solidFill>
              </a:defRPr>
            </a:lvl1pPr>
            <a:lvl2pPr marL="457178" indent="0">
              <a:buNone/>
              <a:defRPr sz="2000" b="1"/>
            </a:lvl2pPr>
            <a:lvl3pPr marL="914355" indent="0">
              <a:buNone/>
              <a:defRPr sz="1800" b="1"/>
            </a:lvl3pPr>
            <a:lvl4pPr marL="1371532" indent="0">
              <a:buNone/>
              <a:defRPr sz="1600" b="1"/>
            </a:lvl4pPr>
            <a:lvl5pPr marL="1828709" indent="0">
              <a:buNone/>
              <a:defRPr sz="1600" b="1"/>
            </a:lvl5pPr>
            <a:lvl6pPr marL="2285886" indent="0">
              <a:buNone/>
              <a:defRPr sz="1600" b="1"/>
            </a:lvl6pPr>
            <a:lvl7pPr marL="2743064" indent="0">
              <a:buNone/>
              <a:defRPr sz="1600" b="1"/>
            </a:lvl7pPr>
            <a:lvl8pPr marL="3200240" indent="0">
              <a:buNone/>
              <a:defRPr sz="1600" b="1"/>
            </a:lvl8pPr>
            <a:lvl9pPr marL="3657418" indent="0">
              <a:buNone/>
              <a:defRPr sz="1600" b="1"/>
            </a:lvl9pPr>
          </a:lstStyle>
          <a:p>
            <a:pPr lvl="0"/>
            <a:r>
              <a:rPr lang="en-US"/>
              <a:t>SUBTITLE | ALL CAPS | TERRA COTTA | 11 PT</a:t>
            </a:r>
          </a:p>
        </p:txBody>
      </p:sp>
      <p:sp>
        <p:nvSpPr>
          <p:cNvPr id="6" name="Picture Placeholder 5">
            <a:extLst>
              <a:ext uri="{FF2B5EF4-FFF2-40B4-BE49-F238E27FC236}">
                <a16:creationId xmlns:a16="http://schemas.microsoft.com/office/drawing/2014/main" id="{5ABFF238-972F-FB40-BE5D-68E2F1D9EC21}"/>
              </a:ext>
            </a:extLst>
          </p:cNvPr>
          <p:cNvSpPr>
            <a:spLocks noGrp="1"/>
          </p:cNvSpPr>
          <p:nvPr>
            <p:ph type="pic" sz="quarter" idx="17" hasCustomPrompt="1"/>
          </p:nvPr>
        </p:nvSpPr>
        <p:spPr>
          <a:xfrm>
            <a:off x="5193792" y="1666663"/>
            <a:ext cx="975360" cy="975360"/>
          </a:xfrm>
        </p:spPr>
        <p:txBody>
          <a:bodyPr anchor="ctr"/>
          <a:lstStyle>
            <a:lvl1pPr marL="7938" indent="0" algn="ctr">
              <a:buNone/>
              <a:defRPr sz="750" spc="0"/>
            </a:lvl1pPr>
          </a:lstStyle>
          <a:p>
            <a:r>
              <a:rPr lang="en-US"/>
              <a:t>HEADSHOT HERE</a:t>
            </a:r>
          </a:p>
        </p:txBody>
      </p:sp>
      <p:sp>
        <p:nvSpPr>
          <p:cNvPr id="7" name="Picture Placeholder 5">
            <a:extLst>
              <a:ext uri="{FF2B5EF4-FFF2-40B4-BE49-F238E27FC236}">
                <a16:creationId xmlns:a16="http://schemas.microsoft.com/office/drawing/2014/main" id="{18EC76AE-7BE5-294B-9BF4-53BFFAFF7E79}"/>
              </a:ext>
            </a:extLst>
          </p:cNvPr>
          <p:cNvSpPr>
            <a:spLocks noGrp="1"/>
          </p:cNvSpPr>
          <p:nvPr>
            <p:ph type="pic" sz="quarter" idx="18" hasCustomPrompt="1"/>
          </p:nvPr>
        </p:nvSpPr>
        <p:spPr>
          <a:xfrm>
            <a:off x="5193792" y="3054843"/>
            <a:ext cx="975360" cy="975360"/>
          </a:xfrm>
        </p:spPr>
        <p:txBody>
          <a:bodyPr anchor="ctr"/>
          <a:lstStyle>
            <a:lvl1pPr marL="7938" indent="0" algn="ctr">
              <a:buNone/>
              <a:defRPr sz="750" spc="0"/>
            </a:lvl1pPr>
          </a:lstStyle>
          <a:p>
            <a:r>
              <a:rPr lang="en-US"/>
              <a:t>HEADSHOT HERE</a:t>
            </a:r>
          </a:p>
        </p:txBody>
      </p:sp>
      <p:sp>
        <p:nvSpPr>
          <p:cNvPr id="8" name="Picture Placeholder 5">
            <a:extLst>
              <a:ext uri="{FF2B5EF4-FFF2-40B4-BE49-F238E27FC236}">
                <a16:creationId xmlns:a16="http://schemas.microsoft.com/office/drawing/2014/main" id="{E6A15E34-936C-DF49-858C-AB3A808ED2C3}"/>
              </a:ext>
            </a:extLst>
          </p:cNvPr>
          <p:cNvSpPr>
            <a:spLocks noGrp="1"/>
          </p:cNvSpPr>
          <p:nvPr>
            <p:ph type="pic" sz="quarter" idx="14" hasCustomPrompt="1"/>
          </p:nvPr>
        </p:nvSpPr>
        <p:spPr>
          <a:xfrm>
            <a:off x="445008" y="4374549"/>
            <a:ext cx="975360" cy="975360"/>
          </a:xfrm>
        </p:spPr>
        <p:txBody>
          <a:bodyPr anchor="ctr"/>
          <a:lstStyle>
            <a:lvl1pPr marL="7938" indent="0" algn="ctr">
              <a:buNone/>
              <a:defRPr sz="750" spc="0"/>
            </a:lvl1pPr>
          </a:lstStyle>
          <a:p>
            <a:r>
              <a:rPr lang="en-US"/>
              <a:t>HEADSHOT HERE</a:t>
            </a:r>
          </a:p>
        </p:txBody>
      </p:sp>
      <p:sp>
        <p:nvSpPr>
          <p:cNvPr id="9" name="Picture Placeholder 5">
            <a:extLst>
              <a:ext uri="{FF2B5EF4-FFF2-40B4-BE49-F238E27FC236}">
                <a16:creationId xmlns:a16="http://schemas.microsoft.com/office/drawing/2014/main" id="{4C68ADBA-D7D6-D342-AE08-FD1C53F945E6}"/>
              </a:ext>
            </a:extLst>
          </p:cNvPr>
          <p:cNvSpPr>
            <a:spLocks noGrp="1"/>
          </p:cNvSpPr>
          <p:nvPr>
            <p:ph type="pic" sz="quarter" idx="15" hasCustomPrompt="1"/>
          </p:nvPr>
        </p:nvSpPr>
        <p:spPr>
          <a:xfrm>
            <a:off x="2859024" y="4374549"/>
            <a:ext cx="975360" cy="975360"/>
          </a:xfrm>
        </p:spPr>
        <p:txBody>
          <a:bodyPr anchor="ctr"/>
          <a:lstStyle>
            <a:lvl1pPr marL="7938" indent="0" algn="ctr">
              <a:buNone/>
              <a:defRPr sz="750" spc="0"/>
            </a:lvl1pPr>
          </a:lstStyle>
          <a:p>
            <a:r>
              <a:rPr lang="en-US"/>
              <a:t>HEADSHOT HERE</a:t>
            </a:r>
          </a:p>
        </p:txBody>
      </p:sp>
      <p:sp>
        <p:nvSpPr>
          <p:cNvPr id="10" name="Picture Placeholder 5">
            <a:extLst>
              <a:ext uri="{FF2B5EF4-FFF2-40B4-BE49-F238E27FC236}">
                <a16:creationId xmlns:a16="http://schemas.microsoft.com/office/drawing/2014/main" id="{E02ECDB4-5AD6-7C45-91D3-82FE33CE6D9F}"/>
              </a:ext>
            </a:extLst>
          </p:cNvPr>
          <p:cNvSpPr>
            <a:spLocks noGrp="1"/>
          </p:cNvSpPr>
          <p:nvPr>
            <p:ph type="pic" sz="quarter" idx="19" hasCustomPrompt="1"/>
          </p:nvPr>
        </p:nvSpPr>
        <p:spPr>
          <a:xfrm>
            <a:off x="5193792" y="4374549"/>
            <a:ext cx="975360" cy="975360"/>
          </a:xfrm>
        </p:spPr>
        <p:txBody>
          <a:bodyPr anchor="ctr"/>
          <a:lstStyle>
            <a:lvl1pPr marL="7938" indent="0" algn="ctr">
              <a:buNone/>
              <a:defRPr sz="750" spc="0"/>
            </a:lvl1pPr>
          </a:lstStyle>
          <a:p>
            <a:r>
              <a:rPr lang="en-US"/>
              <a:t>HEADSHOT HERE</a:t>
            </a:r>
          </a:p>
        </p:txBody>
      </p:sp>
      <p:sp>
        <p:nvSpPr>
          <p:cNvPr id="11" name="Picture Placeholder 5">
            <a:extLst>
              <a:ext uri="{FF2B5EF4-FFF2-40B4-BE49-F238E27FC236}">
                <a16:creationId xmlns:a16="http://schemas.microsoft.com/office/drawing/2014/main" id="{B967F4E4-8CE7-2944-A00F-24639A4022F4}"/>
              </a:ext>
            </a:extLst>
          </p:cNvPr>
          <p:cNvSpPr>
            <a:spLocks noGrp="1"/>
          </p:cNvSpPr>
          <p:nvPr>
            <p:ph type="pic" sz="quarter" idx="20" hasCustomPrompt="1"/>
          </p:nvPr>
        </p:nvSpPr>
        <p:spPr>
          <a:xfrm>
            <a:off x="7040880" y="4374549"/>
            <a:ext cx="975360" cy="975360"/>
          </a:xfrm>
        </p:spPr>
        <p:txBody>
          <a:bodyPr anchor="ctr"/>
          <a:lstStyle>
            <a:lvl1pPr marL="7938" indent="0" algn="ctr">
              <a:buNone/>
              <a:defRPr sz="750" spc="0"/>
            </a:lvl1pPr>
          </a:lstStyle>
          <a:p>
            <a:r>
              <a:rPr lang="en-US"/>
              <a:t>HEADSHOT HERE</a:t>
            </a:r>
          </a:p>
        </p:txBody>
      </p:sp>
      <p:sp>
        <p:nvSpPr>
          <p:cNvPr id="12" name="Picture Placeholder 5">
            <a:extLst>
              <a:ext uri="{FF2B5EF4-FFF2-40B4-BE49-F238E27FC236}">
                <a16:creationId xmlns:a16="http://schemas.microsoft.com/office/drawing/2014/main" id="{B6067C2E-8A1A-C24E-ABBB-BFD08C1671BA}"/>
              </a:ext>
            </a:extLst>
          </p:cNvPr>
          <p:cNvSpPr>
            <a:spLocks noGrp="1"/>
          </p:cNvSpPr>
          <p:nvPr>
            <p:ph type="pic" sz="quarter" idx="21" hasCustomPrompt="1"/>
          </p:nvPr>
        </p:nvSpPr>
        <p:spPr>
          <a:xfrm>
            <a:off x="8711184" y="4374549"/>
            <a:ext cx="975360" cy="975360"/>
          </a:xfrm>
        </p:spPr>
        <p:txBody>
          <a:bodyPr anchor="ctr"/>
          <a:lstStyle>
            <a:lvl1pPr marL="7938" indent="0" algn="ctr">
              <a:buNone/>
              <a:defRPr sz="750" spc="0"/>
            </a:lvl1pPr>
          </a:lstStyle>
          <a:p>
            <a:r>
              <a:rPr lang="en-US"/>
              <a:t>HEADSHOT HERE</a:t>
            </a:r>
          </a:p>
        </p:txBody>
      </p:sp>
      <p:sp>
        <p:nvSpPr>
          <p:cNvPr id="13" name="Picture Placeholder 5">
            <a:extLst>
              <a:ext uri="{FF2B5EF4-FFF2-40B4-BE49-F238E27FC236}">
                <a16:creationId xmlns:a16="http://schemas.microsoft.com/office/drawing/2014/main" id="{356D8DE8-5B64-8D4D-9781-CB5B72A560FC}"/>
              </a:ext>
            </a:extLst>
          </p:cNvPr>
          <p:cNvSpPr>
            <a:spLocks noGrp="1"/>
          </p:cNvSpPr>
          <p:nvPr>
            <p:ph type="pic" sz="quarter" idx="22" hasCustomPrompt="1"/>
          </p:nvPr>
        </p:nvSpPr>
        <p:spPr>
          <a:xfrm>
            <a:off x="10381488" y="4374549"/>
            <a:ext cx="975360" cy="975360"/>
          </a:xfrm>
        </p:spPr>
        <p:txBody>
          <a:bodyPr anchor="ctr"/>
          <a:lstStyle>
            <a:lvl1pPr marL="7938" indent="0" algn="ctr">
              <a:buNone/>
              <a:defRPr sz="750" spc="0"/>
            </a:lvl1pPr>
          </a:lstStyle>
          <a:p>
            <a:r>
              <a:rPr lang="en-US"/>
              <a:t>HEADSHOT HERE</a:t>
            </a:r>
          </a:p>
        </p:txBody>
      </p:sp>
      <p:sp>
        <p:nvSpPr>
          <p:cNvPr id="14" name="Picture Placeholder 5">
            <a:extLst>
              <a:ext uri="{FF2B5EF4-FFF2-40B4-BE49-F238E27FC236}">
                <a16:creationId xmlns:a16="http://schemas.microsoft.com/office/drawing/2014/main" id="{227A2740-AC7D-7345-984A-5BD6779737F4}"/>
              </a:ext>
            </a:extLst>
          </p:cNvPr>
          <p:cNvSpPr>
            <a:spLocks noGrp="1"/>
          </p:cNvSpPr>
          <p:nvPr>
            <p:ph type="pic" sz="quarter" idx="38" hasCustomPrompt="1"/>
          </p:nvPr>
        </p:nvSpPr>
        <p:spPr>
          <a:xfrm>
            <a:off x="8711184" y="3054843"/>
            <a:ext cx="975360" cy="975360"/>
          </a:xfrm>
        </p:spPr>
        <p:txBody>
          <a:bodyPr anchor="ctr"/>
          <a:lstStyle>
            <a:lvl1pPr marL="7938" indent="0" algn="ctr">
              <a:buNone/>
              <a:defRPr sz="750" spc="0"/>
            </a:lvl1pPr>
          </a:lstStyle>
          <a:p>
            <a:r>
              <a:rPr lang="en-US"/>
              <a:t>HEADSHOT HERE</a:t>
            </a:r>
          </a:p>
        </p:txBody>
      </p:sp>
      <p:sp>
        <p:nvSpPr>
          <p:cNvPr id="15" name="Text Placeholder 59">
            <a:extLst>
              <a:ext uri="{FF2B5EF4-FFF2-40B4-BE49-F238E27FC236}">
                <a16:creationId xmlns:a16="http://schemas.microsoft.com/office/drawing/2014/main" id="{4ABFBA9D-330E-B447-889F-71B98260E15C}"/>
              </a:ext>
            </a:extLst>
          </p:cNvPr>
          <p:cNvSpPr>
            <a:spLocks noGrp="1"/>
          </p:cNvSpPr>
          <p:nvPr>
            <p:ph type="body" sz="quarter" idx="39" hasCustomPrompt="1"/>
          </p:nvPr>
        </p:nvSpPr>
        <p:spPr>
          <a:xfrm>
            <a:off x="6339840" y="1821269"/>
            <a:ext cx="2072640" cy="486833"/>
          </a:xfrm>
        </p:spPr>
        <p:txBody>
          <a:bodyPr lIns="0" bIns="0" anchor="b"/>
          <a:lstStyle>
            <a:lvl1pPr marL="7938" indent="0">
              <a:buNone/>
              <a:defRPr sz="900" cap="all" spc="0" baseline="0">
                <a:solidFill>
                  <a:schemeClr val="tx1"/>
                </a:solidFill>
              </a:defRPr>
            </a:lvl1pPr>
          </a:lstStyle>
          <a:p>
            <a:pPr lvl="0"/>
            <a:r>
              <a:rPr lang="en-US"/>
              <a:t>NAME HERE. ALL CAPS. WHITE. 9 PT.</a:t>
            </a:r>
          </a:p>
        </p:txBody>
      </p:sp>
      <p:sp>
        <p:nvSpPr>
          <p:cNvPr id="16" name="Text Placeholder 59">
            <a:extLst>
              <a:ext uri="{FF2B5EF4-FFF2-40B4-BE49-F238E27FC236}">
                <a16:creationId xmlns:a16="http://schemas.microsoft.com/office/drawing/2014/main" id="{29383DA9-35EB-A841-B8E8-066B4EA04E92}"/>
              </a:ext>
            </a:extLst>
          </p:cNvPr>
          <p:cNvSpPr>
            <a:spLocks noGrp="1"/>
          </p:cNvSpPr>
          <p:nvPr>
            <p:ph type="body" sz="quarter" idx="33" hasCustomPrompt="1"/>
          </p:nvPr>
        </p:nvSpPr>
        <p:spPr>
          <a:xfrm>
            <a:off x="6339840" y="2325664"/>
            <a:ext cx="2072640" cy="322287"/>
          </a:xfrm>
        </p:spPr>
        <p:txBody>
          <a:bodyPr lIns="0" bIns="0" anchor="t" anchorCtr="0"/>
          <a:lstStyle>
            <a:lvl1pPr marL="7938" indent="0">
              <a:buNone/>
              <a:defRPr sz="900" cap="none" spc="0" baseline="0">
                <a:solidFill>
                  <a:schemeClr val="accent1"/>
                </a:solidFill>
                <a:latin typeface="+mj-lt"/>
              </a:defRPr>
            </a:lvl1pPr>
          </a:lstStyle>
          <a:p>
            <a:pPr lvl="0"/>
            <a:r>
              <a:rPr lang="en-US"/>
              <a:t>Title Here. Lowercase. 9 pt.</a:t>
            </a:r>
          </a:p>
        </p:txBody>
      </p:sp>
      <p:sp>
        <p:nvSpPr>
          <p:cNvPr id="17" name="Text Placeholder 59">
            <a:extLst>
              <a:ext uri="{FF2B5EF4-FFF2-40B4-BE49-F238E27FC236}">
                <a16:creationId xmlns:a16="http://schemas.microsoft.com/office/drawing/2014/main" id="{B4988776-510F-FE4F-9066-FE58CA4CE68D}"/>
              </a:ext>
            </a:extLst>
          </p:cNvPr>
          <p:cNvSpPr>
            <a:spLocks noGrp="1"/>
          </p:cNvSpPr>
          <p:nvPr>
            <p:ph type="body" sz="quarter" idx="52" hasCustomPrompt="1"/>
          </p:nvPr>
        </p:nvSpPr>
        <p:spPr>
          <a:xfrm>
            <a:off x="445008" y="5512586"/>
            <a:ext cx="1465491" cy="291367"/>
          </a:xfrm>
        </p:spPr>
        <p:txBody>
          <a:bodyPr lIns="0" bIns="0" anchor="b"/>
          <a:lstStyle>
            <a:lvl1pPr marL="7938" marR="0" indent="0" algn="l" defTabSz="457178" rtl="0" eaLnBrk="1" fontAlgn="auto" latinLnBrk="0" hangingPunct="1">
              <a:lnSpc>
                <a:spcPct val="100000"/>
              </a:lnSpc>
              <a:spcBef>
                <a:spcPct val="20000"/>
              </a:spcBef>
              <a:spcAft>
                <a:spcPts val="0"/>
              </a:spcAft>
              <a:buClr>
                <a:schemeClr val="accent1"/>
              </a:buClr>
              <a:buSzTx/>
              <a:buFont typeface="Arial" panose="020B0604020202020204" pitchFamily="34" charset="0"/>
              <a:buNone/>
              <a:tabLst/>
              <a:defRPr sz="800" cap="all" spc="0" baseline="0">
                <a:solidFill>
                  <a:schemeClr val="tx1"/>
                </a:solidFill>
              </a:defRPr>
            </a:lvl1pPr>
          </a:lstStyle>
          <a:p>
            <a:pPr marL="7938" marR="0" lvl="0" indent="0" algn="l" defTabSz="457178" rtl="0" eaLnBrk="1" fontAlgn="auto" latinLnBrk="0" hangingPunct="1">
              <a:lnSpc>
                <a:spcPct val="100000"/>
              </a:lnSpc>
              <a:spcBef>
                <a:spcPct val="20000"/>
              </a:spcBef>
              <a:spcAft>
                <a:spcPts val="0"/>
              </a:spcAft>
              <a:buClr>
                <a:schemeClr val="accent1"/>
              </a:buClr>
              <a:buSzTx/>
              <a:buFont typeface="Arial" panose="020B0604020202020204" pitchFamily="34" charset="0"/>
              <a:buNone/>
              <a:tabLst/>
              <a:defRPr/>
            </a:pPr>
            <a:r>
              <a:rPr lang="en-US"/>
              <a:t>NAME HERE. ALL CAPS. WHITE. 8 PT.</a:t>
            </a:r>
          </a:p>
        </p:txBody>
      </p:sp>
      <p:sp>
        <p:nvSpPr>
          <p:cNvPr id="18" name="Text Placeholder 59">
            <a:extLst>
              <a:ext uri="{FF2B5EF4-FFF2-40B4-BE49-F238E27FC236}">
                <a16:creationId xmlns:a16="http://schemas.microsoft.com/office/drawing/2014/main" id="{5CA73BAF-90D6-DF40-BA83-5BBD69EFFCB5}"/>
              </a:ext>
            </a:extLst>
          </p:cNvPr>
          <p:cNvSpPr>
            <a:spLocks noGrp="1"/>
          </p:cNvSpPr>
          <p:nvPr>
            <p:ph type="body" sz="quarter" idx="53" hasCustomPrompt="1"/>
          </p:nvPr>
        </p:nvSpPr>
        <p:spPr>
          <a:xfrm>
            <a:off x="445008" y="5818439"/>
            <a:ext cx="1465491" cy="328021"/>
          </a:xfrm>
        </p:spPr>
        <p:txBody>
          <a:bodyPr lIns="0" bIns="0" anchor="t" anchorCtr="0"/>
          <a:lstStyle>
            <a:lvl1pPr marL="7938" indent="0">
              <a:buNone/>
              <a:defRPr sz="800" cap="none" spc="0" baseline="0">
                <a:solidFill>
                  <a:schemeClr val="accent1"/>
                </a:solidFill>
                <a:latin typeface="+mj-lt"/>
              </a:defRPr>
            </a:lvl1pPr>
          </a:lstStyle>
          <a:p>
            <a:pPr lvl="0"/>
            <a:r>
              <a:rPr lang="en-US"/>
              <a:t>Title Here. Lowercase. 8 pt.</a:t>
            </a:r>
          </a:p>
        </p:txBody>
      </p:sp>
      <p:sp>
        <p:nvSpPr>
          <p:cNvPr id="19" name="Text Placeholder 59">
            <a:extLst>
              <a:ext uri="{FF2B5EF4-FFF2-40B4-BE49-F238E27FC236}">
                <a16:creationId xmlns:a16="http://schemas.microsoft.com/office/drawing/2014/main" id="{EDE97D3D-175D-6149-AF76-3EF0663BC7EB}"/>
              </a:ext>
            </a:extLst>
          </p:cNvPr>
          <p:cNvSpPr>
            <a:spLocks noGrp="1"/>
          </p:cNvSpPr>
          <p:nvPr>
            <p:ph type="body" sz="quarter" idx="54" hasCustomPrompt="1"/>
          </p:nvPr>
        </p:nvSpPr>
        <p:spPr>
          <a:xfrm>
            <a:off x="2822448" y="5512586"/>
            <a:ext cx="1465491" cy="291367"/>
          </a:xfrm>
        </p:spPr>
        <p:txBody>
          <a:bodyPr lIns="0" bIns="0" anchor="b"/>
          <a:lstStyle>
            <a:lvl1pPr marL="7938" marR="0" indent="0" algn="l" defTabSz="457178" rtl="0" eaLnBrk="1" fontAlgn="auto" latinLnBrk="0" hangingPunct="1">
              <a:lnSpc>
                <a:spcPct val="100000"/>
              </a:lnSpc>
              <a:spcBef>
                <a:spcPct val="20000"/>
              </a:spcBef>
              <a:spcAft>
                <a:spcPts val="0"/>
              </a:spcAft>
              <a:buClr>
                <a:schemeClr val="accent1"/>
              </a:buClr>
              <a:buSzTx/>
              <a:buFont typeface="Arial" panose="020B0604020202020204" pitchFamily="34" charset="0"/>
              <a:buNone/>
              <a:tabLst/>
              <a:defRPr sz="800" cap="all" spc="0" baseline="0">
                <a:solidFill>
                  <a:schemeClr val="tx1"/>
                </a:solidFill>
              </a:defRPr>
            </a:lvl1pPr>
          </a:lstStyle>
          <a:p>
            <a:pPr marL="7938" marR="0" lvl="0" indent="0" algn="l" defTabSz="457178" rtl="0" eaLnBrk="1" fontAlgn="auto" latinLnBrk="0" hangingPunct="1">
              <a:lnSpc>
                <a:spcPct val="100000"/>
              </a:lnSpc>
              <a:spcBef>
                <a:spcPct val="20000"/>
              </a:spcBef>
              <a:spcAft>
                <a:spcPts val="0"/>
              </a:spcAft>
              <a:buClr>
                <a:schemeClr val="accent1"/>
              </a:buClr>
              <a:buSzTx/>
              <a:buFont typeface="Arial" panose="020B0604020202020204" pitchFamily="34" charset="0"/>
              <a:buNone/>
              <a:tabLst/>
              <a:defRPr/>
            </a:pPr>
            <a:r>
              <a:rPr lang="en-US"/>
              <a:t>NAME HERE. ALL CAPS. WHITE. 8 PT.</a:t>
            </a:r>
          </a:p>
        </p:txBody>
      </p:sp>
      <p:sp>
        <p:nvSpPr>
          <p:cNvPr id="20" name="Text Placeholder 59">
            <a:extLst>
              <a:ext uri="{FF2B5EF4-FFF2-40B4-BE49-F238E27FC236}">
                <a16:creationId xmlns:a16="http://schemas.microsoft.com/office/drawing/2014/main" id="{07AEE21D-ADEA-DA47-A36B-ED05986C0AD1}"/>
              </a:ext>
            </a:extLst>
          </p:cNvPr>
          <p:cNvSpPr>
            <a:spLocks noGrp="1"/>
          </p:cNvSpPr>
          <p:nvPr>
            <p:ph type="body" sz="quarter" idx="55" hasCustomPrompt="1"/>
          </p:nvPr>
        </p:nvSpPr>
        <p:spPr>
          <a:xfrm>
            <a:off x="2822448" y="5818439"/>
            <a:ext cx="1465491" cy="328021"/>
          </a:xfrm>
        </p:spPr>
        <p:txBody>
          <a:bodyPr lIns="0" bIns="0" anchor="t" anchorCtr="0"/>
          <a:lstStyle>
            <a:lvl1pPr marL="7938" indent="0">
              <a:buNone/>
              <a:defRPr sz="800" cap="none" spc="0" baseline="0">
                <a:solidFill>
                  <a:schemeClr val="accent1"/>
                </a:solidFill>
                <a:latin typeface="+mj-lt"/>
              </a:defRPr>
            </a:lvl1pPr>
          </a:lstStyle>
          <a:p>
            <a:pPr lvl="0"/>
            <a:r>
              <a:rPr lang="en-US"/>
              <a:t>Title Here. Lowercase. 8 pt.</a:t>
            </a:r>
          </a:p>
        </p:txBody>
      </p:sp>
      <p:sp>
        <p:nvSpPr>
          <p:cNvPr id="21" name="Text Placeholder 59">
            <a:extLst>
              <a:ext uri="{FF2B5EF4-FFF2-40B4-BE49-F238E27FC236}">
                <a16:creationId xmlns:a16="http://schemas.microsoft.com/office/drawing/2014/main" id="{A3570388-CF93-E14C-8871-B14FC996C819}"/>
              </a:ext>
            </a:extLst>
          </p:cNvPr>
          <p:cNvSpPr>
            <a:spLocks noGrp="1"/>
          </p:cNvSpPr>
          <p:nvPr>
            <p:ph type="body" sz="quarter" idx="56" hasCustomPrompt="1"/>
          </p:nvPr>
        </p:nvSpPr>
        <p:spPr>
          <a:xfrm>
            <a:off x="5193792" y="5512586"/>
            <a:ext cx="1465491" cy="291367"/>
          </a:xfrm>
        </p:spPr>
        <p:txBody>
          <a:bodyPr lIns="0" bIns="0" anchor="b"/>
          <a:lstStyle>
            <a:lvl1pPr marL="7938" marR="0" indent="0" algn="l" defTabSz="457178" rtl="0" eaLnBrk="1" fontAlgn="auto" latinLnBrk="0" hangingPunct="1">
              <a:lnSpc>
                <a:spcPct val="100000"/>
              </a:lnSpc>
              <a:spcBef>
                <a:spcPct val="20000"/>
              </a:spcBef>
              <a:spcAft>
                <a:spcPts val="0"/>
              </a:spcAft>
              <a:buClr>
                <a:schemeClr val="accent1"/>
              </a:buClr>
              <a:buSzTx/>
              <a:buFont typeface="Arial" panose="020B0604020202020204" pitchFamily="34" charset="0"/>
              <a:buNone/>
              <a:tabLst/>
              <a:defRPr sz="800" cap="all" spc="0" baseline="0">
                <a:solidFill>
                  <a:schemeClr val="tx1"/>
                </a:solidFill>
              </a:defRPr>
            </a:lvl1pPr>
          </a:lstStyle>
          <a:p>
            <a:pPr marL="7938" marR="0" lvl="0" indent="0" algn="l" defTabSz="457178" rtl="0" eaLnBrk="1" fontAlgn="auto" latinLnBrk="0" hangingPunct="1">
              <a:lnSpc>
                <a:spcPct val="100000"/>
              </a:lnSpc>
              <a:spcBef>
                <a:spcPct val="20000"/>
              </a:spcBef>
              <a:spcAft>
                <a:spcPts val="0"/>
              </a:spcAft>
              <a:buClr>
                <a:schemeClr val="accent1"/>
              </a:buClr>
              <a:buSzTx/>
              <a:buFont typeface="Arial" panose="020B0604020202020204" pitchFamily="34" charset="0"/>
              <a:buNone/>
              <a:tabLst/>
              <a:defRPr/>
            </a:pPr>
            <a:r>
              <a:rPr lang="en-US"/>
              <a:t>NAME HERE. ALL CAPS. WHITE. 8 PT.</a:t>
            </a:r>
          </a:p>
        </p:txBody>
      </p:sp>
      <p:sp>
        <p:nvSpPr>
          <p:cNvPr id="22" name="Text Placeholder 59">
            <a:extLst>
              <a:ext uri="{FF2B5EF4-FFF2-40B4-BE49-F238E27FC236}">
                <a16:creationId xmlns:a16="http://schemas.microsoft.com/office/drawing/2014/main" id="{B7D95C78-A9DC-5142-80B0-BEE8D025B558}"/>
              </a:ext>
            </a:extLst>
          </p:cNvPr>
          <p:cNvSpPr>
            <a:spLocks noGrp="1"/>
          </p:cNvSpPr>
          <p:nvPr>
            <p:ph type="body" sz="quarter" idx="57" hasCustomPrompt="1"/>
          </p:nvPr>
        </p:nvSpPr>
        <p:spPr>
          <a:xfrm>
            <a:off x="5193792" y="5818439"/>
            <a:ext cx="1465491" cy="328021"/>
          </a:xfrm>
        </p:spPr>
        <p:txBody>
          <a:bodyPr lIns="0" bIns="0" anchor="t" anchorCtr="0"/>
          <a:lstStyle>
            <a:lvl1pPr marL="7938" indent="0">
              <a:buNone/>
              <a:defRPr sz="800" cap="none" spc="0" baseline="0">
                <a:solidFill>
                  <a:schemeClr val="accent1"/>
                </a:solidFill>
                <a:latin typeface="+mj-lt"/>
              </a:defRPr>
            </a:lvl1pPr>
          </a:lstStyle>
          <a:p>
            <a:pPr lvl="0"/>
            <a:r>
              <a:rPr lang="en-US"/>
              <a:t>Title Here. Lowercase. 8 pt.</a:t>
            </a:r>
          </a:p>
        </p:txBody>
      </p:sp>
      <p:sp>
        <p:nvSpPr>
          <p:cNvPr id="23" name="Text Placeholder 59">
            <a:extLst>
              <a:ext uri="{FF2B5EF4-FFF2-40B4-BE49-F238E27FC236}">
                <a16:creationId xmlns:a16="http://schemas.microsoft.com/office/drawing/2014/main" id="{5C20E454-7D71-6D49-8340-2C2C92BAB601}"/>
              </a:ext>
            </a:extLst>
          </p:cNvPr>
          <p:cNvSpPr>
            <a:spLocks noGrp="1"/>
          </p:cNvSpPr>
          <p:nvPr>
            <p:ph type="body" sz="quarter" idx="58" hasCustomPrompt="1"/>
          </p:nvPr>
        </p:nvSpPr>
        <p:spPr>
          <a:xfrm>
            <a:off x="7032647" y="5512586"/>
            <a:ext cx="1465491" cy="291367"/>
          </a:xfrm>
        </p:spPr>
        <p:txBody>
          <a:bodyPr lIns="0" bIns="0" anchor="b"/>
          <a:lstStyle>
            <a:lvl1pPr marL="7938" marR="0" indent="0" algn="l" defTabSz="457178" rtl="0" eaLnBrk="1" fontAlgn="auto" latinLnBrk="0" hangingPunct="1">
              <a:lnSpc>
                <a:spcPct val="100000"/>
              </a:lnSpc>
              <a:spcBef>
                <a:spcPct val="20000"/>
              </a:spcBef>
              <a:spcAft>
                <a:spcPts val="0"/>
              </a:spcAft>
              <a:buClr>
                <a:schemeClr val="accent1"/>
              </a:buClr>
              <a:buSzTx/>
              <a:buFont typeface="Arial" panose="020B0604020202020204" pitchFamily="34" charset="0"/>
              <a:buNone/>
              <a:tabLst/>
              <a:defRPr sz="800" cap="all" spc="0" baseline="0">
                <a:solidFill>
                  <a:schemeClr val="tx1"/>
                </a:solidFill>
              </a:defRPr>
            </a:lvl1pPr>
          </a:lstStyle>
          <a:p>
            <a:pPr marL="7938" marR="0" lvl="0" indent="0" algn="l" defTabSz="457178" rtl="0" eaLnBrk="1" fontAlgn="auto" latinLnBrk="0" hangingPunct="1">
              <a:lnSpc>
                <a:spcPct val="100000"/>
              </a:lnSpc>
              <a:spcBef>
                <a:spcPct val="20000"/>
              </a:spcBef>
              <a:spcAft>
                <a:spcPts val="0"/>
              </a:spcAft>
              <a:buClr>
                <a:schemeClr val="accent1"/>
              </a:buClr>
              <a:buSzTx/>
              <a:buFont typeface="Arial" panose="020B0604020202020204" pitchFamily="34" charset="0"/>
              <a:buNone/>
              <a:tabLst/>
              <a:defRPr/>
            </a:pPr>
            <a:r>
              <a:rPr lang="en-US"/>
              <a:t>NAME HERE. ALL CAPS. WHITE. 8 PT.</a:t>
            </a:r>
          </a:p>
        </p:txBody>
      </p:sp>
      <p:sp>
        <p:nvSpPr>
          <p:cNvPr id="24" name="Text Placeholder 59">
            <a:extLst>
              <a:ext uri="{FF2B5EF4-FFF2-40B4-BE49-F238E27FC236}">
                <a16:creationId xmlns:a16="http://schemas.microsoft.com/office/drawing/2014/main" id="{DC2A92B2-B90B-AC44-8367-CC89EF317854}"/>
              </a:ext>
            </a:extLst>
          </p:cNvPr>
          <p:cNvSpPr>
            <a:spLocks noGrp="1"/>
          </p:cNvSpPr>
          <p:nvPr>
            <p:ph type="body" sz="quarter" idx="59" hasCustomPrompt="1"/>
          </p:nvPr>
        </p:nvSpPr>
        <p:spPr>
          <a:xfrm>
            <a:off x="7032647" y="5818439"/>
            <a:ext cx="1465491" cy="328021"/>
          </a:xfrm>
        </p:spPr>
        <p:txBody>
          <a:bodyPr lIns="0" bIns="0" anchor="t" anchorCtr="0"/>
          <a:lstStyle>
            <a:lvl1pPr marL="7938" indent="0">
              <a:buNone/>
              <a:defRPr sz="800" cap="none" spc="0" baseline="0">
                <a:solidFill>
                  <a:schemeClr val="accent1"/>
                </a:solidFill>
                <a:latin typeface="+mj-lt"/>
              </a:defRPr>
            </a:lvl1pPr>
          </a:lstStyle>
          <a:p>
            <a:pPr lvl="0"/>
            <a:r>
              <a:rPr lang="en-US"/>
              <a:t>Title Here. Lowercase. 8 pt.</a:t>
            </a:r>
          </a:p>
        </p:txBody>
      </p:sp>
      <p:sp>
        <p:nvSpPr>
          <p:cNvPr id="25" name="Text Placeholder 59">
            <a:extLst>
              <a:ext uri="{FF2B5EF4-FFF2-40B4-BE49-F238E27FC236}">
                <a16:creationId xmlns:a16="http://schemas.microsoft.com/office/drawing/2014/main" id="{DAA62298-769A-A843-804C-507D94C7C8D4}"/>
              </a:ext>
            </a:extLst>
          </p:cNvPr>
          <p:cNvSpPr>
            <a:spLocks noGrp="1"/>
          </p:cNvSpPr>
          <p:nvPr>
            <p:ph type="body" sz="quarter" idx="60" hasCustomPrompt="1"/>
          </p:nvPr>
        </p:nvSpPr>
        <p:spPr>
          <a:xfrm>
            <a:off x="8737767" y="5516340"/>
            <a:ext cx="1465491" cy="291367"/>
          </a:xfrm>
        </p:spPr>
        <p:txBody>
          <a:bodyPr lIns="0" bIns="0" anchor="b"/>
          <a:lstStyle>
            <a:lvl1pPr marL="7938" marR="0" indent="0" algn="l" defTabSz="457178" rtl="0" eaLnBrk="1" fontAlgn="auto" latinLnBrk="0" hangingPunct="1">
              <a:lnSpc>
                <a:spcPct val="100000"/>
              </a:lnSpc>
              <a:spcBef>
                <a:spcPct val="20000"/>
              </a:spcBef>
              <a:spcAft>
                <a:spcPts val="0"/>
              </a:spcAft>
              <a:buClr>
                <a:schemeClr val="accent1"/>
              </a:buClr>
              <a:buSzTx/>
              <a:buFont typeface="Arial" panose="020B0604020202020204" pitchFamily="34" charset="0"/>
              <a:buNone/>
              <a:tabLst/>
              <a:defRPr sz="800" cap="all" spc="0" baseline="0">
                <a:solidFill>
                  <a:schemeClr val="tx1"/>
                </a:solidFill>
              </a:defRPr>
            </a:lvl1pPr>
          </a:lstStyle>
          <a:p>
            <a:pPr marL="7938" marR="0" lvl="0" indent="0" algn="l" defTabSz="457178" rtl="0" eaLnBrk="1" fontAlgn="auto" latinLnBrk="0" hangingPunct="1">
              <a:lnSpc>
                <a:spcPct val="100000"/>
              </a:lnSpc>
              <a:spcBef>
                <a:spcPct val="20000"/>
              </a:spcBef>
              <a:spcAft>
                <a:spcPts val="0"/>
              </a:spcAft>
              <a:buClr>
                <a:schemeClr val="accent1"/>
              </a:buClr>
              <a:buSzTx/>
              <a:buFont typeface="Arial" panose="020B0604020202020204" pitchFamily="34" charset="0"/>
              <a:buNone/>
              <a:tabLst/>
              <a:defRPr/>
            </a:pPr>
            <a:r>
              <a:rPr lang="en-US"/>
              <a:t>NAME HERE. ALL CAPS. WHITE. 8 PT.</a:t>
            </a:r>
          </a:p>
        </p:txBody>
      </p:sp>
      <p:sp>
        <p:nvSpPr>
          <p:cNvPr id="26" name="Text Placeholder 59">
            <a:extLst>
              <a:ext uri="{FF2B5EF4-FFF2-40B4-BE49-F238E27FC236}">
                <a16:creationId xmlns:a16="http://schemas.microsoft.com/office/drawing/2014/main" id="{90DB92DC-5B96-6947-9102-329E9AD6B4B8}"/>
              </a:ext>
            </a:extLst>
          </p:cNvPr>
          <p:cNvSpPr>
            <a:spLocks noGrp="1"/>
          </p:cNvSpPr>
          <p:nvPr>
            <p:ph type="body" sz="quarter" idx="61" hasCustomPrompt="1"/>
          </p:nvPr>
        </p:nvSpPr>
        <p:spPr>
          <a:xfrm>
            <a:off x="8737767" y="5822193"/>
            <a:ext cx="1465491" cy="328021"/>
          </a:xfrm>
        </p:spPr>
        <p:txBody>
          <a:bodyPr lIns="0" bIns="0" anchor="t" anchorCtr="0"/>
          <a:lstStyle>
            <a:lvl1pPr marL="7938" indent="0">
              <a:buNone/>
              <a:defRPr sz="800" cap="none" spc="0" baseline="0">
                <a:solidFill>
                  <a:schemeClr val="accent1"/>
                </a:solidFill>
                <a:latin typeface="+mj-lt"/>
              </a:defRPr>
            </a:lvl1pPr>
          </a:lstStyle>
          <a:p>
            <a:pPr lvl="0"/>
            <a:r>
              <a:rPr lang="en-US"/>
              <a:t>Title Here. Lowercase. 8 pt.</a:t>
            </a:r>
          </a:p>
        </p:txBody>
      </p:sp>
      <p:sp>
        <p:nvSpPr>
          <p:cNvPr id="27" name="Text Placeholder 59">
            <a:extLst>
              <a:ext uri="{FF2B5EF4-FFF2-40B4-BE49-F238E27FC236}">
                <a16:creationId xmlns:a16="http://schemas.microsoft.com/office/drawing/2014/main" id="{11145940-26F6-D345-AEB5-DB00F76C7F1F}"/>
              </a:ext>
            </a:extLst>
          </p:cNvPr>
          <p:cNvSpPr>
            <a:spLocks noGrp="1"/>
          </p:cNvSpPr>
          <p:nvPr>
            <p:ph type="body" sz="quarter" idx="62" hasCustomPrompt="1"/>
          </p:nvPr>
        </p:nvSpPr>
        <p:spPr>
          <a:xfrm>
            <a:off x="10381488" y="5512586"/>
            <a:ext cx="1465491" cy="291367"/>
          </a:xfrm>
        </p:spPr>
        <p:txBody>
          <a:bodyPr lIns="0" bIns="0" anchor="b"/>
          <a:lstStyle>
            <a:lvl1pPr marL="7938" marR="0" indent="0" algn="l" defTabSz="457178" rtl="0" eaLnBrk="1" fontAlgn="auto" latinLnBrk="0" hangingPunct="1">
              <a:lnSpc>
                <a:spcPct val="100000"/>
              </a:lnSpc>
              <a:spcBef>
                <a:spcPct val="20000"/>
              </a:spcBef>
              <a:spcAft>
                <a:spcPts val="0"/>
              </a:spcAft>
              <a:buClr>
                <a:schemeClr val="accent1"/>
              </a:buClr>
              <a:buSzTx/>
              <a:buFont typeface="Arial" panose="020B0604020202020204" pitchFamily="34" charset="0"/>
              <a:buNone/>
              <a:tabLst/>
              <a:defRPr sz="800" cap="all" spc="0" baseline="0">
                <a:solidFill>
                  <a:schemeClr val="tx1"/>
                </a:solidFill>
              </a:defRPr>
            </a:lvl1pPr>
          </a:lstStyle>
          <a:p>
            <a:pPr marL="7938" marR="0" lvl="0" indent="0" algn="l" defTabSz="457178" rtl="0" eaLnBrk="1" fontAlgn="auto" latinLnBrk="0" hangingPunct="1">
              <a:lnSpc>
                <a:spcPct val="100000"/>
              </a:lnSpc>
              <a:spcBef>
                <a:spcPct val="20000"/>
              </a:spcBef>
              <a:spcAft>
                <a:spcPts val="0"/>
              </a:spcAft>
              <a:buClr>
                <a:schemeClr val="accent1"/>
              </a:buClr>
              <a:buSzTx/>
              <a:buFont typeface="Arial" panose="020B0604020202020204" pitchFamily="34" charset="0"/>
              <a:buNone/>
              <a:tabLst/>
              <a:defRPr/>
            </a:pPr>
            <a:r>
              <a:rPr lang="en-US"/>
              <a:t>NAME HERE. ALL CAPS. WHITE. 8 PT.</a:t>
            </a:r>
          </a:p>
        </p:txBody>
      </p:sp>
      <p:sp>
        <p:nvSpPr>
          <p:cNvPr id="28" name="Text Placeholder 59">
            <a:extLst>
              <a:ext uri="{FF2B5EF4-FFF2-40B4-BE49-F238E27FC236}">
                <a16:creationId xmlns:a16="http://schemas.microsoft.com/office/drawing/2014/main" id="{7FC80356-24FA-3340-B9FC-DE1492BFA627}"/>
              </a:ext>
            </a:extLst>
          </p:cNvPr>
          <p:cNvSpPr>
            <a:spLocks noGrp="1"/>
          </p:cNvSpPr>
          <p:nvPr>
            <p:ph type="body" sz="quarter" idx="63" hasCustomPrompt="1"/>
          </p:nvPr>
        </p:nvSpPr>
        <p:spPr>
          <a:xfrm>
            <a:off x="10381488" y="5818439"/>
            <a:ext cx="1465491" cy="328021"/>
          </a:xfrm>
        </p:spPr>
        <p:txBody>
          <a:bodyPr lIns="0" bIns="0" anchor="t" anchorCtr="0"/>
          <a:lstStyle>
            <a:lvl1pPr marL="7938" indent="0">
              <a:buNone/>
              <a:defRPr sz="800" cap="none" spc="0" baseline="0">
                <a:solidFill>
                  <a:schemeClr val="accent1"/>
                </a:solidFill>
                <a:latin typeface="+mj-lt"/>
              </a:defRPr>
            </a:lvl1pPr>
          </a:lstStyle>
          <a:p>
            <a:pPr lvl="0"/>
            <a:r>
              <a:rPr lang="en-US"/>
              <a:t>Title Here. Lowercase. 8 pt.</a:t>
            </a:r>
          </a:p>
        </p:txBody>
      </p:sp>
      <p:sp>
        <p:nvSpPr>
          <p:cNvPr id="29" name="Picture Placeholder 5">
            <a:extLst>
              <a:ext uri="{FF2B5EF4-FFF2-40B4-BE49-F238E27FC236}">
                <a16:creationId xmlns:a16="http://schemas.microsoft.com/office/drawing/2014/main" id="{F8E227CA-C8B1-FD4F-9719-AC576682CC3A}"/>
              </a:ext>
            </a:extLst>
          </p:cNvPr>
          <p:cNvSpPr>
            <a:spLocks noGrp="1"/>
          </p:cNvSpPr>
          <p:nvPr>
            <p:ph type="pic" sz="quarter" idx="64" hasCustomPrompt="1"/>
          </p:nvPr>
        </p:nvSpPr>
        <p:spPr>
          <a:xfrm>
            <a:off x="1804416" y="3034200"/>
            <a:ext cx="975360" cy="975360"/>
          </a:xfrm>
        </p:spPr>
        <p:txBody>
          <a:bodyPr anchor="ctr"/>
          <a:lstStyle>
            <a:lvl1pPr marL="7938" indent="0" algn="ctr">
              <a:buNone/>
              <a:defRPr sz="750" spc="0"/>
            </a:lvl1pPr>
          </a:lstStyle>
          <a:p>
            <a:r>
              <a:rPr lang="en-US"/>
              <a:t>HEADSHOT HERE</a:t>
            </a:r>
          </a:p>
        </p:txBody>
      </p:sp>
      <p:sp>
        <p:nvSpPr>
          <p:cNvPr id="30" name="Text Placeholder 59">
            <a:extLst>
              <a:ext uri="{FF2B5EF4-FFF2-40B4-BE49-F238E27FC236}">
                <a16:creationId xmlns:a16="http://schemas.microsoft.com/office/drawing/2014/main" id="{479DAFC0-5785-0446-A3E7-5BF65BCC02A9}"/>
              </a:ext>
            </a:extLst>
          </p:cNvPr>
          <p:cNvSpPr>
            <a:spLocks noGrp="1"/>
          </p:cNvSpPr>
          <p:nvPr>
            <p:ph type="body" sz="quarter" idx="67" hasCustomPrompt="1"/>
          </p:nvPr>
        </p:nvSpPr>
        <p:spPr>
          <a:xfrm>
            <a:off x="6339840" y="3214947"/>
            <a:ext cx="2072640" cy="486833"/>
          </a:xfrm>
        </p:spPr>
        <p:txBody>
          <a:bodyPr lIns="0" bIns="0" anchor="b"/>
          <a:lstStyle>
            <a:lvl1pPr marL="7938" indent="0">
              <a:buNone/>
              <a:defRPr sz="900" cap="all" spc="0" baseline="0">
                <a:solidFill>
                  <a:schemeClr val="tx1"/>
                </a:solidFill>
              </a:defRPr>
            </a:lvl1pPr>
          </a:lstStyle>
          <a:p>
            <a:pPr lvl="0"/>
            <a:r>
              <a:rPr lang="en-US"/>
              <a:t>NAME HERE. ALL CAPS. WHITE. 9 PT.</a:t>
            </a:r>
          </a:p>
        </p:txBody>
      </p:sp>
      <p:sp>
        <p:nvSpPr>
          <p:cNvPr id="31" name="Text Placeholder 59">
            <a:extLst>
              <a:ext uri="{FF2B5EF4-FFF2-40B4-BE49-F238E27FC236}">
                <a16:creationId xmlns:a16="http://schemas.microsoft.com/office/drawing/2014/main" id="{01FF4553-5F63-074B-8CB3-DF55725FEFB3}"/>
              </a:ext>
            </a:extLst>
          </p:cNvPr>
          <p:cNvSpPr>
            <a:spLocks noGrp="1"/>
          </p:cNvSpPr>
          <p:nvPr>
            <p:ph type="body" sz="quarter" idx="68" hasCustomPrompt="1"/>
          </p:nvPr>
        </p:nvSpPr>
        <p:spPr>
          <a:xfrm>
            <a:off x="6339840" y="3712306"/>
            <a:ext cx="2072640" cy="322287"/>
          </a:xfrm>
        </p:spPr>
        <p:txBody>
          <a:bodyPr lIns="0" bIns="0" anchor="t" anchorCtr="0"/>
          <a:lstStyle>
            <a:lvl1pPr marL="7938" indent="0">
              <a:buNone/>
              <a:defRPr sz="900" cap="none" spc="0" baseline="0">
                <a:solidFill>
                  <a:schemeClr val="accent1"/>
                </a:solidFill>
                <a:latin typeface="+mj-lt"/>
              </a:defRPr>
            </a:lvl1pPr>
          </a:lstStyle>
          <a:p>
            <a:pPr lvl="0"/>
            <a:r>
              <a:rPr lang="en-US"/>
              <a:t>Title Here. Lowercase. 9 pt.</a:t>
            </a:r>
          </a:p>
        </p:txBody>
      </p:sp>
      <p:sp>
        <p:nvSpPr>
          <p:cNvPr id="32" name="Text Placeholder 59">
            <a:extLst>
              <a:ext uri="{FF2B5EF4-FFF2-40B4-BE49-F238E27FC236}">
                <a16:creationId xmlns:a16="http://schemas.microsoft.com/office/drawing/2014/main" id="{2ACC479D-100C-AB4A-B437-FFCD18495B7E}"/>
              </a:ext>
            </a:extLst>
          </p:cNvPr>
          <p:cNvSpPr>
            <a:spLocks noGrp="1"/>
          </p:cNvSpPr>
          <p:nvPr>
            <p:ph type="body" sz="quarter" idx="71" hasCustomPrompt="1"/>
          </p:nvPr>
        </p:nvSpPr>
        <p:spPr>
          <a:xfrm>
            <a:off x="2917848" y="3194666"/>
            <a:ext cx="2072640" cy="486833"/>
          </a:xfrm>
        </p:spPr>
        <p:txBody>
          <a:bodyPr lIns="0" bIns="0" anchor="b"/>
          <a:lstStyle>
            <a:lvl1pPr marL="7938" indent="0">
              <a:buNone/>
              <a:defRPr sz="900" cap="all" spc="0" baseline="0">
                <a:solidFill>
                  <a:schemeClr val="tx1"/>
                </a:solidFill>
              </a:defRPr>
            </a:lvl1pPr>
          </a:lstStyle>
          <a:p>
            <a:pPr lvl="0"/>
            <a:r>
              <a:rPr lang="en-US"/>
              <a:t>NAME HERE. ALL CAPS. WHITE. 9 PT.</a:t>
            </a:r>
          </a:p>
        </p:txBody>
      </p:sp>
      <p:sp>
        <p:nvSpPr>
          <p:cNvPr id="33" name="Text Placeholder 59">
            <a:extLst>
              <a:ext uri="{FF2B5EF4-FFF2-40B4-BE49-F238E27FC236}">
                <a16:creationId xmlns:a16="http://schemas.microsoft.com/office/drawing/2014/main" id="{F88A7EF7-25F7-5349-8978-9A5DA5F31094}"/>
              </a:ext>
            </a:extLst>
          </p:cNvPr>
          <p:cNvSpPr>
            <a:spLocks noGrp="1"/>
          </p:cNvSpPr>
          <p:nvPr>
            <p:ph type="body" sz="quarter" idx="72" hasCustomPrompt="1"/>
          </p:nvPr>
        </p:nvSpPr>
        <p:spPr>
          <a:xfrm>
            <a:off x="2917848" y="3699062"/>
            <a:ext cx="2072640" cy="322287"/>
          </a:xfrm>
        </p:spPr>
        <p:txBody>
          <a:bodyPr lIns="0" bIns="0" anchor="t" anchorCtr="0"/>
          <a:lstStyle>
            <a:lvl1pPr marL="7938" indent="0">
              <a:buNone/>
              <a:defRPr sz="900" cap="none" spc="0" baseline="0">
                <a:solidFill>
                  <a:schemeClr val="accent1"/>
                </a:solidFill>
                <a:latin typeface="+mj-lt"/>
              </a:defRPr>
            </a:lvl1pPr>
          </a:lstStyle>
          <a:p>
            <a:pPr lvl="0"/>
            <a:r>
              <a:rPr lang="en-US"/>
              <a:t>Title Here. Lowercase. 9 pt.</a:t>
            </a:r>
          </a:p>
        </p:txBody>
      </p:sp>
      <p:sp>
        <p:nvSpPr>
          <p:cNvPr id="34" name="Text Placeholder 59">
            <a:extLst>
              <a:ext uri="{FF2B5EF4-FFF2-40B4-BE49-F238E27FC236}">
                <a16:creationId xmlns:a16="http://schemas.microsoft.com/office/drawing/2014/main" id="{F442EBC6-A1C6-C446-97E7-801C6B76BA9D}"/>
              </a:ext>
            </a:extLst>
          </p:cNvPr>
          <p:cNvSpPr>
            <a:spLocks noGrp="1"/>
          </p:cNvSpPr>
          <p:nvPr>
            <p:ph type="body" sz="quarter" idx="73" hasCustomPrompt="1"/>
          </p:nvPr>
        </p:nvSpPr>
        <p:spPr>
          <a:xfrm>
            <a:off x="9859736" y="3186214"/>
            <a:ext cx="2072640" cy="486833"/>
          </a:xfrm>
        </p:spPr>
        <p:txBody>
          <a:bodyPr lIns="0" bIns="0" anchor="b"/>
          <a:lstStyle>
            <a:lvl1pPr marL="7938" indent="0">
              <a:buNone/>
              <a:defRPr sz="900" cap="all" spc="0" baseline="0">
                <a:solidFill>
                  <a:schemeClr val="tx1"/>
                </a:solidFill>
              </a:defRPr>
            </a:lvl1pPr>
          </a:lstStyle>
          <a:p>
            <a:pPr lvl="0"/>
            <a:r>
              <a:rPr lang="en-US"/>
              <a:t>NAME HERE. ALL CAPS. WHITE. 9 PT.</a:t>
            </a:r>
          </a:p>
        </p:txBody>
      </p:sp>
      <p:sp>
        <p:nvSpPr>
          <p:cNvPr id="35" name="Text Placeholder 59">
            <a:extLst>
              <a:ext uri="{FF2B5EF4-FFF2-40B4-BE49-F238E27FC236}">
                <a16:creationId xmlns:a16="http://schemas.microsoft.com/office/drawing/2014/main" id="{AB54CC23-A2BA-0E4F-BE56-2BD32D275D06}"/>
              </a:ext>
            </a:extLst>
          </p:cNvPr>
          <p:cNvSpPr>
            <a:spLocks noGrp="1"/>
          </p:cNvSpPr>
          <p:nvPr>
            <p:ph type="body" sz="quarter" idx="74" hasCustomPrompt="1"/>
          </p:nvPr>
        </p:nvSpPr>
        <p:spPr>
          <a:xfrm>
            <a:off x="9859736" y="3690610"/>
            <a:ext cx="2072640" cy="322287"/>
          </a:xfrm>
        </p:spPr>
        <p:txBody>
          <a:bodyPr lIns="0" bIns="0" anchor="t" anchorCtr="0"/>
          <a:lstStyle>
            <a:lvl1pPr marL="7938" indent="0">
              <a:buNone/>
              <a:defRPr sz="900" cap="none" spc="0" baseline="0">
                <a:solidFill>
                  <a:schemeClr val="accent1"/>
                </a:solidFill>
                <a:latin typeface="+mj-lt"/>
              </a:defRPr>
            </a:lvl1pPr>
          </a:lstStyle>
          <a:p>
            <a:pPr lvl="0"/>
            <a:r>
              <a:rPr lang="en-US"/>
              <a:t>Title Here. Lowercase. 9 pt.</a:t>
            </a:r>
          </a:p>
        </p:txBody>
      </p:sp>
      <p:sp>
        <p:nvSpPr>
          <p:cNvPr id="37" name="Slide Number Placeholder 36">
            <a:extLst>
              <a:ext uri="{FF2B5EF4-FFF2-40B4-BE49-F238E27FC236}">
                <a16:creationId xmlns:a16="http://schemas.microsoft.com/office/drawing/2014/main" id="{EB862910-D742-4D11-A987-CE16A6571602}"/>
              </a:ext>
            </a:extLst>
          </p:cNvPr>
          <p:cNvSpPr>
            <a:spLocks noGrp="1"/>
          </p:cNvSpPr>
          <p:nvPr>
            <p:ph type="sldNum" sz="quarter" idx="75"/>
          </p:nvPr>
        </p:nvSpPr>
        <p:spPr/>
        <p:txBody>
          <a:bodyPr/>
          <a:lstStyle>
            <a:lvl1pPr>
              <a:defRPr spc="0"/>
            </a:lvl1pPr>
          </a:lstStyle>
          <a:p>
            <a:fld id="{FC3AA935-0552-4053-AB5F-13160B57B31C}" type="slidenum">
              <a:rPr lang="en-US" smtClean="0"/>
              <a:t>‹#›</a:t>
            </a:fld>
            <a:endParaRPr lang="en-US"/>
          </a:p>
        </p:txBody>
      </p:sp>
    </p:spTree>
    <p:extLst>
      <p:ext uri="{BB962C8B-B14F-4D97-AF65-F5344CB8AC3E}">
        <p14:creationId xmlns:p14="http://schemas.microsoft.com/office/powerpoint/2010/main" val="109045692"/>
      </p:ext>
    </p:extLst>
  </p:cSld>
  <p:clrMapOvr>
    <a:masterClrMapping/>
  </p:clrMapOvr>
  <p:transition>
    <p:wipe dir="r"/>
  </p:transition>
</p:sldLayout>
</file>

<file path=ppt/slideLayouts/slideLayout117.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r>
              <a:rPr lang="en-US"/>
              <a:t>CS Agentic Development</a:t>
            </a:r>
          </a:p>
        </p:txBody>
      </p:sp>
      <p:sp>
        <p:nvSpPr>
          <p:cNvPr id="6" name="Slide Number Placeholder 5"/>
          <p:cNvSpPr>
            <a:spLocks noGrp="1"/>
          </p:cNvSpPr>
          <p:nvPr>
            <p:ph type="sldNum" sz="quarter" idx="12"/>
          </p:nvPr>
        </p:nvSpPr>
        <p:spPr/>
        <p:txBody>
          <a:bodyPr/>
          <a:lstStyle/>
          <a:p>
            <a:fld id="{C75949D8-65DA-4712-BD8B-98784DBBC8B6}" type="slidenum">
              <a:rPr lang="en-US" smtClean="0"/>
              <a:t>‹#›</a:t>
            </a:fld>
            <a:endParaRPr lang="en-US"/>
          </a:p>
        </p:txBody>
      </p:sp>
    </p:spTree>
    <p:extLst>
      <p:ext uri="{BB962C8B-B14F-4D97-AF65-F5344CB8AC3E}">
        <p14:creationId xmlns:p14="http://schemas.microsoft.com/office/powerpoint/2010/main" val="2667828399"/>
      </p:ext>
    </p:extLst>
  </p:cSld>
  <p:clrMapOvr>
    <a:masterClrMapping/>
  </p:clrMapOvr>
  <p:transition>
    <p:wipe dir="r"/>
  </p:transition>
</p:sldLayout>
</file>

<file path=ppt/slideLayouts/slideLayout118.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CC5001-2F50-47FD-A4A7-1DF33CF70DE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E8877D5-65E9-461D-8AB1-C8DAD1B1B77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A0B5690-F643-471A-945B-D0BAB32415A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ED7EDBD-0485-4A57-9580-2C6E6CFD4871}"/>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474C92B3-8FC1-4537-9821-A39100EAB04C}"/>
              </a:ext>
            </a:extLst>
          </p:cNvPr>
          <p:cNvSpPr>
            <a:spLocks noGrp="1"/>
          </p:cNvSpPr>
          <p:nvPr>
            <p:ph type="ftr" sz="quarter" idx="11"/>
          </p:nvPr>
        </p:nvSpPr>
        <p:spPr/>
        <p:txBody>
          <a:bodyPr/>
          <a:lstStyle/>
          <a:p>
            <a:r>
              <a:rPr lang="en-US"/>
              <a:t>CS Agentic Development</a:t>
            </a:r>
          </a:p>
        </p:txBody>
      </p:sp>
      <p:sp>
        <p:nvSpPr>
          <p:cNvPr id="7" name="Slide Number Placeholder 6">
            <a:extLst>
              <a:ext uri="{FF2B5EF4-FFF2-40B4-BE49-F238E27FC236}">
                <a16:creationId xmlns:a16="http://schemas.microsoft.com/office/drawing/2014/main" id="{8C5B8795-6527-4E61-94A8-C9FE74CDB5E9}"/>
              </a:ext>
            </a:extLst>
          </p:cNvPr>
          <p:cNvSpPr>
            <a:spLocks noGrp="1"/>
          </p:cNvSpPr>
          <p:nvPr>
            <p:ph type="sldNum" sz="quarter" idx="12"/>
          </p:nvPr>
        </p:nvSpPr>
        <p:spPr/>
        <p:txBody>
          <a:bodyPr/>
          <a:lstStyle/>
          <a:p>
            <a:fld id="{D0102648-93CB-489D-A3BA-32E3E61B428B}" type="slidenum">
              <a:rPr lang="en-US" smtClean="0"/>
              <a:t>‹#›</a:t>
            </a:fld>
            <a:endParaRPr lang="en-US"/>
          </a:p>
        </p:txBody>
      </p:sp>
    </p:spTree>
    <p:extLst>
      <p:ext uri="{BB962C8B-B14F-4D97-AF65-F5344CB8AC3E}">
        <p14:creationId xmlns:p14="http://schemas.microsoft.com/office/powerpoint/2010/main" val="2481788447"/>
      </p:ext>
    </p:extLst>
  </p:cSld>
  <p:clrMapOvr>
    <a:masterClrMapping/>
  </p:clrMapOvr>
</p:sldLayout>
</file>

<file path=ppt/slideLayouts/slideLayout119.xml><?xml version="1.0" encoding="utf-8"?>
<p:sldLayout xmlns:a="http://schemas.openxmlformats.org/drawingml/2006/main" xmlns:r="http://schemas.openxmlformats.org/officeDocument/2006/relationships" xmlns:p="http://schemas.openxmlformats.org/presentationml/2006/main" matchingName="2 Title and Content" userDrawn="1">
  <p:cSld name="2 Title and Content">
    <p:spTree>
      <p:nvGrpSpPr>
        <p:cNvPr id="1" name="Shape 14"/>
        <p:cNvGrpSpPr/>
        <p:nvPr/>
      </p:nvGrpSpPr>
      <p:grpSpPr>
        <a:xfrm>
          <a:off x="0" y="0"/>
          <a:ext cx="0" cy="0"/>
          <a:chOff x="0" y="0"/>
          <a:chExt cx="0" cy="0"/>
        </a:xfrm>
      </p:grpSpPr>
      <p:sp>
        <p:nvSpPr>
          <p:cNvPr id="15" name="Shape 15"/>
          <p:cNvSpPr txBox="1">
            <a:spLocks noGrp="1"/>
          </p:cNvSpPr>
          <p:nvPr>
            <p:ph type="title"/>
          </p:nvPr>
        </p:nvSpPr>
        <p:spPr>
          <a:xfrm>
            <a:off x="609600" y="734833"/>
            <a:ext cx="10972801" cy="581643"/>
          </a:xfrm>
          <a:prstGeom prst="rect">
            <a:avLst/>
          </a:prstGeom>
          <a:noFill/>
          <a:ln>
            <a:noFill/>
          </a:ln>
        </p:spPr>
        <p:txBody>
          <a:bodyPr spcFirstLastPara="1" wrap="square" lIns="121879" tIns="121879" rIns="121879" bIns="121879" anchor="t" anchorCtr="0"/>
          <a:lstStyle>
            <a:lvl1pPr marL="0" marR="0" lvl="0" indent="0" algn="l" rtl="0">
              <a:spcBef>
                <a:spcPts val="0"/>
              </a:spcBef>
              <a:spcAft>
                <a:spcPts val="0"/>
              </a:spcAft>
              <a:buClr>
                <a:schemeClr val="dk2"/>
              </a:buClr>
              <a:buSzPts val="1400"/>
              <a:buFont typeface="Verdana"/>
              <a:buNone/>
              <a:defRPr sz="2900" b="0" i="0" u="none" strike="noStrike" cap="none">
                <a:solidFill>
                  <a:schemeClr val="dk2"/>
                </a:solidFill>
                <a:latin typeface="Verdana"/>
                <a:ea typeface="Verdana"/>
                <a:cs typeface="Verdana"/>
                <a:sym typeface="Verdana"/>
              </a:defRPr>
            </a:lvl1pPr>
            <a:lvl2pPr lvl="1" indent="0">
              <a:spcBef>
                <a:spcPts val="0"/>
              </a:spcBef>
              <a:spcAft>
                <a:spcPts val="0"/>
              </a:spcAft>
              <a:buSzPts val="1400"/>
              <a:buNone/>
              <a:defRPr sz="2400"/>
            </a:lvl2pPr>
            <a:lvl3pPr lvl="2" indent="0">
              <a:spcBef>
                <a:spcPts val="0"/>
              </a:spcBef>
              <a:spcAft>
                <a:spcPts val="0"/>
              </a:spcAft>
              <a:buSzPts val="1400"/>
              <a:buNone/>
              <a:defRPr sz="2400"/>
            </a:lvl3pPr>
            <a:lvl4pPr lvl="3" indent="0">
              <a:spcBef>
                <a:spcPts val="0"/>
              </a:spcBef>
              <a:spcAft>
                <a:spcPts val="0"/>
              </a:spcAft>
              <a:buSzPts val="1400"/>
              <a:buNone/>
              <a:defRPr sz="2400"/>
            </a:lvl4pPr>
            <a:lvl5pPr lvl="4" indent="0">
              <a:spcBef>
                <a:spcPts val="0"/>
              </a:spcBef>
              <a:spcAft>
                <a:spcPts val="0"/>
              </a:spcAft>
              <a:buSzPts val="1400"/>
              <a:buNone/>
              <a:defRPr sz="2400"/>
            </a:lvl5pPr>
            <a:lvl6pPr lvl="5" indent="0">
              <a:spcBef>
                <a:spcPts val="0"/>
              </a:spcBef>
              <a:spcAft>
                <a:spcPts val="0"/>
              </a:spcAft>
              <a:buSzPts val="1400"/>
              <a:buNone/>
              <a:defRPr sz="2400"/>
            </a:lvl6pPr>
            <a:lvl7pPr lvl="6" indent="0">
              <a:spcBef>
                <a:spcPts val="0"/>
              </a:spcBef>
              <a:spcAft>
                <a:spcPts val="0"/>
              </a:spcAft>
              <a:buSzPts val="1400"/>
              <a:buNone/>
              <a:defRPr sz="2400"/>
            </a:lvl7pPr>
            <a:lvl8pPr lvl="7" indent="0">
              <a:spcBef>
                <a:spcPts val="0"/>
              </a:spcBef>
              <a:spcAft>
                <a:spcPts val="0"/>
              </a:spcAft>
              <a:buSzPts val="1400"/>
              <a:buNone/>
              <a:defRPr sz="2400"/>
            </a:lvl8pPr>
            <a:lvl9pPr lvl="8" indent="0">
              <a:spcBef>
                <a:spcPts val="0"/>
              </a:spcBef>
              <a:spcAft>
                <a:spcPts val="0"/>
              </a:spcAft>
              <a:buSzPts val="1400"/>
              <a:buNone/>
              <a:defRPr sz="2400"/>
            </a:lvl9pPr>
          </a:lstStyle>
          <a:p>
            <a:endParaRPr/>
          </a:p>
        </p:txBody>
      </p:sp>
      <p:sp>
        <p:nvSpPr>
          <p:cNvPr id="16" name="Shape 16"/>
          <p:cNvSpPr txBox="1">
            <a:spLocks noGrp="1"/>
          </p:cNvSpPr>
          <p:nvPr>
            <p:ph type="body" idx="1"/>
          </p:nvPr>
        </p:nvSpPr>
        <p:spPr>
          <a:xfrm>
            <a:off x="903818" y="1523837"/>
            <a:ext cx="10693400" cy="4751917"/>
          </a:xfrm>
          <a:prstGeom prst="rect">
            <a:avLst/>
          </a:prstGeom>
          <a:noFill/>
          <a:ln>
            <a:noFill/>
          </a:ln>
        </p:spPr>
        <p:txBody>
          <a:bodyPr spcFirstLastPara="1" wrap="square" lIns="121879" tIns="121879" rIns="121879" bIns="121879" anchor="t" anchorCtr="0"/>
          <a:lstStyle>
            <a:lvl1pPr marL="609493" marR="0" lvl="0" indent="-440190" algn="l" rtl="0">
              <a:spcBef>
                <a:spcPts val="0"/>
              </a:spcBef>
              <a:spcAft>
                <a:spcPts val="0"/>
              </a:spcAft>
              <a:buClr>
                <a:schemeClr val="dk2"/>
              </a:buClr>
              <a:buSzPts val="1600"/>
              <a:buFont typeface="Noto Sans Symbols"/>
              <a:buChar char="▪"/>
              <a:defRPr sz="2100" b="0" i="0" u="none" strike="noStrike" cap="none">
                <a:solidFill>
                  <a:schemeClr val="dk1"/>
                </a:solidFill>
                <a:latin typeface="Verdana"/>
                <a:ea typeface="Verdana"/>
                <a:cs typeface="Verdana"/>
                <a:sym typeface="Verdana"/>
              </a:defRPr>
            </a:lvl1pPr>
            <a:lvl2pPr marL="1218987" marR="0" lvl="1" indent="-440190" algn="l" rtl="0">
              <a:spcBef>
                <a:spcPts val="1200"/>
              </a:spcBef>
              <a:spcAft>
                <a:spcPts val="0"/>
              </a:spcAft>
              <a:buClr>
                <a:schemeClr val="dk2"/>
              </a:buClr>
              <a:buSzPts val="1600"/>
              <a:buFont typeface="Arial"/>
              <a:buChar char="–"/>
              <a:defRPr sz="2100" b="0" i="0" u="none" strike="noStrike" cap="none">
                <a:solidFill>
                  <a:schemeClr val="dk1"/>
                </a:solidFill>
                <a:latin typeface="Verdana"/>
                <a:ea typeface="Verdana"/>
                <a:cs typeface="Verdana"/>
                <a:sym typeface="Verdana"/>
              </a:defRPr>
            </a:lvl2pPr>
            <a:lvl3pPr marL="1828480" marR="0" lvl="2" indent="-440190" algn="l" rtl="0">
              <a:spcBef>
                <a:spcPts val="1200"/>
              </a:spcBef>
              <a:spcAft>
                <a:spcPts val="0"/>
              </a:spcAft>
              <a:buClr>
                <a:schemeClr val="dk2"/>
              </a:buClr>
              <a:buSzPts val="1600"/>
              <a:buFont typeface="Arial"/>
              <a:buChar char="•"/>
              <a:defRPr sz="2100" b="0" i="0" u="none" strike="noStrike" cap="none">
                <a:solidFill>
                  <a:schemeClr val="dk1"/>
                </a:solidFill>
                <a:latin typeface="Verdana"/>
                <a:ea typeface="Verdana"/>
                <a:cs typeface="Verdana"/>
                <a:sym typeface="Verdana"/>
              </a:defRPr>
            </a:lvl3pPr>
            <a:lvl4pPr marL="2437973" marR="0" lvl="3" indent="-440190" algn="l" rtl="0">
              <a:spcBef>
                <a:spcPts val="1200"/>
              </a:spcBef>
              <a:spcAft>
                <a:spcPts val="0"/>
              </a:spcAft>
              <a:buClr>
                <a:schemeClr val="dk2"/>
              </a:buClr>
              <a:buSzPts val="1600"/>
              <a:buFont typeface="Arial"/>
              <a:buChar char="–"/>
              <a:defRPr sz="2100" b="0" i="0" u="none" strike="noStrike" cap="none">
                <a:solidFill>
                  <a:schemeClr val="dk1"/>
                </a:solidFill>
                <a:latin typeface="Verdana"/>
                <a:ea typeface="Verdana"/>
                <a:cs typeface="Verdana"/>
                <a:sym typeface="Verdana"/>
              </a:defRPr>
            </a:lvl4pPr>
            <a:lvl5pPr marL="3047467" marR="0" lvl="4" indent="-440190" algn="l" rtl="0">
              <a:spcBef>
                <a:spcPts val="1200"/>
              </a:spcBef>
              <a:spcAft>
                <a:spcPts val="0"/>
              </a:spcAft>
              <a:buClr>
                <a:schemeClr val="dk2"/>
              </a:buClr>
              <a:buSzPts val="1600"/>
              <a:buFont typeface="Arial"/>
              <a:buChar char="»"/>
              <a:defRPr sz="2100" b="0" i="0" u="none" strike="noStrike" cap="none">
                <a:solidFill>
                  <a:schemeClr val="dk1"/>
                </a:solidFill>
                <a:latin typeface="Verdana"/>
                <a:ea typeface="Verdana"/>
                <a:cs typeface="Verdana"/>
                <a:sym typeface="Verdana"/>
              </a:defRPr>
            </a:lvl5pPr>
            <a:lvl6pPr marL="3656960" marR="0" lvl="5" indent="-474050" algn="l" rtl="0">
              <a:spcBef>
                <a:spcPts val="1200"/>
              </a:spcBef>
              <a:spcAft>
                <a:spcPts val="0"/>
              </a:spcAft>
              <a:buClr>
                <a:schemeClr val="dk1"/>
              </a:buClr>
              <a:buSzPts val="2000"/>
              <a:buFont typeface="Arial"/>
              <a:buChar char="•"/>
              <a:defRPr sz="2700" b="0" i="0" u="none" strike="noStrike" cap="none">
                <a:solidFill>
                  <a:schemeClr val="dk1"/>
                </a:solidFill>
                <a:latin typeface="Verdana"/>
                <a:ea typeface="Verdana"/>
                <a:cs typeface="Verdana"/>
                <a:sym typeface="Verdana"/>
              </a:defRPr>
            </a:lvl6pPr>
            <a:lvl7pPr marL="4266453" marR="0" lvl="6" indent="-474050" algn="l" rtl="0">
              <a:spcBef>
                <a:spcPts val="533"/>
              </a:spcBef>
              <a:spcAft>
                <a:spcPts val="0"/>
              </a:spcAft>
              <a:buClr>
                <a:schemeClr val="dk1"/>
              </a:buClr>
              <a:buSzPts val="2000"/>
              <a:buFont typeface="Arial"/>
              <a:buChar char="•"/>
              <a:defRPr sz="2700" b="0" i="0" u="none" strike="noStrike" cap="none">
                <a:solidFill>
                  <a:schemeClr val="dk1"/>
                </a:solidFill>
                <a:latin typeface="Verdana"/>
                <a:ea typeface="Verdana"/>
                <a:cs typeface="Verdana"/>
                <a:sym typeface="Verdana"/>
              </a:defRPr>
            </a:lvl7pPr>
            <a:lvl8pPr marL="4875947" marR="0" lvl="7" indent="-474050" algn="l" rtl="0">
              <a:spcBef>
                <a:spcPts val="533"/>
              </a:spcBef>
              <a:spcAft>
                <a:spcPts val="0"/>
              </a:spcAft>
              <a:buClr>
                <a:schemeClr val="dk1"/>
              </a:buClr>
              <a:buSzPts val="2000"/>
              <a:buFont typeface="Arial"/>
              <a:buChar char="•"/>
              <a:defRPr sz="2700" b="0" i="0" u="none" strike="noStrike" cap="none">
                <a:solidFill>
                  <a:schemeClr val="dk1"/>
                </a:solidFill>
                <a:latin typeface="Verdana"/>
                <a:ea typeface="Verdana"/>
                <a:cs typeface="Verdana"/>
                <a:sym typeface="Verdana"/>
              </a:defRPr>
            </a:lvl8pPr>
            <a:lvl9pPr marL="5485440" marR="0" lvl="8" indent="-474050" algn="l" rtl="0">
              <a:spcBef>
                <a:spcPts val="533"/>
              </a:spcBef>
              <a:spcAft>
                <a:spcPts val="0"/>
              </a:spcAft>
              <a:buClr>
                <a:schemeClr val="dk1"/>
              </a:buClr>
              <a:buSzPts val="2000"/>
              <a:buFont typeface="Arial"/>
              <a:buChar char="•"/>
              <a:defRPr sz="2700" b="0" i="0" u="none" strike="noStrike" cap="none">
                <a:solidFill>
                  <a:schemeClr val="dk1"/>
                </a:solidFill>
                <a:latin typeface="Verdana"/>
                <a:ea typeface="Verdana"/>
                <a:cs typeface="Verdana"/>
                <a:sym typeface="Verdana"/>
              </a:defRPr>
            </a:lvl9pPr>
          </a:lstStyle>
          <a:p>
            <a:endParaRPr/>
          </a:p>
        </p:txBody>
      </p:sp>
    </p:spTree>
    <p:extLst>
      <p:ext uri="{BB962C8B-B14F-4D97-AF65-F5344CB8AC3E}">
        <p14:creationId xmlns:p14="http://schemas.microsoft.com/office/powerpoint/2010/main" val="743432279"/>
      </p:ext>
    </p:extLst>
  </p:cSld>
  <p:clrMapOvr>
    <a:masterClrMapping/>
  </p:clrMapOvr>
  <p:transition>
    <p:wipe dir="r"/>
  </p:transition>
</p:sldLayout>
</file>

<file path=ppt/slideLayouts/slideLayout120.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r>
              <a:rPr lang="en-US"/>
              <a:t>CS Agentic Development</a:t>
            </a:r>
          </a:p>
        </p:txBody>
      </p:sp>
      <p:sp>
        <p:nvSpPr>
          <p:cNvPr id="5" name="Slide Number Placeholder 4"/>
          <p:cNvSpPr>
            <a:spLocks noGrp="1"/>
          </p:cNvSpPr>
          <p:nvPr>
            <p:ph type="sldNum" sz="quarter" idx="12"/>
          </p:nvPr>
        </p:nvSpPr>
        <p:spPr/>
        <p:txBody>
          <a:bodyPr/>
          <a:lstStyle/>
          <a:p>
            <a:fld id="{44B53EBE-7BCD-4130-B6D3-FEDD30FB674F}" type="slidenum">
              <a:rPr lang="en-US" smtClean="0"/>
              <a:pPr/>
              <a:t>‹#›</a:t>
            </a:fld>
            <a:endParaRPr lang="en-US"/>
          </a:p>
        </p:txBody>
      </p:sp>
    </p:spTree>
    <p:extLst>
      <p:ext uri="{BB962C8B-B14F-4D97-AF65-F5344CB8AC3E}">
        <p14:creationId xmlns:p14="http://schemas.microsoft.com/office/powerpoint/2010/main" val="3912185215"/>
      </p:ext>
    </p:extLst>
  </p:cSld>
  <p:clrMapOvr>
    <a:masterClrMapping/>
  </p:clrMapOvr>
</p:sldLayout>
</file>

<file path=ppt/slideLayouts/slideLayout121.xml><?xml version="1.0" encoding="utf-8"?>
<p:sldLayout xmlns:a="http://schemas.openxmlformats.org/drawingml/2006/main" xmlns:r="http://schemas.openxmlformats.org/officeDocument/2006/relationships" xmlns:p="http://schemas.openxmlformats.org/presentationml/2006/main" preserve="1">
  <p:cSld name="Content | Headline + Sub + Body | White">
    <p:bg>
      <p:bgRef idx="1">
        <a:schemeClr val="bg1"/>
      </p:bgRef>
    </p:bg>
    <p:spTree>
      <p:nvGrpSpPr>
        <p:cNvPr id="1" name=""/>
        <p:cNvGrpSpPr/>
        <p:nvPr/>
      </p:nvGrpSpPr>
      <p:grpSpPr>
        <a:xfrm>
          <a:off x="0" y="0"/>
          <a:ext cx="0" cy="0"/>
          <a:chOff x="0" y="0"/>
          <a:chExt cx="0" cy="0"/>
        </a:xfrm>
      </p:grpSpPr>
      <p:sp>
        <p:nvSpPr>
          <p:cNvPr id="2" name="Text Placeholder 2">
            <a:extLst>
              <a:ext uri="{FF2B5EF4-FFF2-40B4-BE49-F238E27FC236}">
                <a16:creationId xmlns:a16="http://schemas.microsoft.com/office/drawing/2014/main" id="{7E5225AB-9C68-48C0-B481-4F436A3B7308}"/>
              </a:ext>
            </a:extLst>
          </p:cNvPr>
          <p:cNvSpPr>
            <a:spLocks noGrp="1"/>
          </p:cNvSpPr>
          <p:nvPr>
            <p:ph type="body" idx="2" hasCustomPrompt="1"/>
          </p:nvPr>
        </p:nvSpPr>
        <p:spPr>
          <a:xfrm>
            <a:off x="609600" y="1166707"/>
            <a:ext cx="10972800" cy="411740"/>
          </a:xfrm>
          <a:prstGeom prst="rect">
            <a:avLst/>
          </a:prstGeom>
        </p:spPr>
        <p:txBody>
          <a:bodyPr anchor="t">
            <a:normAutofit/>
          </a:bodyPr>
          <a:lstStyle>
            <a:lvl1pPr marL="0" marR="0" indent="0" algn="l" defTabSz="609555" rtl="0" eaLnBrk="1" fontAlgn="auto" latinLnBrk="0" hangingPunct="1">
              <a:lnSpc>
                <a:spcPct val="100000"/>
              </a:lnSpc>
              <a:spcBef>
                <a:spcPct val="20000"/>
              </a:spcBef>
              <a:spcAft>
                <a:spcPts val="0"/>
              </a:spcAft>
              <a:buClr>
                <a:schemeClr val="accent1"/>
              </a:buClr>
              <a:buSzTx/>
              <a:buFont typeface="Arial" panose="020B0604020202020204" pitchFamily="34" charset="0"/>
              <a:buNone/>
              <a:tabLst/>
              <a:defRPr sz="1467" b="0" cap="all" spc="400" baseline="0">
                <a:solidFill>
                  <a:schemeClr val="accent1"/>
                </a:solidFill>
              </a:defRPr>
            </a:lvl1pPr>
            <a:lvl2pPr marL="609555" indent="0">
              <a:buNone/>
              <a:defRPr sz="2667" b="1"/>
            </a:lvl2pPr>
            <a:lvl3pPr marL="1219110" indent="0">
              <a:buNone/>
              <a:defRPr sz="2400" b="1"/>
            </a:lvl3pPr>
            <a:lvl4pPr marL="1828664" indent="0">
              <a:buNone/>
              <a:defRPr sz="2133" b="1"/>
            </a:lvl4pPr>
            <a:lvl5pPr marL="2438218" indent="0">
              <a:buNone/>
              <a:defRPr sz="2133" b="1"/>
            </a:lvl5pPr>
            <a:lvl6pPr marL="3047772" indent="0">
              <a:buNone/>
              <a:defRPr sz="2133" b="1"/>
            </a:lvl6pPr>
            <a:lvl7pPr marL="3657327" indent="0">
              <a:buNone/>
              <a:defRPr sz="2133" b="1"/>
            </a:lvl7pPr>
            <a:lvl8pPr marL="4266880" indent="0">
              <a:buNone/>
              <a:defRPr sz="2133" b="1"/>
            </a:lvl8pPr>
            <a:lvl9pPr marL="4876435" indent="0">
              <a:buNone/>
              <a:defRPr sz="2133" b="1"/>
            </a:lvl9pPr>
          </a:lstStyle>
          <a:p>
            <a:pPr marL="0" marR="0" lvl="0" indent="0" algn="l" defTabSz="609555" rtl="0" eaLnBrk="1" fontAlgn="auto" latinLnBrk="0" hangingPunct="1">
              <a:lnSpc>
                <a:spcPct val="100000"/>
              </a:lnSpc>
              <a:spcBef>
                <a:spcPct val="20000"/>
              </a:spcBef>
              <a:spcAft>
                <a:spcPts val="0"/>
              </a:spcAft>
              <a:buClr>
                <a:schemeClr val="accent1"/>
              </a:buClr>
              <a:buSzTx/>
              <a:buFont typeface="Arial" panose="020B0604020202020204" pitchFamily="34" charset="0"/>
              <a:buNone/>
              <a:tabLst/>
              <a:defRPr/>
            </a:pPr>
            <a:r>
              <a:rPr lang="en-US"/>
              <a:t>SUBHEAD HERE. ALL CAPS. TERRA COTTA. 11 PT.</a:t>
            </a:r>
          </a:p>
        </p:txBody>
      </p:sp>
      <p:sp>
        <p:nvSpPr>
          <p:cNvPr id="5" name="Title 4">
            <a:extLst>
              <a:ext uri="{FF2B5EF4-FFF2-40B4-BE49-F238E27FC236}">
                <a16:creationId xmlns:a16="http://schemas.microsoft.com/office/drawing/2014/main" id="{BAFBE7D4-FDCA-0F4E-B63D-291E8DDF9D8B}"/>
              </a:ext>
            </a:extLst>
          </p:cNvPr>
          <p:cNvSpPr>
            <a:spLocks noGrp="1"/>
          </p:cNvSpPr>
          <p:nvPr>
            <p:ph type="title" hasCustomPrompt="1"/>
          </p:nvPr>
        </p:nvSpPr>
        <p:spPr>
          <a:xfrm>
            <a:off x="609600" y="466827"/>
            <a:ext cx="10972800" cy="758500"/>
          </a:xfrm>
        </p:spPr>
        <p:txBody>
          <a:bodyPr/>
          <a:lstStyle>
            <a:lvl1pPr>
              <a:defRPr spc="400" baseline="0"/>
            </a:lvl1pPr>
          </a:lstStyle>
          <a:p>
            <a:r>
              <a:rPr lang="en-US"/>
              <a:t>TITLE HERE. ALL CAPS. BLACK. 24 PT.</a:t>
            </a:r>
          </a:p>
        </p:txBody>
      </p:sp>
      <p:sp>
        <p:nvSpPr>
          <p:cNvPr id="4" name="Content Placeholder 3">
            <a:extLst>
              <a:ext uri="{FF2B5EF4-FFF2-40B4-BE49-F238E27FC236}">
                <a16:creationId xmlns:a16="http://schemas.microsoft.com/office/drawing/2014/main" id="{7948355C-FA3B-4066-92A2-32029C5A1754}"/>
              </a:ext>
            </a:extLst>
          </p:cNvPr>
          <p:cNvSpPr>
            <a:spLocks noGrp="1"/>
          </p:cNvSpPr>
          <p:nvPr>
            <p:ph sz="half" idx="10" hasCustomPrompt="1"/>
          </p:nvPr>
        </p:nvSpPr>
        <p:spPr>
          <a:xfrm>
            <a:off x="609600" y="1682496"/>
            <a:ext cx="10972800" cy="4401760"/>
          </a:xfrm>
          <a:prstGeom prst="rect">
            <a:avLst/>
          </a:prstGeom>
        </p:spPr>
        <p:txBody>
          <a:bodyPr>
            <a:noAutofit/>
          </a:bodyPr>
          <a:lstStyle>
            <a:lvl1pPr marL="311143" indent="-300559">
              <a:buClr>
                <a:schemeClr val="accent1"/>
              </a:buClr>
              <a:buFont typeface="Arial" panose="020B0604020202020204" pitchFamily="34" charset="0"/>
              <a:buChar char="•"/>
              <a:tabLst/>
              <a:defRPr sz="2133" spc="0">
                <a:solidFill>
                  <a:schemeClr val="tx1"/>
                </a:solidFill>
              </a:defRPr>
            </a:lvl1pPr>
            <a:lvl2pPr marL="914377" indent="-300559">
              <a:buClr>
                <a:schemeClr val="accent1"/>
              </a:buClr>
              <a:buFont typeface="Arial" panose="020B0604020202020204" pitchFamily="34" charset="0"/>
              <a:buChar char="•"/>
              <a:tabLst/>
              <a:defRPr sz="1867" spc="0">
                <a:solidFill>
                  <a:schemeClr val="tx1"/>
                </a:solidFill>
              </a:defRPr>
            </a:lvl2pPr>
            <a:lvl3pPr marL="1523887" indent="-304776">
              <a:buClr>
                <a:schemeClr val="accent1"/>
              </a:buClr>
              <a:buFont typeface="Arial" panose="020B0604020202020204" pitchFamily="34" charset="0"/>
              <a:buChar char="•"/>
              <a:defRPr sz="1600" spc="0">
                <a:solidFill>
                  <a:schemeClr val="tx1"/>
                </a:solidFill>
              </a:defRPr>
            </a:lvl3pPr>
            <a:lvl4pPr>
              <a:defRPr sz="1600">
                <a:solidFill>
                  <a:srgbClr val="FFFFFF"/>
                </a:solidFill>
              </a:defRPr>
            </a:lvl4pPr>
            <a:lvl5pPr>
              <a:defRPr sz="1600">
                <a:solidFill>
                  <a:srgbClr val="FFFFFF"/>
                </a:solidFill>
              </a:defRPr>
            </a:lvl5pPr>
            <a:lvl6pPr>
              <a:defRPr sz="2133"/>
            </a:lvl6pPr>
            <a:lvl7pPr>
              <a:defRPr sz="2133"/>
            </a:lvl7pPr>
            <a:lvl8pPr>
              <a:defRPr sz="2133"/>
            </a:lvl8pPr>
            <a:lvl9pPr>
              <a:defRPr sz="2133"/>
            </a:lvl9pPr>
          </a:lstStyle>
          <a:p>
            <a:pPr lvl="0"/>
            <a:r>
              <a:rPr lang="en-US"/>
              <a:t>Click to edit master text styles</a:t>
            </a:r>
          </a:p>
          <a:p>
            <a:pPr lvl="1"/>
            <a:r>
              <a:rPr lang="en-US"/>
              <a:t>Second level</a:t>
            </a:r>
          </a:p>
          <a:p>
            <a:pPr lvl="2"/>
            <a:r>
              <a:rPr lang="en-US"/>
              <a:t>Third level</a:t>
            </a:r>
          </a:p>
        </p:txBody>
      </p:sp>
      <p:sp>
        <p:nvSpPr>
          <p:cNvPr id="3" name="Footer Placeholder 2">
            <a:extLst>
              <a:ext uri="{FF2B5EF4-FFF2-40B4-BE49-F238E27FC236}">
                <a16:creationId xmlns:a16="http://schemas.microsoft.com/office/drawing/2014/main" id="{A2FC8824-0868-4FA8-BAE4-101D6897D21C}"/>
              </a:ext>
            </a:extLst>
          </p:cNvPr>
          <p:cNvSpPr>
            <a:spLocks noGrp="1"/>
          </p:cNvSpPr>
          <p:nvPr>
            <p:ph type="ftr" sz="quarter" idx="11"/>
          </p:nvPr>
        </p:nvSpPr>
        <p:spPr/>
        <p:txBody>
          <a:bodyPr/>
          <a:lstStyle>
            <a:lvl1pPr>
              <a:defRPr spc="0"/>
            </a:lvl1pPr>
          </a:lstStyle>
          <a:p>
            <a:r>
              <a:rPr lang="en-US"/>
              <a:t>CS Agentic Development</a:t>
            </a:r>
          </a:p>
        </p:txBody>
      </p:sp>
      <p:sp>
        <p:nvSpPr>
          <p:cNvPr id="6" name="Slide Number Placeholder 5">
            <a:extLst>
              <a:ext uri="{FF2B5EF4-FFF2-40B4-BE49-F238E27FC236}">
                <a16:creationId xmlns:a16="http://schemas.microsoft.com/office/drawing/2014/main" id="{7CE6730C-B129-4981-BDF8-FCCAB3B25DA4}"/>
              </a:ext>
            </a:extLst>
          </p:cNvPr>
          <p:cNvSpPr>
            <a:spLocks noGrp="1"/>
          </p:cNvSpPr>
          <p:nvPr>
            <p:ph type="sldNum" sz="quarter" idx="12"/>
          </p:nvPr>
        </p:nvSpPr>
        <p:spPr/>
        <p:txBody>
          <a:bodyPr/>
          <a:lstStyle>
            <a:lvl1pPr>
              <a:defRPr spc="0"/>
            </a:lvl1pPr>
          </a:lstStyle>
          <a:p>
            <a:fld id="{4644D924-5A8E-4AEE-85EF-4FA2A7E4AC52}" type="slidenum">
              <a:rPr lang="en-US" smtClean="0"/>
              <a:t>‹#›</a:t>
            </a:fld>
            <a:endParaRPr lang="en-US"/>
          </a:p>
        </p:txBody>
      </p:sp>
    </p:spTree>
    <p:extLst>
      <p:ext uri="{BB962C8B-B14F-4D97-AF65-F5344CB8AC3E}">
        <p14:creationId xmlns:p14="http://schemas.microsoft.com/office/powerpoint/2010/main" val="1934993980"/>
      </p:ext>
    </p:extLst>
  </p:cSld>
  <p:clrMapOvr>
    <a:overrideClrMapping bg1="lt1" tx1="dk1" bg2="lt2" tx2="dk2" accent1="accent1" accent2="accent2" accent3="accent3" accent4="accent4" accent5="accent5" accent6="accent6" hlink="hlink" folHlink="folHlink"/>
  </p:clrMapOvr>
  <p:transition>
    <p:wipe dir="r"/>
  </p:transition>
</p:sldLayout>
</file>

<file path=ppt/slideLayouts/slideLayout122.xml><?xml version="1.0" encoding="utf-8"?>
<p:sldLayout xmlns:a="http://schemas.openxmlformats.org/drawingml/2006/main" xmlns:r="http://schemas.openxmlformats.org/officeDocument/2006/relationships" xmlns:p="http://schemas.openxmlformats.org/presentationml/2006/main" preserve="1">
  <p:cSld name="Content | Headline + Body | White">
    <p:bg>
      <p:bgRef idx="1001">
        <a:schemeClr val="bg1"/>
      </p:bgRef>
    </p:bg>
    <p:spTree>
      <p:nvGrpSpPr>
        <p:cNvPr id="1" name=""/>
        <p:cNvGrpSpPr/>
        <p:nvPr/>
      </p:nvGrpSpPr>
      <p:grpSpPr>
        <a:xfrm>
          <a:off x="0" y="0"/>
          <a:ext cx="0" cy="0"/>
          <a:chOff x="0" y="0"/>
          <a:chExt cx="0" cy="0"/>
        </a:xfrm>
      </p:grpSpPr>
      <p:sp>
        <p:nvSpPr>
          <p:cNvPr id="10" name="Content Placeholder 3">
            <a:extLst>
              <a:ext uri="{FF2B5EF4-FFF2-40B4-BE49-F238E27FC236}">
                <a16:creationId xmlns:a16="http://schemas.microsoft.com/office/drawing/2014/main" id="{BECF2EFB-1FFD-0640-A59A-CE7F22635474}"/>
              </a:ext>
            </a:extLst>
          </p:cNvPr>
          <p:cNvSpPr>
            <a:spLocks noGrp="1"/>
          </p:cNvSpPr>
          <p:nvPr>
            <p:ph sz="half" idx="2" hasCustomPrompt="1"/>
          </p:nvPr>
        </p:nvSpPr>
        <p:spPr>
          <a:xfrm>
            <a:off x="609600" y="1402077"/>
            <a:ext cx="10972800" cy="4708975"/>
          </a:xfrm>
          <a:prstGeom prst="rect">
            <a:avLst/>
          </a:prstGeom>
        </p:spPr>
        <p:txBody>
          <a:bodyPr>
            <a:noAutofit/>
          </a:bodyPr>
          <a:lstStyle>
            <a:lvl1pPr marL="311143" indent="-300559">
              <a:buClr>
                <a:schemeClr val="accent1"/>
              </a:buClr>
              <a:buFont typeface="Arial" panose="020B0604020202020204" pitchFamily="34" charset="0"/>
              <a:buChar char="•"/>
              <a:tabLst/>
              <a:defRPr sz="2133" spc="0">
                <a:solidFill>
                  <a:schemeClr val="tx1"/>
                </a:solidFill>
              </a:defRPr>
            </a:lvl1pPr>
            <a:lvl2pPr marL="914377" indent="-300559">
              <a:buClr>
                <a:schemeClr val="accent1"/>
              </a:buClr>
              <a:buFont typeface="Arial" panose="020B0604020202020204" pitchFamily="34" charset="0"/>
              <a:buChar char="•"/>
              <a:tabLst/>
              <a:defRPr sz="1867" spc="0">
                <a:solidFill>
                  <a:schemeClr val="tx1"/>
                </a:solidFill>
              </a:defRPr>
            </a:lvl2pPr>
            <a:lvl3pPr marL="1523887" indent="-304776">
              <a:buClr>
                <a:schemeClr val="accent1"/>
              </a:buClr>
              <a:buFont typeface="Arial" panose="020B0604020202020204" pitchFamily="34" charset="0"/>
              <a:buChar char="•"/>
              <a:defRPr sz="1600" spc="0">
                <a:solidFill>
                  <a:schemeClr val="tx1"/>
                </a:solidFill>
              </a:defRPr>
            </a:lvl3pPr>
            <a:lvl4pPr>
              <a:defRPr sz="1600">
                <a:solidFill>
                  <a:srgbClr val="FFFFFF"/>
                </a:solidFill>
              </a:defRPr>
            </a:lvl4pPr>
            <a:lvl5pPr>
              <a:defRPr sz="1600">
                <a:solidFill>
                  <a:srgbClr val="FFFFFF"/>
                </a:solidFill>
              </a:defRPr>
            </a:lvl5pPr>
            <a:lvl6pPr>
              <a:defRPr sz="2133"/>
            </a:lvl6pPr>
            <a:lvl7pPr>
              <a:defRPr sz="2133"/>
            </a:lvl7pPr>
            <a:lvl8pPr>
              <a:defRPr sz="2133"/>
            </a:lvl8pPr>
            <a:lvl9pPr>
              <a:defRPr sz="2133"/>
            </a:lvl9pPr>
          </a:lstStyle>
          <a:p>
            <a:pPr lvl="0"/>
            <a:r>
              <a:rPr lang="en-US"/>
              <a:t>Click to edit master text styles</a:t>
            </a:r>
          </a:p>
          <a:p>
            <a:pPr lvl="1"/>
            <a:r>
              <a:rPr lang="en-US"/>
              <a:t>Second level</a:t>
            </a:r>
          </a:p>
          <a:p>
            <a:pPr lvl="2"/>
            <a:r>
              <a:rPr lang="en-US"/>
              <a:t>Third level</a:t>
            </a:r>
          </a:p>
        </p:txBody>
      </p:sp>
      <p:sp>
        <p:nvSpPr>
          <p:cNvPr id="5" name="Title 4">
            <a:extLst>
              <a:ext uri="{FF2B5EF4-FFF2-40B4-BE49-F238E27FC236}">
                <a16:creationId xmlns:a16="http://schemas.microsoft.com/office/drawing/2014/main" id="{A539C789-234B-0041-B311-916160AEFC21}"/>
              </a:ext>
            </a:extLst>
          </p:cNvPr>
          <p:cNvSpPr>
            <a:spLocks noGrp="1"/>
          </p:cNvSpPr>
          <p:nvPr>
            <p:ph type="title" hasCustomPrompt="1"/>
          </p:nvPr>
        </p:nvSpPr>
        <p:spPr/>
        <p:txBody>
          <a:bodyPr/>
          <a:lstStyle>
            <a:lvl1pPr>
              <a:defRPr spc="400" baseline="0"/>
            </a:lvl1pPr>
          </a:lstStyle>
          <a:p>
            <a:r>
              <a:rPr lang="en-US"/>
              <a:t>TITLE HERE. ALL CAPS. BLACK. 24 PT.</a:t>
            </a:r>
          </a:p>
        </p:txBody>
      </p:sp>
      <p:sp>
        <p:nvSpPr>
          <p:cNvPr id="2" name="Footer Placeholder 1">
            <a:extLst>
              <a:ext uri="{FF2B5EF4-FFF2-40B4-BE49-F238E27FC236}">
                <a16:creationId xmlns:a16="http://schemas.microsoft.com/office/drawing/2014/main" id="{99E5EA4B-59AD-415B-8D7A-5804883562D1}"/>
              </a:ext>
            </a:extLst>
          </p:cNvPr>
          <p:cNvSpPr>
            <a:spLocks noGrp="1"/>
          </p:cNvSpPr>
          <p:nvPr>
            <p:ph type="ftr" sz="quarter" idx="10"/>
          </p:nvPr>
        </p:nvSpPr>
        <p:spPr/>
        <p:txBody>
          <a:bodyPr/>
          <a:lstStyle>
            <a:lvl1pPr>
              <a:defRPr spc="0"/>
            </a:lvl1pPr>
          </a:lstStyle>
          <a:p>
            <a:r>
              <a:rPr lang="en-US"/>
              <a:t>CS Agentic Development</a:t>
            </a:r>
          </a:p>
        </p:txBody>
      </p:sp>
      <p:sp>
        <p:nvSpPr>
          <p:cNvPr id="3" name="Slide Number Placeholder 2">
            <a:extLst>
              <a:ext uri="{FF2B5EF4-FFF2-40B4-BE49-F238E27FC236}">
                <a16:creationId xmlns:a16="http://schemas.microsoft.com/office/drawing/2014/main" id="{A66F1E04-0B6C-4B81-9C54-243FC5DE3EB1}"/>
              </a:ext>
            </a:extLst>
          </p:cNvPr>
          <p:cNvSpPr>
            <a:spLocks noGrp="1"/>
          </p:cNvSpPr>
          <p:nvPr>
            <p:ph type="sldNum" sz="quarter" idx="11"/>
          </p:nvPr>
        </p:nvSpPr>
        <p:spPr>
          <a:xfrm>
            <a:off x="11348085" y="6238295"/>
            <a:ext cx="304800" cy="235898"/>
          </a:xfrm>
        </p:spPr>
        <p:txBody>
          <a:bodyPr/>
          <a:lstStyle>
            <a:lvl1pPr>
              <a:defRPr spc="0"/>
            </a:lvl1pPr>
          </a:lstStyle>
          <a:p>
            <a:fld id="{4644D924-5A8E-4AEE-85EF-4FA2A7E4AC52}" type="slidenum">
              <a:rPr lang="en-US" smtClean="0"/>
              <a:t>‹#›</a:t>
            </a:fld>
            <a:endParaRPr lang="en-US"/>
          </a:p>
        </p:txBody>
      </p:sp>
    </p:spTree>
    <p:extLst>
      <p:ext uri="{BB962C8B-B14F-4D97-AF65-F5344CB8AC3E}">
        <p14:creationId xmlns:p14="http://schemas.microsoft.com/office/powerpoint/2010/main" val="2126870349"/>
      </p:ext>
    </p:extLst>
  </p:cSld>
  <p:clrMapOvr>
    <a:overrideClrMapping bg1="lt1" tx1="dk1" bg2="lt2" tx2="dk2" accent1="accent1" accent2="accent2" accent3="accent3" accent4="accent4" accent5="accent5" accent6="accent6" hlink="hlink" folHlink="folHlink"/>
  </p:clrMapOvr>
  <p:transition>
    <p:wipe dir="r"/>
  </p:transition>
</p:sldLayout>
</file>

<file path=ppt/slideLayouts/slideLayout123.xml><?xml version="1.0" encoding="utf-8"?>
<p:sldLayout xmlns:a="http://schemas.openxmlformats.org/drawingml/2006/main" xmlns:r="http://schemas.openxmlformats.org/officeDocument/2006/relationships" xmlns:p="http://schemas.openxmlformats.org/presentationml/2006/main" preserve="1">
  <p:cSld name="Content | Headline + Sub | White">
    <p:bg>
      <p:bgRef idx="1001">
        <a:schemeClr val="bg1"/>
      </p:bgRef>
    </p:bg>
    <p:spTree>
      <p:nvGrpSpPr>
        <p:cNvPr id="1" name=""/>
        <p:cNvGrpSpPr/>
        <p:nvPr/>
      </p:nvGrpSpPr>
      <p:grpSpPr>
        <a:xfrm>
          <a:off x="0" y="0"/>
          <a:ext cx="0" cy="0"/>
          <a:chOff x="0" y="0"/>
          <a:chExt cx="0" cy="0"/>
        </a:xfrm>
      </p:grpSpPr>
      <p:sp>
        <p:nvSpPr>
          <p:cNvPr id="5" name="Text Placeholder 2">
            <a:extLst>
              <a:ext uri="{FF2B5EF4-FFF2-40B4-BE49-F238E27FC236}">
                <a16:creationId xmlns:a16="http://schemas.microsoft.com/office/drawing/2014/main" id="{D387E6DC-BC84-4C86-A9DE-0160AC1C9D99}"/>
              </a:ext>
            </a:extLst>
          </p:cNvPr>
          <p:cNvSpPr>
            <a:spLocks noGrp="1"/>
          </p:cNvSpPr>
          <p:nvPr>
            <p:ph type="body" idx="1" hasCustomPrompt="1"/>
          </p:nvPr>
        </p:nvSpPr>
        <p:spPr>
          <a:xfrm>
            <a:off x="609600" y="1166707"/>
            <a:ext cx="10972800" cy="411740"/>
          </a:xfrm>
          <a:prstGeom prst="rect">
            <a:avLst/>
          </a:prstGeom>
        </p:spPr>
        <p:txBody>
          <a:bodyPr anchor="t">
            <a:normAutofit/>
          </a:bodyPr>
          <a:lstStyle>
            <a:lvl1pPr marL="0" marR="0" indent="0" algn="l" defTabSz="609555" rtl="0" eaLnBrk="1" fontAlgn="auto" latinLnBrk="0" hangingPunct="1">
              <a:lnSpc>
                <a:spcPct val="100000"/>
              </a:lnSpc>
              <a:spcBef>
                <a:spcPct val="20000"/>
              </a:spcBef>
              <a:spcAft>
                <a:spcPts val="0"/>
              </a:spcAft>
              <a:buClr>
                <a:schemeClr val="accent1"/>
              </a:buClr>
              <a:buSzTx/>
              <a:buFont typeface="Arial" panose="020B0604020202020204" pitchFamily="34" charset="0"/>
              <a:buNone/>
              <a:tabLst/>
              <a:defRPr sz="1467" b="0" cap="all" spc="400" baseline="0">
                <a:solidFill>
                  <a:schemeClr val="accent1"/>
                </a:solidFill>
              </a:defRPr>
            </a:lvl1pPr>
            <a:lvl2pPr marL="609555" indent="0">
              <a:buNone/>
              <a:defRPr sz="2667" b="1"/>
            </a:lvl2pPr>
            <a:lvl3pPr marL="1219110" indent="0">
              <a:buNone/>
              <a:defRPr sz="2400" b="1"/>
            </a:lvl3pPr>
            <a:lvl4pPr marL="1828664" indent="0">
              <a:buNone/>
              <a:defRPr sz="2133" b="1"/>
            </a:lvl4pPr>
            <a:lvl5pPr marL="2438218" indent="0">
              <a:buNone/>
              <a:defRPr sz="2133" b="1"/>
            </a:lvl5pPr>
            <a:lvl6pPr marL="3047772" indent="0">
              <a:buNone/>
              <a:defRPr sz="2133" b="1"/>
            </a:lvl6pPr>
            <a:lvl7pPr marL="3657327" indent="0">
              <a:buNone/>
              <a:defRPr sz="2133" b="1"/>
            </a:lvl7pPr>
            <a:lvl8pPr marL="4266880" indent="0">
              <a:buNone/>
              <a:defRPr sz="2133" b="1"/>
            </a:lvl8pPr>
            <a:lvl9pPr marL="4876435" indent="0">
              <a:buNone/>
              <a:defRPr sz="2133" b="1"/>
            </a:lvl9pPr>
          </a:lstStyle>
          <a:p>
            <a:pPr marL="0" marR="0" lvl="0" indent="0" algn="l" defTabSz="609555" rtl="0" eaLnBrk="1" fontAlgn="auto" latinLnBrk="0" hangingPunct="1">
              <a:lnSpc>
                <a:spcPct val="100000"/>
              </a:lnSpc>
              <a:spcBef>
                <a:spcPct val="20000"/>
              </a:spcBef>
              <a:spcAft>
                <a:spcPts val="0"/>
              </a:spcAft>
              <a:buClr>
                <a:schemeClr val="accent1"/>
              </a:buClr>
              <a:buSzTx/>
              <a:buFont typeface="Arial" panose="020B0604020202020204" pitchFamily="34" charset="0"/>
              <a:buNone/>
              <a:tabLst/>
              <a:defRPr/>
            </a:pPr>
            <a:r>
              <a:rPr lang="en-US"/>
              <a:t>SUBHEAD HERE. ALL CAPS. TERRA COTTA. 11 PT.</a:t>
            </a:r>
          </a:p>
        </p:txBody>
      </p:sp>
      <p:sp>
        <p:nvSpPr>
          <p:cNvPr id="4" name="Title 3">
            <a:extLst>
              <a:ext uri="{FF2B5EF4-FFF2-40B4-BE49-F238E27FC236}">
                <a16:creationId xmlns:a16="http://schemas.microsoft.com/office/drawing/2014/main" id="{EE33CA67-2743-BE45-A4E6-B088ACBBAB8E}"/>
              </a:ext>
            </a:extLst>
          </p:cNvPr>
          <p:cNvSpPr>
            <a:spLocks noGrp="1"/>
          </p:cNvSpPr>
          <p:nvPr>
            <p:ph type="title" hasCustomPrompt="1"/>
          </p:nvPr>
        </p:nvSpPr>
        <p:spPr/>
        <p:txBody>
          <a:bodyPr/>
          <a:lstStyle>
            <a:lvl1pPr>
              <a:defRPr spc="400" baseline="0"/>
            </a:lvl1pPr>
          </a:lstStyle>
          <a:p>
            <a:r>
              <a:rPr lang="en-US"/>
              <a:t>TITLE HERE. ALL CAPS. Black. 24 PT.</a:t>
            </a:r>
          </a:p>
        </p:txBody>
      </p:sp>
      <p:sp>
        <p:nvSpPr>
          <p:cNvPr id="2" name="Footer Placeholder 1">
            <a:extLst>
              <a:ext uri="{FF2B5EF4-FFF2-40B4-BE49-F238E27FC236}">
                <a16:creationId xmlns:a16="http://schemas.microsoft.com/office/drawing/2014/main" id="{FDAD5D2E-A2AC-4899-90EB-41A4D9D5211C}"/>
              </a:ext>
            </a:extLst>
          </p:cNvPr>
          <p:cNvSpPr>
            <a:spLocks noGrp="1"/>
          </p:cNvSpPr>
          <p:nvPr>
            <p:ph type="ftr" sz="quarter" idx="10"/>
          </p:nvPr>
        </p:nvSpPr>
        <p:spPr/>
        <p:txBody>
          <a:bodyPr/>
          <a:lstStyle>
            <a:lvl1pPr>
              <a:defRPr spc="0"/>
            </a:lvl1pPr>
          </a:lstStyle>
          <a:p>
            <a:r>
              <a:rPr lang="en-US"/>
              <a:t>CS Agentic Development</a:t>
            </a:r>
          </a:p>
        </p:txBody>
      </p:sp>
      <p:sp>
        <p:nvSpPr>
          <p:cNvPr id="3" name="Slide Number Placeholder 2">
            <a:extLst>
              <a:ext uri="{FF2B5EF4-FFF2-40B4-BE49-F238E27FC236}">
                <a16:creationId xmlns:a16="http://schemas.microsoft.com/office/drawing/2014/main" id="{A43E2829-C632-4D45-94B3-B004173EEE88}"/>
              </a:ext>
            </a:extLst>
          </p:cNvPr>
          <p:cNvSpPr>
            <a:spLocks noGrp="1"/>
          </p:cNvSpPr>
          <p:nvPr>
            <p:ph type="sldNum" sz="quarter" idx="11"/>
          </p:nvPr>
        </p:nvSpPr>
        <p:spPr/>
        <p:txBody>
          <a:bodyPr/>
          <a:lstStyle>
            <a:lvl1pPr>
              <a:defRPr spc="0"/>
            </a:lvl1pPr>
          </a:lstStyle>
          <a:p>
            <a:fld id="{4644D924-5A8E-4AEE-85EF-4FA2A7E4AC52}" type="slidenum">
              <a:rPr lang="en-US" smtClean="0"/>
              <a:t>‹#›</a:t>
            </a:fld>
            <a:endParaRPr lang="en-US"/>
          </a:p>
        </p:txBody>
      </p:sp>
    </p:spTree>
    <p:extLst>
      <p:ext uri="{BB962C8B-B14F-4D97-AF65-F5344CB8AC3E}">
        <p14:creationId xmlns:p14="http://schemas.microsoft.com/office/powerpoint/2010/main" val="2075038005"/>
      </p:ext>
    </p:extLst>
  </p:cSld>
  <p:clrMapOvr>
    <a:overrideClrMapping bg1="lt1" tx1="dk1" bg2="lt2" tx2="dk2" accent1="accent1" accent2="accent2" accent3="accent3" accent4="accent4" accent5="accent5" accent6="accent6" hlink="hlink" folHlink="folHlink"/>
  </p:clrMapOvr>
  <p:transition>
    <p:wipe dir="r"/>
  </p:transition>
</p:sldLayout>
</file>

<file path=ppt/slideLayouts/slideLayout124.xml><?xml version="1.0" encoding="utf-8"?>
<p:sldLayout xmlns:a="http://schemas.openxmlformats.org/drawingml/2006/main" xmlns:r="http://schemas.openxmlformats.org/officeDocument/2006/relationships" xmlns:p="http://schemas.openxmlformats.org/presentationml/2006/main" preserve="1">
  <p:cSld name="Content | Headline | White">
    <p:bg>
      <p:bgRef idx="1001">
        <a:schemeClr val="bg1"/>
      </p:bgRef>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7D42A82-65F5-9643-8C5E-E126C1F2FFB1}"/>
              </a:ext>
            </a:extLst>
          </p:cNvPr>
          <p:cNvSpPr>
            <a:spLocks noGrp="1"/>
          </p:cNvSpPr>
          <p:nvPr>
            <p:ph type="title" hasCustomPrompt="1"/>
          </p:nvPr>
        </p:nvSpPr>
        <p:spPr/>
        <p:txBody>
          <a:bodyPr/>
          <a:lstStyle>
            <a:lvl1pPr>
              <a:defRPr spc="400" baseline="0"/>
            </a:lvl1pPr>
          </a:lstStyle>
          <a:p>
            <a:r>
              <a:rPr lang="en-US"/>
              <a:t>TITLE HERE. ALL CAPS. Black. 24 PT.</a:t>
            </a:r>
          </a:p>
        </p:txBody>
      </p:sp>
      <p:sp>
        <p:nvSpPr>
          <p:cNvPr id="2" name="Footer Placeholder 1">
            <a:extLst>
              <a:ext uri="{FF2B5EF4-FFF2-40B4-BE49-F238E27FC236}">
                <a16:creationId xmlns:a16="http://schemas.microsoft.com/office/drawing/2014/main" id="{C385A6D3-BFB1-4C67-96C5-155EB52E9927}"/>
              </a:ext>
            </a:extLst>
          </p:cNvPr>
          <p:cNvSpPr>
            <a:spLocks noGrp="1"/>
          </p:cNvSpPr>
          <p:nvPr>
            <p:ph type="ftr" sz="quarter" idx="10"/>
          </p:nvPr>
        </p:nvSpPr>
        <p:spPr/>
        <p:txBody>
          <a:bodyPr/>
          <a:lstStyle>
            <a:lvl1pPr>
              <a:defRPr spc="0"/>
            </a:lvl1pPr>
          </a:lstStyle>
          <a:p>
            <a:r>
              <a:rPr lang="en-US"/>
              <a:t>CS Agentic Development</a:t>
            </a:r>
          </a:p>
        </p:txBody>
      </p:sp>
      <p:sp>
        <p:nvSpPr>
          <p:cNvPr id="3" name="Slide Number Placeholder 2">
            <a:extLst>
              <a:ext uri="{FF2B5EF4-FFF2-40B4-BE49-F238E27FC236}">
                <a16:creationId xmlns:a16="http://schemas.microsoft.com/office/drawing/2014/main" id="{834C15CF-47DB-495F-9FCC-9F29980C5D44}"/>
              </a:ext>
            </a:extLst>
          </p:cNvPr>
          <p:cNvSpPr>
            <a:spLocks noGrp="1"/>
          </p:cNvSpPr>
          <p:nvPr>
            <p:ph type="sldNum" sz="quarter" idx="11"/>
          </p:nvPr>
        </p:nvSpPr>
        <p:spPr>
          <a:xfrm>
            <a:off x="11357610" y="6247820"/>
            <a:ext cx="304800" cy="235898"/>
          </a:xfrm>
        </p:spPr>
        <p:txBody>
          <a:bodyPr/>
          <a:lstStyle>
            <a:lvl1pPr>
              <a:defRPr spc="0"/>
            </a:lvl1pPr>
          </a:lstStyle>
          <a:p>
            <a:fld id="{4644D924-5A8E-4AEE-85EF-4FA2A7E4AC52}" type="slidenum">
              <a:rPr lang="en-US" smtClean="0"/>
              <a:t>‹#›</a:t>
            </a:fld>
            <a:endParaRPr lang="en-US"/>
          </a:p>
        </p:txBody>
      </p:sp>
    </p:spTree>
    <p:extLst>
      <p:ext uri="{BB962C8B-B14F-4D97-AF65-F5344CB8AC3E}">
        <p14:creationId xmlns:p14="http://schemas.microsoft.com/office/powerpoint/2010/main" val="3953580315"/>
      </p:ext>
    </p:extLst>
  </p:cSld>
  <p:clrMapOvr>
    <a:overrideClrMapping bg1="lt1" tx1="dk1" bg2="lt2" tx2="dk2" accent1="accent1" accent2="accent2" accent3="accent3" accent4="accent4" accent5="accent5" accent6="accent6" hlink="hlink" folHlink="folHlink"/>
  </p:clrMapOvr>
  <p:transition>
    <p:wipe dir="r"/>
  </p:transition>
</p:sldLayout>
</file>

<file path=ppt/slideLayouts/slideLayout125.xml><?xml version="1.0" encoding="utf-8"?>
<p:sldLayout xmlns:a="http://schemas.openxmlformats.org/drawingml/2006/main" xmlns:r="http://schemas.openxmlformats.org/officeDocument/2006/relationships" xmlns:p="http://schemas.openxmlformats.org/presentationml/2006/main" preserve="1">
  <p:cSld name="Content | 3 Collage + Sub | White ">
    <p:bg>
      <p:bgPr>
        <a:solidFill>
          <a:schemeClr val="bg1"/>
        </a:solidFill>
        <a:effectLst/>
      </p:bgPr>
    </p:bg>
    <p:spTree>
      <p:nvGrpSpPr>
        <p:cNvPr id="1" name=""/>
        <p:cNvGrpSpPr/>
        <p:nvPr/>
      </p:nvGrpSpPr>
      <p:grpSpPr>
        <a:xfrm>
          <a:off x="0" y="0"/>
          <a:ext cx="0" cy="0"/>
          <a:chOff x="0" y="0"/>
          <a:chExt cx="0" cy="0"/>
        </a:xfrm>
      </p:grpSpPr>
      <p:sp>
        <p:nvSpPr>
          <p:cNvPr id="7" name="Text Placeholder 2">
            <a:extLst>
              <a:ext uri="{FF2B5EF4-FFF2-40B4-BE49-F238E27FC236}">
                <a16:creationId xmlns:a16="http://schemas.microsoft.com/office/drawing/2014/main" id="{845A6B3B-BED3-47B7-ABC7-94D4715C5117}"/>
              </a:ext>
            </a:extLst>
          </p:cNvPr>
          <p:cNvSpPr>
            <a:spLocks noGrp="1"/>
          </p:cNvSpPr>
          <p:nvPr>
            <p:ph type="body" idx="1" hasCustomPrompt="1"/>
          </p:nvPr>
        </p:nvSpPr>
        <p:spPr>
          <a:xfrm>
            <a:off x="609600" y="1166707"/>
            <a:ext cx="10972800" cy="411740"/>
          </a:xfrm>
          <a:prstGeom prst="rect">
            <a:avLst/>
          </a:prstGeom>
        </p:spPr>
        <p:txBody>
          <a:bodyPr anchor="t">
            <a:normAutofit/>
          </a:bodyPr>
          <a:lstStyle>
            <a:lvl1pPr marL="0" marR="0" indent="0" algn="l" defTabSz="609555" rtl="0" eaLnBrk="1" fontAlgn="auto" latinLnBrk="0" hangingPunct="1">
              <a:lnSpc>
                <a:spcPct val="100000"/>
              </a:lnSpc>
              <a:spcBef>
                <a:spcPct val="20000"/>
              </a:spcBef>
              <a:spcAft>
                <a:spcPts val="0"/>
              </a:spcAft>
              <a:buClr>
                <a:schemeClr val="accent1"/>
              </a:buClr>
              <a:buSzTx/>
              <a:buFont typeface="Arial" panose="020B0604020202020204" pitchFamily="34" charset="0"/>
              <a:buNone/>
              <a:tabLst/>
              <a:defRPr sz="1467" b="0" cap="all" spc="400" baseline="0">
                <a:solidFill>
                  <a:schemeClr val="accent1"/>
                </a:solidFill>
              </a:defRPr>
            </a:lvl1pPr>
            <a:lvl2pPr marL="609555" indent="0">
              <a:buNone/>
              <a:defRPr sz="2667" b="1"/>
            </a:lvl2pPr>
            <a:lvl3pPr marL="1219110" indent="0">
              <a:buNone/>
              <a:defRPr sz="2400" b="1"/>
            </a:lvl3pPr>
            <a:lvl4pPr marL="1828664" indent="0">
              <a:buNone/>
              <a:defRPr sz="2133" b="1"/>
            </a:lvl4pPr>
            <a:lvl5pPr marL="2438218" indent="0">
              <a:buNone/>
              <a:defRPr sz="2133" b="1"/>
            </a:lvl5pPr>
            <a:lvl6pPr marL="3047772" indent="0">
              <a:buNone/>
              <a:defRPr sz="2133" b="1"/>
            </a:lvl6pPr>
            <a:lvl7pPr marL="3657327" indent="0">
              <a:buNone/>
              <a:defRPr sz="2133" b="1"/>
            </a:lvl7pPr>
            <a:lvl8pPr marL="4266880" indent="0">
              <a:buNone/>
              <a:defRPr sz="2133" b="1"/>
            </a:lvl8pPr>
            <a:lvl9pPr marL="4876435" indent="0">
              <a:buNone/>
              <a:defRPr sz="2133" b="1"/>
            </a:lvl9pPr>
          </a:lstStyle>
          <a:p>
            <a:pPr marL="0" marR="0" lvl="0" indent="0" algn="l" defTabSz="609555" rtl="0" eaLnBrk="1" fontAlgn="auto" latinLnBrk="0" hangingPunct="1">
              <a:lnSpc>
                <a:spcPct val="100000"/>
              </a:lnSpc>
              <a:spcBef>
                <a:spcPct val="20000"/>
              </a:spcBef>
              <a:spcAft>
                <a:spcPts val="0"/>
              </a:spcAft>
              <a:buClr>
                <a:schemeClr val="accent1"/>
              </a:buClr>
              <a:buSzTx/>
              <a:buFont typeface="Arial" panose="020B0604020202020204" pitchFamily="34" charset="0"/>
              <a:buNone/>
              <a:tabLst/>
              <a:defRPr/>
            </a:pPr>
            <a:r>
              <a:rPr lang="en-US"/>
              <a:t>SUBHEAD HERE. ALL CAPS. TERRA COTTA. 11 PT.</a:t>
            </a:r>
          </a:p>
        </p:txBody>
      </p:sp>
      <p:sp>
        <p:nvSpPr>
          <p:cNvPr id="4" name="Title 3">
            <a:extLst>
              <a:ext uri="{FF2B5EF4-FFF2-40B4-BE49-F238E27FC236}">
                <a16:creationId xmlns:a16="http://schemas.microsoft.com/office/drawing/2014/main" id="{1CAFF837-9556-424F-BF3B-DC25B3885715}"/>
              </a:ext>
            </a:extLst>
          </p:cNvPr>
          <p:cNvSpPr>
            <a:spLocks noGrp="1"/>
          </p:cNvSpPr>
          <p:nvPr>
            <p:ph type="title" hasCustomPrompt="1"/>
          </p:nvPr>
        </p:nvSpPr>
        <p:spPr/>
        <p:txBody>
          <a:bodyPr/>
          <a:lstStyle>
            <a:lvl1pPr>
              <a:defRPr spc="400" baseline="0"/>
            </a:lvl1pPr>
          </a:lstStyle>
          <a:p>
            <a:r>
              <a:rPr lang="en-US"/>
              <a:t>TITLE HERE. ALL CAPS. BLACK. 24 PT.</a:t>
            </a:r>
          </a:p>
        </p:txBody>
      </p:sp>
      <p:sp>
        <p:nvSpPr>
          <p:cNvPr id="2" name="Footer Placeholder 1">
            <a:extLst>
              <a:ext uri="{FF2B5EF4-FFF2-40B4-BE49-F238E27FC236}">
                <a16:creationId xmlns:a16="http://schemas.microsoft.com/office/drawing/2014/main" id="{F0F5C344-815E-4E6C-A632-35A2661C7C86}"/>
              </a:ext>
            </a:extLst>
          </p:cNvPr>
          <p:cNvSpPr>
            <a:spLocks noGrp="1"/>
          </p:cNvSpPr>
          <p:nvPr>
            <p:ph type="ftr" sz="quarter" idx="18"/>
          </p:nvPr>
        </p:nvSpPr>
        <p:spPr/>
        <p:txBody>
          <a:bodyPr/>
          <a:lstStyle>
            <a:lvl1pPr>
              <a:defRPr spc="0"/>
            </a:lvl1pPr>
          </a:lstStyle>
          <a:p>
            <a:r>
              <a:rPr lang="en-US"/>
              <a:t>CS Agentic Development</a:t>
            </a:r>
          </a:p>
        </p:txBody>
      </p:sp>
      <p:sp>
        <p:nvSpPr>
          <p:cNvPr id="9" name="Picture Placeholder 3">
            <a:extLst>
              <a:ext uri="{FF2B5EF4-FFF2-40B4-BE49-F238E27FC236}">
                <a16:creationId xmlns:a16="http://schemas.microsoft.com/office/drawing/2014/main" id="{EFF72F07-E416-4EC9-BFB1-4C53521819A2}"/>
              </a:ext>
            </a:extLst>
          </p:cNvPr>
          <p:cNvSpPr>
            <a:spLocks noGrp="1"/>
          </p:cNvSpPr>
          <p:nvPr>
            <p:ph type="pic" sz="quarter" idx="10" hasCustomPrompt="1"/>
          </p:nvPr>
        </p:nvSpPr>
        <p:spPr>
          <a:xfrm>
            <a:off x="0" y="1973737"/>
            <a:ext cx="4145280" cy="913107"/>
          </a:xfrm>
          <a:prstGeom prst="rect">
            <a:avLst/>
          </a:prstGeom>
          <a:ln>
            <a:solidFill>
              <a:schemeClr val="bg1"/>
            </a:solidFill>
          </a:ln>
        </p:spPr>
        <p:txBody>
          <a:bodyPr anchor="ctr"/>
          <a:lstStyle>
            <a:lvl1pPr marL="0" indent="0" algn="ctr">
              <a:buNone/>
              <a:defRPr spc="0"/>
            </a:lvl1pPr>
          </a:lstStyle>
          <a:p>
            <a:r>
              <a:rPr lang="en-US"/>
              <a:t>INSERT PHOTO HERE</a:t>
            </a:r>
          </a:p>
        </p:txBody>
      </p:sp>
      <p:sp>
        <p:nvSpPr>
          <p:cNvPr id="10" name="Picture Placeholder 3">
            <a:extLst>
              <a:ext uri="{FF2B5EF4-FFF2-40B4-BE49-F238E27FC236}">
                <a16:creationId xmlns:a16="http://schemas.microsoft.com/office/drawing/2014/main" id="{B604ED8E-155F-4A46-8432-A06E849BF6DE}"/>
              </a:ext>
            </a:extLst>
          </p:cNvPr>
          <p:cNvSpPr>
            <a:spLocks noGrp="1"/>
          </p:cNvSpPr>
          <p:nvPr>
            <p:ph type="pic" sz="quarter" idx="14" hasCustomPrompt="1"/>
          </p:nvPr>
        </p:nvSpPr>
        <p:spPr>
          <a:xfrm>
            <a:off x="4130412" y="1973736"/>
            <a:ext cx="8046720" cy="3717557"/>
          </a:xfrm>
          <a:prstGeom prst="rect">
            <a:avLst/>
          </a:prstGeom>
          <a:ln>
            <a:solidFill>
              <a:schemeClr val="bg1"/>
            </a:solidFill>
          </a:ln>
        </p:spPr>
        <p:txBody>
          <a:bodyPr anchor="ctr"/>
          <a:lstStyle>
            <a:lvl1pPr marL="0" indent="0" algn="ctr">
              <a:buNone/>
              <a:defRPr spc="0"/>
            </a:lvl1pPr>
          </a:lstStyle>
          <a:p>
            <a:r>
              <a:rPr lang="en-US"/>
              <a:t>INSERT PHOTO HERE</a:t>
            </a:r>
          </a:p>
        </p:txBody>
      </p:sp>
      <p:sp>
        <p:nvSpPr>
          <p:cNvPr id="11" name="Picture Placeholder 3">
            <a:extLst>
              <a:ext uri="{FF2B5EF4-FFF2-40B4-BE49-F238E27FC236}">
                <a16:creationId xmlns:a16="http://schemas.microsoft.com/office/drawing/2014/main" id="{B83E9807-3886-4F79-9EE8-B285427DC91C}"/>
              </a:ext>
            </a:extLst>
          </p:cNvPr>
          <p:cNvSpPr>
            <a:spLocks noGrp="1"/>
          </p:cNvSpPr>
          <p:nvPr>
            <p:ph type="pic" sz="quarter" idx="17" hasCustomPrompt="1"/>
          </p:nvPr>
        </p:nvSpPr>
        <p:spPr>
          <a:xfrm>
            <a:off x="0" y="2886845"/>
            <a:ext cx="4145280" cy="2804449"/>
          </a:xfrm>
          <a:prstGeom prst="rect">
            <a:avLst/>
          </a:prstGeom>
          <a:ln>
            <a:solidFill>
              <a:schemeClr val="bg1"/>
            </a:solidFill>
          </a:ln>
        </p:spPr>
        <p:txBody>
          <a:bodyPr anchor="ctr"/>
          <a:lstStyle>
            <a:lvl1pPr marL="0" indent="0" algn="ctr">
              <a:buNone/>
              <a:defRPr spc="0"/>
            </a:lvl1pPr>
          </a:lstStyle>
          <a:p>
            <a:r>
              <a:rPr lang="en-US"/>
              <a:t>INSERT PHOTO HERE</a:t>
            </a:r>
          </a:p>
        </p:txBody>
      </p:sp>
      <p:sp>
        <p:nvSpPr>
          <p:cNvPr id="3" name="Slide Number Placeholder 2">
            <a:extLst>
              <a:ext uri="{FF2B5EF4-FFF2-40B4-BE49-F238E27FC236}">
                <a16:creationId xmlns:a16="http://schemas.microsoft.com/office/drawing/2014/main" id="{EFEC55EE-56F3-4C86-AA4D-E940CBB8B9F7}"/>
              </a:ext>
            </a:extLst>
          </p:cNvPr>
          <p:cNvSpPr>
            <a:spLocks noGrp="1"/>
          </p:cNvSpPr>
          <p:nvPr>
            <p:ph type="sldNum" sz="quarter" idx="19"/>
          </p:nvPr>
        </p:nvSpPr>
        <p:spPr/>
        <p:txBody>
          <a:bodyPr/>
          <a:lstStyle>
            <a:lvl1pPr>
              <a:defRPr spc="0"/>
            </a:lvl1pPr>
          </a:lstStyle>
          <a:p>
            <a:fld id="{4644D924-5A8E-4AEE-85EF-4FA2A7E4AC52}" type="slidenum">
              <a:rPr lang="en-US" smtClean="0"/>
              <a:t>‹#›</a:t>
            </a:fld>
            <a:endParaRPr lang="en-US"/>
          </a:p>
        </p:txBody>
      </p:sp>
    </p:spTree>
    <p:extLst>
      <p:ext uri="{BB962C8B-B14F-4D97-AF65-F5344CB8AC3E}">
        <p14:creationId xmlns:p14="http://schemas.microsoft.com/office/powerpoint/2010/main" val="915458308"/>
      </p:ext>
    </p:extLst>
  </p:cSld>
  <p:clrMapOvr>
    <a:overrideClrMapping bg1="lt1" tx1="dk1" bg2="lt2" tx2="dk2" accent1="accent1" accent2="accent2" accent3="accent3" accent4="accent4" accent5="accent5" accent6="accent6" hlink="hlink" folHlink="folHlink"/>
  </p:clrMapOvr>
  <p:transition>
    <p:wipe dir="r"/>
  </p:transition>
</p:sldLayout>
</file>

<file path=ppt/slideLayouts/slideLayout126.xml><?xml version="1.0" encoding="utf-8"?>
<p:sldLayout xmlns:a="http://schemas.openxmlformats.org/drawingml/2006/main" xmlns:r="http://schemas.openxmlformats.org/officeDocument/2006/relationships" xmlns:p="http://schemas.openxmlformats.org/presentationml/2006/main" preserve="1">
  <p:cSld name="Content | 3 Collage | White ">
    <p:bg>
      <p:bgPr>
        <a:solidFill>
          <a:schemeClr val="bg1"/>
        </a:soli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2A98B6A-953C-CB4D-B187-26021C9C7CD2}"/>
              </a:ext>
            </a:extLst>
          </p:cNvPr>
          <p:cNvSpPr>
            <a:spLocks noGrp="1"/>
          </p:cNvSpPr>
          <p:nvPr>
            <p:ph type="title" hasCustomPrompt="1"/>
          </p:nvPr>
        </p:nvSpPr>
        <p:spPr/>
        <p:txBody>
          <a:bodyPr/>
          <a:lstStyle>
            <a:lvl1pPr>
              <a:defRPr spc="400" baseline="0"/>
            </a:lvl1pPr>
          </a:lstStyle>
          <a:p>
            <a:r>
              <a:rPr lang="en-US"/>
              <a:t>TITLE HERE. ALL CAPS. BLACK. 24 PT.</a:t>
            </a:r>
          </a:p>
        </p:txBody>
      </p:sp>
      <p:sp>
        <p:nvSpPr>
          <p:cNvPr id="2" name="Footer Placeholder 1">
            <a:extLst>
              <a:ext uri="{FF2B5EF4-FFF2-40B4-BE49-F238E27FC236}">
                <a16:creationId xmlns:a16="http://schemas.microsoft.com/office/drawing/2014/main" id="{C595D5D8-5FFC-44B7-B3F9-A60157051E28}"/>
              </a:ext>
            </a:extLst>
          </p:cNvPr>
          <p:cNvSpPr>
            <a:spLocks noGrp="1"/>
          </p:cNvSpPr>
          <p:nvPr>
            <p:ph type="ftr" sz="quarter" idx="18"/>
          </p:nvPr>
        </p:nvSpPr>
        <p:spPr/>
        <p:txBody>
          <a:bodyPr/>
          <a:lstStyle>
            <a:lvl1pPr>
              <a:defRPr spc="0"/>
            </a:lvl1pPr>
          </a:lstStyle>
          <a:p>
            <a:r>
              <a:rPr lang="en-US"/>
              <a:t>CS Agentic Development</a:t>
            </a:r>
          </a:p>
        </p:txBody>
      </p:sp>
      <p:sp>
        <p:nvSpPr>
          <p:cNvPr id="8" name="Picture Placeholder 3">
            <a:extLst>
              <a:ext uri="{FF2B5EF4-FFF2-40B4-BE49-F238E27FC236}">
                <a16:creationId xmlns:a16="http://schemas.microsoft.com/office/drawing/2014/main" id="{B9372DE6-DCF8-476C-A783-0468C556516F}"/>
              </a:ext>
            </a:extLst>
          </p:cNvPr>
          <p:cNvSpPr>
            <a:spLocks noGrp="1"/>
          </p:cNvSpPr>
          <p:nvPr>
            <p:ph type="pic" sz="quarter" idx="10" hasCustomPrompt="1"/>
          </p:nvPr>
        </p:nvSpPr>
        <p:spPr>
          <a:xfrm>
            <a:off x="0" y="1552919"/>
            <a:ext cx="4145280" cy="1221812"/>
          </a:xfrm>
          <a:prstGeom prst="rect">
            <a:avLst/>
          </a:prstGeom>
          <a:ln>
            <a:solidFill>
              <a:schemeClr val="bg1"/>
            </a:solidFill>
          </a:ln>
        </p:spPr>
        <p:txBody>
          <a:bodyPr anchor="ctr"/>
          <a:lstStyle>
            <a:lvl1pPr marL="0" indent="0" algn="ctr">
              <a:buNone/>
              <a:defRPr spc="0"/>
            </a:lvl1pPr>
          </a:lstStyle>
          <a:p>
            <a:r>
              <a:rPr lang="en-US"/>
              <a:t>INSERT PHOTO HERE</a:t>
            </a:r>
          </a:p>
        </p:txBody>
      </p:sp>
      <p:sp>
        <p:nvSpPr>
          <p:cNvPr id="9" name="Picture Placeholder 3">
            <a:extLst>
              <a:ext uri="{FF2B5EF4-FFF2-40B4-BE49-F238E27FC236}">
                <a16:creationId xmlns:a16="http://schemas.microsoft.com/office/drawing/2014/main" id="{A05D7251-2D12-4ED9-B64E-0883A8600CE4}"/>
              </a:ext>
            </a:extLst>
          </p:cNvPr>
          <p:cNvSpPr>
            <a:spLocks noGrp="1"/>
          </p:cNvSpPr>
          <p:nvPr>
            <p:ph type="pic" sz="quarter" idx="16" hasCustomPrompt="1"/>
          </p:nvPr>
        </p:nvSpPr>
        <p:spPr>
          <a:xfrm>
            <a:off x="4130412" y="1555531"/>
            <a:ext cx="8046720" cy="4081300"/>
          </a:xfrm>
          <a:prstGeom prst="rect">
            <a:avLst/>
          </a:prstGeom>
          <a:ln>
            <a:solidFill>
              <a:schemeClr val="bg1"/>
            </a:solidFill>
          </a:ln>
        </p:spPr>
        <p:txBody>
          <a:bodyPr anchor="ctr"/>
          <a:lstStyle>
            <a:lvl1pPr marL="0" indent="0" algn="ctr">
              <a:buNone/>
              <a:defRPr spc="0"/>
            </a:lvl1pPr>
          </a:lstStyle>
          <a:p>
            <a:r>
              <a:rPr lang="en-US"/>
              <a:t>INSERT PHOTO HERE</a:t>
            </a:r>
          </a:p>
        </p:txBody>
      </p:sp>
      <p:sp>
        <p:nvSpPr>
          <p:cNvPr id="10" name="Picture Placeholder 3">
            <a:extLst>
              <a:ext uri="{FF2B5EF4-FFF2-40B4-BE49-F238E27FC236}">
                <a16:creationId xmlns:a16="http://schemas.microsoft.com/office/drawing/2014/main" id="{A891B195-2B7F-4952-BE48-9C09438F1A3D}"/>
              </a:ext>
            </a:extLst>
          </p:cNvPr>
          <p:cNvSpPr>
            <a:spLocks noGrp="1"/>
          </p:cNvSpPr>
          <p:nvPr>
            <p:ph type="pic" sz="quarter" idx="17" hasCustomPrompt="1"/>
          </p:nvPr>
        </p:nvSpPr>
        <p:spPr>
          <a:xfrm>
            <a:off x="0" y="2774731"/>
            <a:ext cx="4145280" cy="2862100"/>
          </a:xfrm>
          <a:prstGeom prst="rect">
            <a:avLst/>
          </a:prstGeom>
          <a:ln>
            <a:solidFill>
              <a:schemeClr val="bg1"/>
            </a:solidFill>
          </a:ln>
        </p:spPr>
        <p:txBody>
          <a:bodyPr anchor="ctr"/>
          <a:lstStyle>
            <a:lvl1pPr marL="0" indent="0" algn="ctr">
              <a:buNone/>
              <a:defRPr spc="0"/>
            </a:lvl1pPr>
          </a:lstStyle>
          <a:p>
            <a:r>
              <a:rPr lang="en-US"/>
              <a:t>INSERT PHOTO HERE</a:t>
            </a:r>
          </a:p>
        </p:txBody>
      </p:sp>
      <p:sp>
        <p:nvSpPr>
          <p:cNvPr id="3" name="Slide Number Placeholder 2">
            <a:extLst>
              <a:ext uri="{FF2B5EF4-FFF2-40B4-BE49-F238E27FC236}">
                <a16:creationId xmlns:a16="http://schemas.microsoft.com/office/drawing/2014/main" id="{FD13834E-16A5-4F30-87AB-A27ECFD0766B}"/>
              </a:ext>
            </a:extLst>
          </p:cNvPr>
          <p:cNvSpPr>
            <a:spLocks noGrp="1"/>
          </p:cNvSpPr>
          <p:nvPr>
            <p:ph type="sldNum" sz="quarter" idx="19"/>
          </p:nvPr>
        </p:nvSpPr>
        <p:spPr/>
        <p:txBody>
          <a:bodyPr/>
          <a:lstStyle>
            <a:lvl1pPr>
              <a:defRPr spc="0"/>
            </a:lvl1pPr>
          </a:lstStyle>
          <a:p>
            <a:fld id="{4644D924-5A8E-4AEE-85EF-4FA2A7E4AC52}" type="slidenum">
              <a:rPr lang="en-US" smtClean="0"/>
              <a:t>‹#›</a:t>
            </a:fld>
            <a:endParaRPr lang="en-US"/>
          </a:p>
        </p:txBody>
      </p:sp>
    </p:spTree>
    <p:extLst>
      <p:ext uri="{BB962C8B-B14F-4D97-AF65-F5344CB8AC3E}">
        <p14:creationId xmlns:p14="http://schemas.microsoft.com/office/powerpoint/2010/main" val="1894402663"/>
      </p:ext>
    </p:extLst>
  </p:cSld>
  <p:clrMapOvr>
    <a:overrideClrMapping bg1="lt1" tx1="dk1" bg2="lt2" tx2="dk2" accent1="accent1" accent2="accent2" accent3="accent3" accent4="accent4" accent5="accent5" accent6="accent6" hlink="hlink" folHlink="folHlink"/>
  </p:clrMapOvr>
  <p:transition>
    <p:wipe dir="r"/>
  </p:transition>
</p:sldLayout>
</file>

<file path=ppt/slideLayouts/slideLayout127.xml><?xml version="1.0" encoding="utf-8"?>
<p:sldLayout xmlns:a="http://schemas.openxmlformats.org/drawingml/2006/main" xmlns:r="http://schemas.openxmlformats.org/officeDocument/2006/relationships" xmlns:p="http://schemas.openxmlformats.org/presentationml/2006/main" preserve="1">
  <p:cSld name="Content | Two Columns | White">
    <p:bg>
      <p:bgRef idx="1001">
        <a:schemeClr val="bg1"/>
      </p:bgRef>
    </p:bg>
    <p:spTree>
      <p:nvGrpSpPr>
        <p:cNvPr id="1" name=""/>
        <p:cNvGrpSpPr/>
        <p:nvPr/>
      </p:nvGrpSpPr>
      <p:grpSpPr>
        <a:xfrm>
          <a:off x="0" y="0"/>
          <a:ext cx="0" cy="0"/>
          <a:chOff x="0" y="0"/>
          <a:chExt cx="0" cy="0"/>
        </a:xfrm>
      </p:grpSpPr>
      <p:sp>
        <p:nvSpPr>
          <p:cNvPr id="11" name="Text Placeholder 2">
            <a:extLst>
              <a:ext uri="{FF2B5EF4-FFF2-40B4-BE49-F238E27FC236}">
                <a16:creationId xmlns:a16="http://schemas.microsoft.com/office/drawing/2014/main" id="{CDB3C81C-40F3-42DA-9512-9E80A45B2215}"/>
              </a:ext>
            </a:extLst>
          </p:cNvPr>
          <p:cNvSpPr>
            <a:spLocks noGrp="1"/>
          </p:cNvSpPr>
          <p:nvPr>
            <p:ph type="body" idx="1" hasCustomPrompt="1"/>
          </p:nvPr>
        </p:nvSpPr>
        <p:spPr>
          <a:xfrm>
            <a:off x="609600" y="1166707"/>
            <a:ext cx="10972800" cy="411740"/>
          </a:xfrm>
          <a:prstGeom prst="rect">
            <a:avLst/>
          </a:prstGeom>
        </p:spPr>
        <p:txBody>
          <a:bodyPr anchor="t">
            <a:normAutofit/>
          </a:bodyPr>
          <a:lstStyle>
            <a:lvl1pPr marL="0" marR="0" indent="0" algn="l" defTabSz="609555" rtl="0" eaLnBrk="1" fontAlgn="auto" latinLnBrk="0" hangingPunct="1">
              <a:lnSpc>
                <a:spcPct val="100000"/>
              </a:lnSpc>
              <a:spcBef>
                <a:spcPct val="20000"/>
              </a:spcBef>
              <a:spcAft>
                <a:spcPts val="0"/>
              </a:spcAft>
              <a:buClr>
                <a:schemeClr val="accent1"/>
              </a:buClr>
              <a:buSzTx/>
              <a:buFont typeface="Arial" panose="020B0604020202020204" pitchFamily="34" charset="0"/>
              <a:buNone/>
              <a:tabLst/>
              <a:defRPr sz="1467" b="0" cap="all" spc="400" baseline="0">
                <a:solidFill>
                  <a:schemeClr val="accent1"/>
                </a:solidFill>
              </a:defRPr>
            </a:lvl1pPr>
            <a:lvl2pPr marL="609555" indent="0">
              <a:buNone/>
              <a:defRPr sz="2667" b="1"/>
            </a:lvl2pPr>
            <a:lvl3pPr marL="1219110" indent="0">
              <a:buNone/>
              <a:defRPr sz="2400" b="1"/>
            </a:lvl3pPr>
            <a:lvl4pPr marL="1828664" indent="0">
              <a:buNone/>
              <a:defRPr sz="2133" b="1"/>
            </a:lvl4pPr>
            <a:lvl5pPr marL="2438218" indent="0">
              <a:buNone/>
              <a:defRPr sz="2133" b="1"/>
            </a:lvl5pPr>
            <a:lvl6pPr marL="3047772" indent="0">
              <a:buNone/>
              <a:defRPr sz="2133" b="1"/>
            </a:lvl6pPr>
            <a:lvl7pPr marL="3657327" indent="0">
              <a:buNone/>
              <a:defRPr sz="2133" b="1"/>
            </a:lvl7pPr>
            <a:lvl8pPr marL="4266880" indent="0">
              <a:buNone/>
              <a:defRPr sz="2133" b="1"/>
            </a:lvl8pPr>
            <a:lvl9pPr marL="4876435" indent="0">
              <a:buNone/>
              <a:defRPr sz="2133" b="1"/>
            </a:lvl9pPr>
          </a:lstStyle>
          <a:p>
            <a:pPr marL="0" marR="0" lvl="0" indent="0" algn="l" defTabSz="609555" rtl="0" eaLnBrk="1" fontAlgn="auto" latinLnBrk="0" hangingPunct="1">
              <a:lnSpc>
                <a:spcPct val="100000"/>
              </a:lnSpc>
              <a:spcBef>
                <a:spcPct val="20000"/>
              </a:spcBef>
              <a:spcAft>
                <a:spcPts val="0"/>
              </a:spcAft>
              <a:buClr>
                <a:schemeClr val="accent1"/>
              </a:buClr>
              <a:buSzTx/>
              <a:buFont typeface="Arial" panose="020B0604020202020204" pitchFamily="34" charset="0"/>
              <a:buNone/>
              <a:tabLst/>
              <a:defRPr/>
            </a:pPr>
            <a:r>
              <a:rPr lang="en-US"/>
              <a:t>SUBHEAD HERE. ALL CAPS. TERRA COTTA. 11 PT.</a:t>
            </a:r>
          </a:p>
        </p:txBody>
      </p:sp>
      <p:sp>
        <p:nvSpPr>
          <p:cNvPr id="3" name="Title 2">
            <a:extLst>
              <a:ext uri="{FF2B5EF4-FFF2-40B4-BE49-F238E27FC236}">
                <a16:creationId xmlns:a16="http://schemas.microsoft.com/office/drawing/2014/main" id="{670FBF85-F908-9543-AF8C-C05EF7A1286E}"/>
              </a:ext>
            </a:extLst>
          </p:cNvPr>
          <p:cNvSpPr>
            <a:spLocks noGrp="1"/>
          </p:cNvSpPr>
          <p:nvPr>
            <p:ph type="title" hasCustomPrompt="1"/>
          </p:nvPr>
        </p:nvSpPr>
        <p:spPr/>
        <p:txBody>
          <a:bodyPr/>
          <a:lstStyle>
            <a:lvl1pPr>
              <a:defRPr spc="400" baseline="0"/>
            </a:lvl1pPr>
          </a:lstStyle>
          <a:p>
            <a:r>
              <a:rPr lang="en-US"/>
              <a:t>TITLE HERE. ALL CAPS. BLACK. 24 PT.</a:t>
            </a:r>
          </a:p>
        </p:txBody>
      </p:sp>
      <p:sp>
        <p:nvSpPr>
          <p:cNvPr id="2" name="Footer Placeholder 1">
            <a:extLst>
              <a:ext uri="{FF2B5EF4-FFF2-40B4-BE49-F238E27FC236}">
                <a16:creationId xmlns:a16="http://schemas.microsoft.com/office/drawing/2014/main" id="{449D82DC-4516-4CFC-A86F-BFEA28FF5E60}"/>
              </a:ext>
            </a:extLst>
          </p:cNvPr>
          <p:cNvSpPr>
            <a:spLocks noGrp="1"/>
          </p:cNvSpPr>
          <p:nvPr>
            <p:ph type="ftr" sz="quarter" idx="10"/>
          </p:nvPr>
        </p:nvSpPr>
        <p:spPr/>
        <p:txBody>
          <a:bodyPr/>
          <a:lstStyle>
            <a:lvl1pPr>
              <a:defRPr spc="0"/>
            </a:lvl1pPr>
          </a:lstStyle>
          <a:p>
            <a:r>
              <a:rPr lang="en-US"/>
              <a:t>CS Agentic Development</a:t>
            </a:r>
          </a:p>
        </p:txBody>
      </p:sp>
      <p:sp>
        <p:nvSpPr>
          <p:cNvPr id="12" name="Content Placeholder 4">
            <a:extLst>
              <a:ext uri="{FF2B5EF4-FFF2-40B4-BE49-F238E27FC236}">
                <a16:creationId xmlns:a16="http://schemas.microsoft.com/office/drawing/2014/main" id="{4C5A4B9D-E5EB-4E0B-9B27-98BCC447BCEE}"/>
              </a:ext>
            </a:extLst>
          </p:cNvPr>
          <p:cNvSpPr>
            <a:spLocks noGrp="1"/>
          </p:cNvSpPr>
          <p:nvPr>
            <p:ph sz="quarter" idx="11"/>
          </p:nvPr>
        </p:nvSpPr>
        <p:spPr>
          <a:xfrm>
            <a:off x="609600" y="1753432"/>
            <a:ext cx="5386917" cy="4372672"/>
          </a:xfrm>
        </p:spPr>
        <p:txBody>
          <a:bodyPr/>
          <a:lstStyle>
            <a:lvl1pPr>
              <a:defRPr spc="0"/>
            </a:lvl1pPr>
            <a:lvl2pPr>
              <a:defRPr spc="0"/>
            </a:lvl2pPr>
            <a:lvl3pPr>
              <a:defRPr spc="0"/>
            </a:lvl3pPr>
            <a:lvl4pPr>
              <a:defRPr spc="0"/>
            </a:lvl4pPr>
            <a:lvl5pPr>
              <a:defRPr spc="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8">
            <a:extLst>
              <a:ext uri="{FF2B5EF4-FFF2-40B4-BE49-F238E27FC236}">
                <a16:creationId xmlns:a16="http://schemas.microsoft.com/office/drawing/2014/main" id="{F1C83059-51E5-4C78-98F2-FD7F352BC5B4}"/>
              </a:ext>
            </a:extLst>
          </p:cNvPr>
          <p:cNvSpPr>
            <a:spLocks noGrp="1"/>
          </p:cNvSpPr>
          <p:nvPr>
            <p:ph sz="quarter" idx="12"/>
          </p:nvPr>
        </p:nvSpPr>
        <p:spPr>
          <a:xfrm>
            <a:off x="6193367" y="1754661"/>
            <a:ext cx="5386917" cy="4363921"/>
          </a:xfrm>
        </p:spPr>
        <p:txBody>
          <a:bodyPr/>
          <a:lstStyle>
            <a:lvl1pPr>
              <a:defRPr spc="0"/>
            </a:lvl1pPr>
            <a:lvl2pPr>
              <a:defRPr spc="0"/>
            </a:lvl2pPr>
            <a:lvl3pPr>
              <a:defRPr spc="0"/>
            </a:lvl3pPr>
            <a:lvl4pPr>
              <a:defRPr spc="0"/>
            </a:lvl4pPr>
            <a:lvl5pPr>
              <a:defRPr spc="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3">
            <a:extLst>
              <a:ext uri="{FF2B5EF4-FFF2-40B4-BE49-F238E27FC236}">
                <a16:creationId xmlns:a16="http://schemas.microsoft.com/office/drawing/2014/main" id="{7DD22D29-83B6-4887-8B46-FACDF1A79E7A}"/>
              </a:ext>
            </a:extLst>
          </p:cNvPr>
          <p:cNvSpPr>
            <a:spLocks noGrp="1"/>
          </p:cNvSpPr>
          <p:nvPr>
            <p:ph type="sldNum" sz="quarter" idx="13"/>
          </p:nvPr>
        </p:nvSpPr>
        <p:spPr/>
        <p:txBody>
          <a:bodyPr/>
          <a:lstStyle>
            <a:lvl1pPr>
              <a:defRPr spc="0"/>
            </a:lvl1pPr>
          </a:lstStyle>
          <a:p>
            <a:fld id="{4644D924-5A8E-4AEE-85EF-4FA2A7E4AC52}" type="slidenum">
              <a:rPr lang="en-US" smtClean="0"/>
              <a:t>‹#›</a:t>
            </a:fld>
            <a:endParaRPr lang="en-US"/>
          </a:p>
        </p:txBody>
      </p:sp>
    </p:spTree>
    <p:extLst>
      <p:ext uri="{BB962C8B-B14F-4D97-AF65-F5344CB8AC3E}">
        <p14:creationId xmlns:p14="http://schemas.microsoft.com/office/powerpoint/2010/main" val="2043106192"/>
      </p:ext>
    </p:extLst>
  </p:cSld>
  <p:clrMapOvr>
    <a:overrideClrMapping bg1="lt1" tx1="dk1" bg2="lt2" tx2="dk2" accent1="accent1" accent2="accent2" accent3="accent3" accent4="accent4" accent5="accent5" accent6="accent6" hlink="hlink" folHlink="folHlink"/>
  </p:clrMapOvr>
  <p:transition>
    <p:wipe dir="r"/>
  </p:transition>
</p:sldLayout>
</file>

<file path=ppt/slideLayouts/slideLayout128.xml><?xml version="1.0" encoding="utf-8"?>
<p:sldLayout xmlns:a="http://schemas.openxmlformats.org/drawingml/2006/main" xmlns:r="http://schemas.openxmlformats.org/officeDocument/2006/relationships" xmlns:p="http://schemas.openxmlformats.org/presentationml/2006/main" preserve="1">
  <p:cSld name="Content | Three Columns | White">
    <p:bg>
      <p:bgRef idx="1001">
        <a:schemeClr val="bg1"/>
      </p:bgRef>
    </p:bg>
    <p:spTree>
      <p:nvGrpSpPr>
        <p:cNvPr id="1" name=""/>
        <p:cNvGrpSpPr/>
        <p:nvPr/>
      </p:nvGrpSpPr>
      <p:grpSpPr>
        <a:xfrm>
          <a:off x="0" y="0"/>
          <a:ext cx="0" cy="0"/>
          <a:chOff x="0" y="0"/>
          <a:chExt cx="0" cy="0"/>
        </a:xfrm>
      </p:grpSpPr>
      <p:sp>
        <p:nvSpPr>
          <p:cNvPr id="7" name="Text Placeholder 2">
            <a:extLst>
              <a:ext uri="{FF2B5EF4-FFF2-40B4-BE49-F238E27FC236}">
                <a16:creationId xmlns:a16="http://schemas.microsoft.com/office/drawing/2014/main" id="{6958B17C-FE6E-4F59-A161-671D59ABF973}"/>
              </a:ext>
            </a:extLst>
          </p:cNvPr>
          <p:cNvSpPr>
            <a:spLocks noGrp="1"/>
          </p:cNvSpPr>
          <p:nvPr>
            <p:ph type="body" idx="13" hasCustomPrompt="1"/>
          </p:nvPr>
        </p:nvSpPr>
        <p:spPr>
          <a:xfrm>
            <a:off x="609600" y="1166707"/>
            <a:ext cx="10972800" cy="411740"/>
          </a:xfrm>
          <a:prstGeom prst="rect">
            <a:avLst/>
          </a:prstGeom>
        </p:spPr>
        <p:txBody>
          <a:bodyPr anchor="t">
            <a:normAutofit/>
          </a:bodyPr>
          <a:lstStyle>
            <a:lvl1pPr marL="0" marR="0" indent="0" algn="l" defTabSz="609555" rtl="0" eaLnBrk="1" fontAlgn="auto" latinLnBrk="0" hangingPunct="1">
              <a:lnSpc>
                <a:spcPct val="100000"/>
              </a:lnSpc>
              <a:spcBef>
                <a:spcPct val="20000"/>
              </a:spcBef>
              <a:spcAft>
                <a:spcPts val="0"/>
              </a:spcAft>
              <a:buClr>
                <a:schemeClr val="accent1"/>
              </a:buClr>
              <a:buSzTx/>
              <a:buFont typeface="Arial" panose="020B0604020202020204" pitchFamily="34" charset="0"/>
              <a:buNone/>
              <a:tabLst/>
              <a:defRPr sz="1467" b="0" cap="all" spc="400" baseline="0">
                <a:solidFill>
                  <a:schemeClr val="accent1"/>
                </a:solidFill>
              </a:defRPr>
            </a:lvl1pPr>
            <a:lvl2pPr marL="609555" indent="0">
              <a:buNone/>
              <a:defRPr sz="2667" b="1"/>
            </a:lvl2pPr>
            <a:lvl3pPr marL="1219110" indent="0">
              <a:buNone/>
              <a:defRPr sz="2400" b="1"/>
            </a:lvl3pPr>
            <a:lvl4pPr marL="1828664" indent="0">
              <a:buNone/>
              <a:defRPr sz="2133" b="1"/>
            </a:lvl4pPr>
            <a:lvl5pPr marL="2438218" indent="0">
              <a:buNone/>
              <a:defRPr sz="2133" b="1"/>
            </a:lvl5pPr>
            <a:lvl6pPr marL="3047772" indent="0">
              <a:buNone/>
              <a:defRPr sz="2133" b="1"/>
            </a:lvl6pPr>
            <a:lvl7pPr marL="3657327" indent="0">
              <a:buNone/>
              <a:defRPr sz="2133" b="1"/>
            </a:lvl7pPr>
            <a:lvl8pPr marL="4266880" indent="0">
              <a:buNone/>
              <a:defRPr sz="2133" b="1"/>
            </a:lvl8pPr>
            <a:lvl9pPr marL="4876435" indent="0">
              <a:buNone/>
              <a:defRPr sz="2133" b="1"/>
            </a:lvl9pPr>
          </a:lstStyle>
          <a:p>
            <a:pPr marL="0" marR="0" lvl="0" indent="0" algn="l" defTabSz="609555" rtl="0" eaLnBrk="1" fontAlgn="auto" latinLnBrk="0" hangingPunct="1">
              <a:lnSpc>
                <a:spcPct val="100000"/>
              </a:lnSpc>
              <a:spcBef>
                <a:spcPct val="20000"/>
              </a:spcBef>
              <a:spcAft>
                <a:spcPts val="0"/>
              </a:spcAft>
              <a:buClr>
                <a:schemeClr val="accent1"/>
              </a:buClr>
              <a:buSzTx/>
              <a:buFont typeface="Arial" panose="020B0604020202020204" pitchFamily="34" charset="0"/>
              <a:buNone/>
              <a:tabLst/>
              <a:defRPr/>
            </a:pPr>
            <a:r>
              <a:rPr lang="en-US"/>
              <a:t>SUBHEAD HERE. ALL CAPS. TERRA COTTA. 11 PT.</a:t>
            </a:r>
          </a:p>
        </p:txBody>
      </p:sp>
      <p:sp>
        <p:nvSpPr>
          <p:cNvPr id="3" name="Title 2">
            <a:extLst>
              <a:ext uri="{FF2B5EF4-FFF2-40B4-BE49-F238E27FC236}">
                <a16:creationId xmlns:a16="http://schemas.microsoft.com/office/drawing/2014/main" id="{7F82CE58-32D5-3345-8D45-4B2911CEFF06}"/>
              </a:ext>
            </a:extLst>
          </p:cNvPr>
          <p:cNvSpPr>
            <a:spLocks noGrp="1"/>
          </p:cNvSpPr>
          <p:nvPr>
            <p:ph type="title" hasCustomPrompt="1"/>
          </p:nvPr>
        </p:nvSpPr>
        <p:spPr/>
        <p:txBody>
          <a:bodyPr/>
          <a:lstStyle>
            <a:lvl1pPr>
              <a:defRPr spc="400" baseline="0"/>
            </a:lvl1pPr>
          </a:lstStyle>
          <a:p>
            <a:r>
              <a:rPr lang="en-US"/>
              <a:t>TITLE HERE. ALL CAPS. BLACK. 24 PT.</a:t>
            </a:r>
          </a:p>
        </p:txBody>
      </p:sp>
      <p:sp>
        <p:nvSpPr>
          <p:cNvPr id="2" name="Footer Placeholder 1">
            <a:extLst>
              <a:ext uri="{FF2B5EF4-FFF2-40B4-BE49-F238E27FC236}">
                <a16:creationId xmlns:a16="http://schemas.microsoft.com/office/drawing/2014/main" id="{2CD36293-A803-4765-A0C6-F9722EFE8E97}"/>
              </a:ext>
            </a:extLst>
          </p:cNvPr>
          <p:cNvSpPr>
            <a:spLocks noGrp="1"/>
          </p:cNvSpPr>
          <p:nvPr>
            <p:ph type="ftr" sz="quarter" idx="14"/>
          </p:nvPr>
        </p:nvSpPr>
        <p:spPr/>
        <p:txBody>
          <a:bodyPr/>
          <a:lstStyle>
            <a:lvl1pPr>
              <a:defRPr spc="0"/>
            </a:lvl1pPr>
          </a:lstStyle>
          <a:p>
            <a:r>
              <a:rPr lang="en-US"/>
              <a:t>CS Agentic Development</a:t>
            </a:r>
          </a:p>
        </p:txBody>
      </p:sp>
      <p:sp>
        <p:nvSpPr>
          <p:cNvPr id="13" name="Content Placeholder 2"/>
          <p:cNvSpPr>
            <a:spLocks noGrp="1"/>
          </p:cNvSpPr>
          <p:nvPr>
            <p:ph sz="half" idx="1" hasCustomPrompt="1"/>
          </p:nvPr>
        </p:nvSpPr>
        <p:spPr>
          <a:xfrm>
            <a:off x="609600" y="1688176"/>
            <a:ext cx="3535680" cy="4407824"/>
          </a:xfrm>
        </p:spPr>
        <p:txBody>
          <a:bodyPr>
            <a:noAutofit/>
          </a:bodyPr>
          <a:lstStyle>
            <a:lvl1pPr>
              <a:buClr>
                <a:schemeClr val="accent1"/>
              </a:buClr>
              <a:defRPr sz="2133" spc="0"/>
            </a:lvl1pPr>
            <a:lvl2pPr>
              <a:buClr>
                <a:schemeClr val="accent1"/>
              </a:buClr>
              <a:defRPr sz="1867" spc="0"/>
            </a:lvl2pPr>
            <a:lvl3pPr>
              <a:buClr>
                <a:schemeClr val="accent1"/>
              </a:buClr>
              <a:defRPr sz="1600" spc="0"/>
            </a:lvl3pPr>
            <a:lvl4pPr marL="1828664" indent="0">
              <a:buClr>
                <a:schemeClr val="bg2"/>
              </a:buClr>
              <a:buNone/>
              <a:defRPr sz="1600"/>
            </a:lvl4pPr>
            <a:lvl5pPr>
              <a:buClr>
                <a:schemeClr val="bg2"/>
              </a:buClr>
              <a:defRPr sz="1600"/>
            </a:lvl5pPr>
            <a:lvl6pPr>
              <a:defRPr sz="2400"/>
            </a:lvl6pPr>
            <a:lvl7pPr>
              <a:defRPr sz="2400"/>
            </a:lvl7pPr>
            <a:lvl8pPr>
              <a:defRPr sz="2400"/>
            </a:lvl8pPr>
            <a:lvl9pPr>
              <a:defRPr sz="2400"/>
            </a:lvl9pPr>
          </a:lstStyle>
          <a:p>
            <a:pPr lvl="0"/>
            <a:r>
              <a:rPr lang="en-US"/>
              <a:t>Click to edit Master text styles</a:t>
            </a:r>
          </a:p>
          <a:p>
            <a:pPr lvl="1"/>
            <a:r>
              <a:rPr lang="en-US"/>
              <a:t>Second level</a:t>
            </a:r>
          </a:p>
          <a:p>
            <a:pPr lvl="2"/>
            <a:r>
              <a:rPr lang="en-US"/>
              <a:t>Third level</a:t>
            </a:r>
          </a:p>
        </p:txBody>
      </p:sp>
      <p:sp>
        <p:nvSpPr>
          <p:cNvPr id="14" name="Content Placeholder 3"/>
          <p:cNvSpPr>
            <a:spLocks noGrp="1"/>
          </p:cNvSpPr>
          <p:nvPr>
            <p:ph sz="half" idx="2" hasCustomPrompt="1"/>
          </p:nvPr>
        </p:nvSpPr>
        <p:spPr>
          <a:xfrm>
            <a:off x="8046720" y="1688176"/>
            <a:ext cx="3535680" cy="4407824"/>
          </a:xfrm>
        </p:spPr>
        <p:txBody>
          <a:bodyPr>
            <a:noAutofit/>
          </a:bodyPr>
          <a:lstStyle>
            <a:lvl1pPr>
              <a:buClr>
                <a:schemeClr val="accent1"/>
              </a:buClr>
              <a:defRPr sz="2133" spc="0"/>
            </a:lvl1pPr>
            <a:lvl2pPr>
              <a:buClr>
                <a:schemeClr val="accent1"/>
              </a:buClr>
              <a:defRPr sz="1867" spc="0"/>
            </a:lvl2pPr>
            <a:lvl3pPr>
              <a:buClr>
                <a:schemeClr val="accent1"/>
              </a:buClr>
              <a:defRPr sz="1600" spc="0"/>
            </a:lvl3pPr>
            <a:lvl4pPr>
              <a:buClr>
                <a:schemeClr val="bg2"/>
              </a:buClr>
              <a:defRPr sz="1600"/>
            </a:lvl4pPr>
            <a:lvl5pPr>
              <a:buClr>
                <a:schemeClr val="bg2"/>
              </a:buClr>
              <a:defRPr sz="1600"/>
            </a:lvl5pPr>
            <a:lvl6pPr>
              <a:defRPr sz="2400"/>
            </a:lvl6pPr>
            <a:lvl7pPr>
              <a:defRPr sz="2400"/>
            </a:lvl7pPr>
            <a:lvl8pPr>
              <a:defRPr sz="2400"/>
            </a:lvl8pPr>
            <a:lvl9pPr>
              <a:defRPr sz="2400"/>
            </a:lvl9pPr>
          </a:lstStyle>
          <a:p>
            <a:pPr lvl="0"/>
            <a:r>
              <a:rPr lang="en-US"/>
              <a:t>Click to edit Master text styles</a:t>
            </a:r>
          </a:p>
          <a:p>
            <a:pPr lvl="1"/>
            <a:r>
              <a:rPr lang="en-US"/>
              <a:t>Second level</a:t>
            </a:r>
          </a:p>
          <a:p>
            <a:pPr lvl="2"/>
            <a:r>
              <a:rPr lang="en-US"/>
              <a:t>Third level</a:t>
            </a:r>
          </a:p>
        </p:txBody>
      </p:sp>
      <p:sp>
        <p:nvSpPr>
          <p:cNvPr id="15" name="Content Placeholder 3"/>
          <p:cNvSpPr>
            <a:spLocks noGrp="1"/>
          </p:cNvSpPr>
          <p:nvPr>
            <p:ph sz="half" idx="12" hasCustomPrompt="1"/>
          </p:nvPr>
        </p:nvSpPr>
        <p:spPr>
          <a:xfrm>
            <a:off x="4328160" y="1688176"/>
            <a:ext cx="3535680" cy="4407824"/>
          </a:xfrm>
        </p:spPr>
        <p:txBody>
          <a:bodyPr>
            <a:noAutofit/>
          </a:bodyPr>
          <a:lstStyle>
            <a:lvl1pPr>
              <a:buClr>
                <a:schemeClr val="accent1"/>
              </a:buClr>
              <a:defRPr sz="2133" spc="0"/>
            </a:lvl1pPr>
            <a:lvl2pPr>
              <a:buClr>
                <a:schemeClr val="accent1"/>
              </a:buClr>
              <a:defRPr sz="1867" spc="0"/>
            </a:lvl2pPr>
            <a:lvl3pPr>
              <a:buClr>
                <a:schemeClr val="accent1"/>
              </a:buClr>
              <a:defRPr sz="1600" spc="0"/>
            </a:lvl3pPr>
            <a:lvl4pPr>
              <a:buClr>
                <a:schemeClr val="bg2"/>
              </a:buClr>
              <a:defRPr sz="1600"/>
            </a:lvl4pPr>
            <a:lvl5pPr>
              <a:buClr>
                <a:schemeClr val="bg2"/>
              </a:buClr>
              <a:defRPr sz="1600"/>
            </a:lvl5pPr>
            <a:lvl6pPr>
              <a:defRPr sz="2400"/>
            </a:lvl6pPr>
            <a:lvl7pPr>
              <a:defRPr sz="2400"/>
            </a:lvl7pPr>
            <a:lvl8pPr>
              <a:defRPr sz="2400"/>
            </a:lvl8pPr>
            <a:lvl9pPr>
              <a:defRPr sz="2400"/>
            </a:lvl9pPr>
          </a:lstStyle>
          <a:p>
            <a:pPr lvl="0"/>
            <a:r>
              <a:rPr lang="en-US"/>
              <a:t>Click to edit Master text styles</a:t>
            </a:r>
          </a:p>
          <a:p>
            <a:pPr lvl="1"/>
            <a:r>
              <a:rPr lang="en-US"/>
              <a:t>Second level</a:t>
            </a:r>
          </a:p>
          <a:p>
            <a:pPr lvl="2"/>
            <a:r>
              <a:rPr lang="en-US"/>
              <a:t>Third level</a:t>
            </a:r>
          </a:p>
        </p:txBody>
      </p:sp>
      <p:sp>
        <p:nvSpPr>
          <p:cNvPr id="4" name="Slide Number Placeholder 3">
            <a:extLst>
              <a:ext uri="{FF2B5EF4-FFF2-40B4-BE49-F238E27FC236}">
                <a16:creationId xmlns:a16="http://schemas.microsoft.com/office/drawing/2014/main" id="{37C4BAAF-F2D1-459C-AC12-D3DB70C08661}"/>
              </a:ext>
            </a:extLst>
          </p:cNvPr>
          <p:cNvSpPr>
            <a:spLocks noGrp="1"/>
          </p:cNvSpPr>
          <p:nvPr>
            <p:ph type="sldNum" sz="quarter" idx="15"/>
          </p:nvPr>
        </p:nvSpPr>
        <p:spPr/>
        <p:txBody>
          <a:bodyPr/>
          <a:lstStyle>
            <a:lvl1pPr>
              <a:defRPr spc="0"/>
            </a:lvl1pPr>
          </a:lstStyle>
          <a:p>
            <a:fld id="{4644D924-5A8E-4AEE-85EF-4FA2A7E4AC52}" type="slidenum">
              <a:rPr lang="en-US" smtClean="0"/>
              <a:t>‹#›</a:t>
            </a:fld>
            <a:endParaRPr lang="en-US"/>
          </a:p>
        </p:txBody>
      </p:sp>
    </p:spTree>
    <p:extLst>
      <p:ext uri="{BB962C8B-B14F-4D97-AF65-F5344CB8AC3E}">
        <p14:creationId xmlns:p14="http://schemas.microsoft.com/office/powerpoint/2010/main" val="2617271972"/>
      </p:ext>
    </p:extLst>
  </p:cSld>
  <p:clrMapOvr>
    <a:overrideClrMapping bg1="lt1" tx1="dk1" bg2="lt2" tx2="dk2" accent1="accent1" accent2="accent2" accent3="accent3" accent4="accent4" accent5="accent5" accent6="accent6" hlink="hlink" folHlink="folHlink"/>
  </p:clrMapOvr>
  <p:transition>
    <p:wipe dir="r"/>
  </p:transition>
</p:sldLayout>
</file>

<file path=ppt/slideLayouts/slideLayout129.xml><?xml version="1.0" encoding="utf-8"?>
<p:sldLayout xmlns:a="http://schemas.openxmlformats.org/drawingml/2006/main" xmlns:r="http://schemas.openxmlformats.org/officeDocument/2006/relationships" xmlns:p="http://schemas.openxmlformats.org/presentationml/2006/main" preserve="1">
  <p:cSld name="Blank | White">
    <p:bg>
      <p:bgRef idx="1001">
        <a:schemeClr val="bg1"/>
      </p:bgRef>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6E825543-6B7F-4B41-BD8C-976212A54618}"/>
              </a:ext>
            </a:extLst>
          </p:cNvPr>
          <p:cNvSpPr>
            <a:spLocks noGrp="1"/>
          </p:cNvSpPr>
          <p:nvPr>
            <p:ph type="ftr" sz="quarter" idx="10"/>
          </p:nvPr>
        </p:nvSpPr>
        <p:spPr/>
        <p:txBody>
          <a:bodyPr/>
          <a:lstStyle>
            <a:lvl1pPr>
              <a:defRPr spc="0"/>
            </a:lvl1pPr>
          </a:lstStyle>
          <a:p>
            <a:r>
              <a:rPr lang="en-US"/>
              <a:t>CS Agentic Development</a:t>
            </a:r>
          </a:p>
        </p:txBody>
      </p:sp>
      <p:sp>
        <p:nvSpPr>
          <p:cNvPr id="3" name="Slide Number Placeholder 2">
            <a:extLst>
              <a:ext uri="{FF2B5EF4-FFF2-40B4-BE49-F238E27FC236}">
                <a16:creationId xmlns:a16="http://schemas.microsoft.com/office/drawing/2014/main" id="{6F882028-C1CE-4B82-A985-EB48E9AC23E1}"/>
              </a:ext>
            </a:extLst>
          </p:cNvPr>
          <p:cNvSpPr>
            <a:spLocks noGrp="1"/>
          </p:cNvSpPr>
          <p:nvPr>
            <p:ph type="sldNum" sz="quarter" idx="11"/>
          </p:nvPr>
        </p:nvSpPr>
        <p:spPr/>
        <p:txBody>
          <a:bodyPr/>
          <a:lstStyle>
            <a:lvl1pPr>
              <a:defRPr spc="0"/>
            </a:lvl1pPr>
          </a:lstStyle>
          <a:p>
            <a:fld id="{4644D924-5A8E-4AEE-85EF-4FA2A7E4AC52}" type="slidenum">
              <a:rPr lang="en-US" smtClean="0"/>
              <a:t>‹#›</a:t>
            </a:fld>
            <a:endParaRPr lang="en-US"/>
          </a:p>
        </p:txBody>
      </p:sp>
    </p:spTree>
    <p:extLst>
      <p:ext uri="{BB962C8B-B14F-4D97-AF65-F5344CB8AC3E}">
        <p14:creationId xmlns:p14="http://schemas.microsoft.com/office/powerpoint/2010/main" val="1619795693"/>
      </p:ext>
    </p:extLst>
  </p:cSld>
  <p:clrMapOvr>
    <a:overrideClrMapping bg1="lt1" tx1="dk1" bg2="lt2" tx2="dk2" accent1="accent1" accent2="accent2" accent3="accent3" accent4="accent4" accent5="accent5" accent6="accent6" hlink="hlink" folHlink="folHlink"/>
  </p:clrMapOvr>
  <p:transition>
    <p:wipe dir="r"/>
  </p:transition>
</p:sldLayout>
</file>

<file path=ppt/slideLayouts/slideLayout130.xml><?xml version="1.0" encoding="utf-8"?>
<p:sldLayout xmlns:a="http://schemas.openxmlformats.org/drawingml/2006/main" xmlns:r="http://schemas.openxmlformats.org/officeDocument/2006/relationships" xmlns:p="http://schemas.openxmlformats.org/presentationml/2006/main" showMasterSp="0" preserve="1">
  <p:cSld name="Blank | White | No Logo">
    <p:bg>
      <p:bgRef idx="1001">
        <a:schemeClr val="bg1"/>
      </p:bgRef>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384572E7-7425-4C17-972B-9287FED039B8}"/>
              </a:ext>
            </a:extLst>
          </p:cNvPr>
          <p:cNvSpPr>
            <a:spLocks noGrp="1"/>
          </p:cNvSpPr>
          <p:nvPr>
            <p:ph type="ftr" sz="quarter" idx="10"/>
          </p:nvPr>
        </p:nvSpPr>
        <p:spPr/>
        <p:txBody>
          <a:bodyPr/>
          <a:lstStyle>
            <a:lvl1pPr>
              <a:defRPr spc="0"/>
            </a:lvl1pPr>
          </a:lstStyle>
          <a:p>
            <a:r>
              <a:rPr lang="en-US"/>
              <a:t>CS Agentic Development</a:t>
            </a:r>
          </a:p>
        </p:txBody>
      </p:sp>
      <p:sp>
        <p:nvSpPr>
          <p:cNvPr id="5" name="Slide Number Placeholder 4">
            <a:extLst>
              <a:ext uri="{FF2B5EF4-FFF2-40B4-BE49-F238E27FC236}">
                <a16:creationId xmlns:a16="http://schemas.microsoft.com/office/drawing/2014/main" id="{65DB0995-EA19-4990-AF4B-4097FA44D966}"/>
              </a:ext>
            </a:extLst>
          </p:cNvPr>
          <p:cNvSpPr>
            <a:spLocks noGrp="1"/>
          </p:cNvSpPr>
          <p:nvPr>
            <p:ph type="sldNum" sz="quarter" idx="11"/>
          </p:nvPr>
        </p:nvSpPr>
        <p:spPr/>
        <p:txBody>
          <a:bodyPr/>
          <a:lstStyle>
            <a:lvl1pPr>
              <a:defRPr spc="0"/>
            </a:lvl1pPr>
          </a:lstStyle>
          <a:p>
            <a:fld id="{4644D924-5A8E-4AEE-85EF-4FA2A7E4AC52}" type="slidenum">
              <a:rPr lang="en-US" smtClean="0"/>
              <a:t>‹#›</a:t>
            </a:fld>
            <a:endParaRPr lang="en-US"/>
          </a:p>
        </p:txBody>
      </p:sp>
      <p:sp>
        <p:nvSpPr>
          <p:cNvPr id="6" name="Footer Placeholder 3">
            <a:extLst>
              <a:ext uri="{FF2B5EF4-FFF2-40B4-BE49-F238E27FC236}">
                <a16:creationId xmlns:a16="http://schemas.microsoft.com/office/drawing/2014/main" id="{0787D3AD-A96D-41C2-BC61-0733E7B9DF8F}"/>
              </a:ext>
            </a:extLst>
          </p:cNvPr>
          <p:cNvSpPr txBox="1">
            <a:spLocks/>
          </p:cNvSpPr>
          <p:nvPr/>
        </p:nvSpPr>
        <p:spPr>
          <a:xfrm>
            <a:off x="5296102" y="6279969"/>
            <a:ext cx="5997303" cy="183091"/>
          </a:xfrm>
          <a:prstGeom prst="rect">
            <a:avLst/>
          </a:prstGeom>
        </p:spPr>
        <p:txBody>
          <a:bodyPr vert="horz" lIns="0" tIns="0" rIns="0" bIns="0" rtlCol="0" anchor="ctr"/>
          <a:lstStyle>
            <a:defPPr>
              <a:defRPr lang="en-US"/>
            </a:defPPr>
            <a:lvl1pPr marL="0" algn="r" defTabSz="457200" rtl="0" eaLnBrk="1" latinLnBrk="0" hangingPunct="1">
              <a:defRPr sz="600" b="0" kern="800" spc="40" baseline="0">
                <a:solidFill>
                  <a:schemeClr val="tx2"/>
                </a:solidFill>
                <a:latin typeface="+mj-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800" spc="0" baseline="0">
                <a:solidFill>
                  <a:schemeClr val="tx1"/>
                </a:solidFill>
                <a:cs typeface="DIN-Light"/>
              </a:rPr>
              <a:t>© 2020 </a:t>
            </a:r>
            <a:r>
              <a:rPr lang="en-US" sz="800" spc="0" baseline="0">
                <a:solidFill>
                  <a:schemeClr val="tx1"/>
                </a:solidFill>
              </a:rPr>
              <a:t>Collins Aerospace</a:t>
            </a:r>
            <a:endParaRPr lang="en-US" sz="800" spc="0" baseline="0">
              <a:solidFill>
                <a:schemeClr val="accent1"/>
              </a:solidFill>
              <a:cs typeface="DIN-Light"/>
              <a:sym typeface="Verdana"/>
            </a:endParaRPr>
          </a:p>
        </p:txBody>
      </p:sp>
    </p:spTree>
    <p:extLst>
      <p:ext uri="{BB962C8B-B14F-4D97-AF65-F5344CB8AC3E}">
        <p14:creationId xmlns:p14="http://schemas.microsoft.com/office/powerpoint/2010/main" val="641429700"/>
      </p:ext>
    </p:extLst>
  </p:cSld>
  <p:clrMapOvr>
    <a:overrideClrMapping bg1="lt1" tx1="dk1" bg2="lt2" tx2="dk2" accent1="accent1" accent2="accent2" accent3="accent3" accent4="accent4" accent5="accent5" accent6="accent6" hlink="hlink" folHlink="folHlink"/>
  </p:clrMapOvr>
  <p:transition>
    <p:wipe dir="r"/>
  </p:transition>
</p:sldLayout>
</file>

<file path=ppt/slideLayouts/slideLayout131.xml><?xml version="1.0" encoding="utf-8"?>
<p:sldLayout xmlns:a="http://schemas.openxmlformats.org/drawingml/2006/main" xmlns:r="http://schemas.openxmlformats.org/officeDocument/2006/relationships" xmlns:p="http://schemas.openxmlformats.org/presentationml/2006/main" preserve="1">
  <p:cSld name="Content | Headline + Sub + Body | Black">
    <p:spTree>
      <p:nvGrpSpPr>
        <p:cNvPr id="1" name=""/>
        <p:cNvGrpSpPr/>
        <p:nvPr/>
      </p:nvGrpSpPr>
      <p:grpSpPr>
        <a:xfrm>
          <a:off x="0" y="0"/>
          <a:ext cx="0" cy="0"/>
          <a:chOff x="0" y="0"/>
          <a:chExt cx="0" cy="0"/>
        </a:xfrm>
      </p:grpSpPr>
      <p:sp>
        <p:nvSpPr>
          <p:cNvPr id="6" name="Content Placeholder 3">
            <a:extLst>
              <a:ext uri="{FF2B5EF4-FFF2-40B4-BE49-F238E27FC236}">
                <a16:creationId xmlns:a16="http://schemas.microsoft.com/office/drawing/2014/main" id="{D61B13AE-08FF-4182-B13B-7EB8F4FA0536}"/>
              </a:ext>
            </a:extLst>
          </p:cNvPr>
          <p:cNvSpPr>
            <a:spLocks noGrp="1"/>
          </p:cNvSpPr>
          <p:nvPr>
            <p:ph sz="half" idx="2" hasCustomPrompt="1"/>
          </p:nvPr>
        </p:nvSpPr>
        <p:spPr>
          <a:xfrm>
            <a:off x="609600" y="1895352"/>
            <a:ext cx="10972800" cy="4188904"/>
          </a:xfrm>
        </p:spPr>
        <p:txBody>
          <a:bodyPr>
            <a:noAutofit/>
          </a:bodyPr>
          <a:lstStyle>
            <a:lvl1pPr marL="311143" indent="-300559">
              <a:buClr>
                <a:schemeClr val="accent1"/>
              </a:buClr>
              <a:buFont typeface="Arial" panose="020B0604020202020204" pitchFamily="34" charset="0"/>
              <a:buChar char="•"/>
              <a:tabLst/>
              <a:defRPr sz="2133" spc="0">
                <a:solidFill>
                  <a:schemeClr val="tx1"/>
                </a:solidFill>
              </a:defRPr>
            </a:lvl1pPr>
            <a:lvl2pPr marL="914377" indent="-300559">
              <a:buClr>
                <a:schemeClr val="accent1"/>
              </a:buClr>
              <a:buFont typeface="Arial" panose="020B0604020202020204" pitchFamily="34" charset="0"/>
              <a:buChar char="•"/>
              <a:tabLst/>
              <a:defRPr sz="1867" spc="0">
                <a:solidFill>
                  <a:schemeClr val="tx1"/>
                </a:solidFill>
              </a:defRPr>
            </a:lvl2pPr>
            <a:lvl3pPr marL="1523887" indent="-304776">
              <a:buClr>
                <a:schemeClr val="accent1"/>
              </a:buClr>
              <a:buFont typeface="Arial" panose="020B0604020202020204" pitchFamily="34" charset="0"/>
              <a:buChar char="•"/>
              <a:defRPr sz="1600" spc="0">
                <a:solidFill>
                  <a:schemeClr val="tx1"/>
                </a:solidFill>
              </a:defRPr>
            </a:lvl3pPr>
            <a:lvl4pPr>
              <a:defRPr sz="1600">
                <a:solidFill>
                  <a:srgbClr val="FFFFFF"/>
                </a:solidFill>
              </a:defRPr>
            </a:lvl4pPr>
            <a:lvl5pPr>
              <a:defRPr sz="1600">
                <a:solidFill>
                  <a:srgbClr val="FFFFFF"/>
                </a:solidFill>
              </a:defRPr>
            </a:lvl5pPr>
            <a:lvl6pPr>
              <a:defRPr sz="2133"/>
            </a:lvl6pPr>
            <a:lvl7pPr>
              <a:defRPr sz="2133"/>
            </a:lvl7pPr>
            <a:lvl8pPr>
              <a:defRPr sz="2133"/>
            </a:lvl8pPr>
            <a:lvl9pPr>
              <a:defRPr sz="2133"/>
            </a:lvl9pPr>
          </a:lstStyle>
          <a:p>
            <a:pPr lvl="0"/>
            <a:r>
              <a:rPr lang="en-US"/>
              <a:t>Click to edit master text styles</a:t>
            </a:r>
          </a:p>
          <a:p>
            <a:pPr lvl="1"/>
            <a:r>
              <a:rPr lang="en-US"/>
              <a:t>Second level</a:t>
            </a:r>
          </a:p>
          <a:p>
            <a:pPr lvl="2"/>
            <a:r>
              <a:rPr lang="en-US"/>
              <a:t>Third level</a:t>
            </a:r>
          </a:p>
        </p:txBody>
      </p:sp>
      <p:sp>
        <p:nvSpPr>
          <p:cNvPr id="7" name="Text Placeholder 2">
            <a:extLst>
              <a:ext uri="{FF2B5EF4-FFF2-40B4-BE49-F238E27FC236}">
                <a16:creationId xmlns:a16="http://schemas.microsoft.com/office/drawing/2014/main" id="{6F01E6AB-8035-CC44-8226-FB6BA86CD6B6}"/>
              </a:ext>
            </a:extLst>
          </p:cNvPr>
          <p:cNvSpPr>
            <a:spLocks noGrp="1"/>
          </p:cNvSpPr>
          <p:nvPr>
            <p:ph type="body" idx="1" hasCustomPrompt="1"/>
          </p:nvPr>
        </p:nvSpPr>
        <p:spPr>
          <a:xfrm>
            <a:off x="609600" y="1166707"/>
            <a:ext cx="10972800" cy="411740"/>
          </a:xfrm>
        </p:spPr>
        <p:txBody>
          <a:bodyPr anchor="t">
            <a:normAutofit/>
          </a:bodyPr>
          <a:lstStyle>
            <a:lvl1pPr marL="0" indent="0">
              <a:buNone/>
              <a:defRPr sz="1467" b="0" cap="all" spc="400" baseline="0">
                <a:solidFill>
                  <a:schemeClr val="accent1"/>
                </a:solidFill>
              </a:defRPr>
            </a:lvl1pPr>
            <a:lvl2pPr marL="609555" indent="0">
              <a:buNone/>
              <a:defRPr sz="2667" b="1"/>
            </a:lvl2pPr>
            <a:lvl3pPr marL="1219110" indent="0">
              <a:buNone/>
              <a:defRPr sz="2400" b="1"/>
            </a:lvl3pPr>
            <a:lvl4pPr marL="1828664" indent="0">
              <a:buNone/>
              <a:defRPr sz="2133" b="1"/>
            </a:lvl4pPr>
            <a:lvl5pPr marL="2438218" indent="0">
              <a:buNone/>
              <a:defRPr sz="2133" b="1"/>
            </a:lvl5pPr>
            <a:lvl6pPr marL="3047772" indent="0">
              <a:buNone/>
              <a:defRPr sz="2133" b="1"/>
            </a:lvl6pPr>
            <a:lvl7pPr marL="3657327" indent="0">
              <a:buNone/>
              <a:defRPr sz="2133" b="1"/>
            </a:lvl7pPr>
            <a:lvl8pPr marL="4266880" indent="0">
              <a:buNone/>
              <a:defRPr sz="2133" b="1"/>
            </a:lvl8pPr>
            <a:lvl9pPr marL="4876435" indent="0">
              <a:buNone/>
              <a:defRPr sz="2133" b="1"/>
            </a:lvl9pPr>
          </a:lstStyle>
          <a:p>
            <a:pPr lvl="0"/>
            <a:r>
              <a:rPr lang="en-US"/>
              <a:t>SUBTITLE | ALL CAPS | TERRA COTTA | 11 PT</a:t>
            </a:r>
          </a:p>
        </p:txBody>
      </p:sp>
      <p:sp>
        <p:nvSpPr>
          <p:cNvPr id="5" name="Title 4">
            <a:extLst>
              <a:ext uri="{FF2B5EF4-FFF2-40B4-BE49-F238E27FC236}">
                <a16:creationId xmlns:a16="http://schemas.microsoft.com/office/drawing/2014/main" id="{BAFBE7D4-FDCA-0F4E-B63D-291E8DDF9D8B}"/>
              </a:ext>
            </a:extLst>
          </p:cNvPr>
          <p:cNvSpPr>
            <a:spLocks noGrp="1"/>
          </p:cNvSpPr>
          <p:nvPr>
            <p:ph type="title" hasCustomPrompt="1"/>
          </p:nvPr>
        </p:nvSpPr>
        <p:spPr/>
        <p:txBody>
          <a:bodyPr/>
          <a:lstStyle>
            <a:lvl1pPr>
              <a:defRPr spc="400" baseline="0"/>
            </a:lvl1pPr>
          </a:lstStyle>
          <a:p>
            <a:r>
              <a:rPr lang="en-US"/>
              <a:t>TITLE HERE. ALL CAPS. WHITE. 24 PT.</a:t>
            </a:r>
          </a:p>
        </p:txBody>
      </p:sp>
      <p:sp>
        <p:nvSpPr>
          <p:cNvPr id="3" name="Slide Number Placeholder 2">
            <a:extLst>
              <a:ext uri="{FF2B5EF4-FFF2-40B4-BE49-F238E27FC236}">
                <a16:creationId xmlns:a16="http://schemas.microsoft.com/office/drawing/2014/main" id="{75D98B8D-DCA3-4BD6-A11A-ED3B7B2C6A53}"/>
              </a:ext>
            </a:extLst>
          </p:cNvPr>
          <p:cNvSpPr>
            <a:spLocks noGrp="1"/>
          </p:cNvSpPr>
          <p:nvPr>
            <p:ph type="sldNum" sz="quarter" idx="11"/>
          </p:nvPr>
        </p:nvSpPr>
        <p:spPr/>
        <p:txBody>
          <a:bodyPr/>
          <a:lstStyle>
            <a:lvl1pPr>
              <a:defRPr spc="0"/>
            </a:lvl1pPr>
          </a:lstStyle>
          <a:p>
            <a:fld id="{4644D924-5A8E-4AEE-85EF-4FA2A7E4AC52}" type="slidenum">
              <a:rPr lang="en-US" smtClean="0"/>
              <a:t>‹#›</a:t>
            </a:fld>
            <a:endParaRPr lang="en-US"/>
          </a:p>
        </p:txBody>
      </p:sp>
      <p:sp>
        <p:nvSpPr>
          <p:cNvPr id="4" name="Footer Placeholder 3">
            <a:extLst>
              <a:ext uri="{FF2B5EF4-FFF2-40B4-BE49-F238E27FC236}">
                <a16:creationId xmlns:a16="http://schemas.microsoft.com/office/drawing/2014/main" id="{D2294BEA-A368-4593-9A57-A3D0128BB483}"/>
              </a:ext>
            </a:extLst>
          </p:cNvPr>
          <p:cNvSpPr>
            <a:spLocks noGrp="1"/>
          </p:cNvSpPr>
          <p:nvPr>
            <p:ph type="ftr" sz="quarter" idx="12"/>
          </p:nvPr>
        </p:nvSpPr>
        <p:spPr/>
        <p:txBody>
          <a:bodyPr/>
          <a:lstStyle/>
          <a:p>
            <a:r>
              <a:rPr lang="en-US"/>
              <a:t>CS Agentic Development</a:t>
            </a:r>
          </a:p>
        </p:txBody>
      </p:sp>
    </p:spTree>
    <p:extLst>
      <p:ext uri="{BB962C8B-B14F-4D97-AF65-F5344CB8AC3E}">
        <p14:creationId xmlns:p14="http://schemas.microsoft.com/office/powerpoint/2010/main" val="3105545362"/>
      </p:ext>
    </p:extLst>
  </p:cSld>
  <p:clrMapOvr>
    <a:masterClrMapping/>
  </p:clrMapOvr>
  <p:transition>
    <p:wipe dir="r"/>
  </p:transition>
</p:sldLayout>
</file>

<file path=ppt/slideLayouts/slideLayout132.xml><?xml version="1.0" encoding="utf-8"?>
<p:sldLayout xmlns:a="http://schemas.openxmlformats.org/drawingml/2006/main" xmlns:r="http://schemas.openxmlformats.org/officeDocument/2006/relationships" xmlns:p="http://schemas.openxmlformats.org/presentationml/2006/main" preserve="1">
  <p:cSld name="Content | Headline + Body | Black">
    <p:spTree>
      <p:nvGrpSpPr>
        <p:cNvPr id="1" name=""/>
        <p:cNvGrpSpPr/>
        <p:nvPr/>
      </p:nvGrpSpPr>
      <p:grpSpPr>
        <a:xfrm>
          <a:off x="0" y="0"/>
          <a:ext cx="0" cy="0"/>
          <a:chOff x="0" y="0"/>
          <a:chExt cx="0" cy="0"/>
        </a:xfrm>
      </p:grpSpPr>
      <p:sp>
        <p:nvSpPr>
          <p:cNvPr id="10" name="Content Placeholder 3">
            <a:extLst>
              <a:ext uri="{FF2B5EF4-FFF2-40B4-BE49-F238E27FC236}">
                <a16:creationId xmlns:a16="http://schemas.microsoft.com/office/drawing/2014/main" id="{BECF2EFB-1FFD-0640-A59A-CE7F22635474}"/>
              </a:ext>
            </a:extLst>
          </p:cNvPr>
          <p:cNvSpPr>
            <a:spLocks noGrp="1"/>
          </p:cNvSpPr>
          <p:nvPr>
            <p:ph sz="half" idx="2" hasCustomPrompt="1"/>
          </p:nvPr>
        </p:nvSpPr>
        <p:spPr>
          <a:xfrm>
            <a:off x="609600" y="1401379"/>
            <a:ext cx="10972800" cy="4664517"/>
          </a:xfrm>
        </p:spPr>
        <p:txBody>
          <a:bodyPr>
            <a:noAutofit/>
          </a:bodyPr>
          <a:lstStyle>
            <a:lvl1pPr marL="311143" indent="-311143">
              <a:buClr>
                <a:schemeClr val="accent1"/>
              </a:buClr>
              <a:buFont typeface="Arial" panose="020B0604020202020204" pitchFamily="34" charset="0"/>
              <a:buChar char="•"/>
              <a:tabLst/>
              <a:defRPr sz="2133" spc="0">
                <a:solidFill>
                  <a:schemeClr val="tx1"/>
                </a:solidFill>
              </a:defRPr>
            </a:lvl1pPr>
            <a:lvl2pPr marL="914377" indent="-300559">
              <a:buClr>
                <a:schemeClr val="accent1"/>
              </a:buClr>
              <a:buFont typeface="Arial" panose="020B0604020202020204" pitchFamily="34" charset="0"/>
              <a:buChar char="•"/>
              <a:tabLst/>
              <a:defRPr sz="1867" spc="0">
                <a:solidFill>
                  <a:schemeClr val="tx1"/>
                </a:solidFill>
              </a:defRPr>
            </a:lvl2pPr>
            <a:lvl3pPr marL="1523887" indent="-304776">
              <a:buClr>
                <a:schemeClr val="accent1"/>
              </a:buClr>
              <a:buFont typeface="Arial" panose="020B0604020202020204" pitchFamily="34" charset="0"/>
              <a:buChar char="•"/>
              <a:defRPr sz="1600" spc="0">
                <a:solidFill>
                  <a:schemeClr val="tx1"/>
                </a:solidFill>
              </a:defRPr>
            </a:lvl3pPr>
            <a:lvl4pPr>
              <a:defRPr sz="1600">
                <a:solidFill>
                  <a:srgbClr val="FFFFFF"/>
                </a:solidFill>
              </a:defRPr>
            </a:lvl4pPr>
            <a:lvl5pPr>
              <a:defRPr sz="1600">
                <a:solidFill>
                  <a:srgbClr val="FFFFFF"/>
                </a:solidFill>
              </a:defRPr>
            </a:lvl5pPr>
            <a:lvl6pPr>
              <a:defRPr sz="2133"/>
            </a:lvl6pPr>
            <a:lvl7pPr>
              <a:defRPr sz="2133"/>
            </a:lvl7pPr>
            <a:lvl8pPr>
              <a:defRPr sz="2133"/>
            </a:lvl8pPr>
            <a:lvl9pPr>
              <a:defRPr sz="2133"/>
            </a:lvl9pPr>
          </a:lstStyle>
          <a:p>
            <a:pPr lvl="0"/>
            <a:r>
              <a:rPr lang="en-US"/>
              <a:t>Click to edit master text styles</a:t>
            </a:r>
          </a:p>
          <a:p>
            <a:pPr lvl="1"/>
            <a:r>
              <a:rPr lang="en-US"/>
              <a:t>Second level</a:t>
            </a:r>
          </a:p>
          <a:p>
            <a:pPr lvl="2"/>
            <a:r>
              <a:rPr lang="en-US"/>
              <a:t>Third level</a:t>
            </a:r>
          </a:p>
        </p:txBody>
      </p:sp>
      <p:sp>
        <p:nvSpPr>
          <p:cNvPr id="5" name="Title 4">
            <a:extLst>
              <a:ext uri="{FF2B5EF4-FFF2-40B4-BE49-F238E27FC236}">
                <a16:creationId xmlns:a16="http://schemas.microsoft.com/office/drawing/2014/main" id="{A539C789-234B-0041-B311-916160AEFC21}"/>
              </a:ext>
            </a:extLst>
          </p:cNvPr>
          <p:cNvSpPr>
            <a:spLocks noGrp="1"/>
          </p:cNvSpPr>
          <p:nvPr>
            <p:ph type="title" hasCustomPrompt="1"/>
          </p:nvPr>
        </p:nvSpPr>
        <p:spPr/>
        <p:txBody>
          <a:bodyPr/>
          <a:lstStyle>
            <a:lvl1pPr>
              <a:defRPr spc="400" baseline="0"/>
            </a:lvl1pPr>
          </a:lstStyle>
          <a:p>
            <a:r>
              <a:rPr lang="en-US"/>
              <a:t>TITLE HERE. ALL CAPS. WHITE. 24 PT.</a:t>
            </a:r>
          </a:p>
        </p:txBody>
      </p:sp>
      <p:sp>
        <p:nvSpPr>
          <p:cNvPr id="2" name="Footer Placeholder 1">
            <a:extLst>
              <a:ext uri="{FF2B5EF4-FFF2-40B4-BE49-F238E27FC236}">
                <a16:creationId xmlns:a16="http://schemas.microsoft.com/office/drawing/2014/main" id="{349B8D00-5DA5-4638-B20A-F06736E623DE}"/>
              </a:ext>
            </a:extLst>
          </p:cNvPr>
          <p:cNvSpPr>
            <a:spLocks noGrp="1"/>
          </p:cNvSpPr>
          <p:nvPr>
            <p:ph type="ftr" sz="quarter" idx="10"/>
          </p:nvPr>
        </p:nvSpPr>
        <p:spPr/>
        <p:txBody>
          <a:bodyPr/>
          <a:lstStyle>
            <a:lvl1pPr>
              <a:defRPr spc="0"/>
            </a:lvl1pPr>
          </a:lstStyle>
          <a:p>
            <a:r>
              <a:rPr lang="en-US"/>
              <a:t>CS Agentic Development</a:t>
            </a:r>
          </a:p>
        </p:txBody>
      </p:sp>
      <p:sp>
        <p:nvSpPr>
          <p:cNvPr id="3" name="Slide Number Placeholder 2">
            <a:extLst>
              <a:ext uri="{FF2B5EF4-FFF2-40B4-BE49-F238E27FC236}">
                <a16:creationId xmlns:a16="http://schemas.microsoft.com/office/drawing/2014/main" id="{14805BD7-0FC8-4CFC-8B71-3CC33B9FBFE6}"/>
              </a:ext>
            </a:extLst>
          </p:cNvPr>
          <p:cNvSpPr>
            <a:spLocks noGrp="1"/>
          </p:cNvSpPr>
          <p:nvPr>
            <p:ph type="sldNum" sz="quarter" idx="11"/>
          </p:nvPr>
        </p:nvSpPr>
        <p:spPr/>
        <p:txBody>
          <a:bodyPr/>
          <a:lstStyle>
            <a:lvl1pPr>
              <a:defRPr spc="0"/>
            </a:lvl1pPr>
          </a:lstStyle>
          <a:p>
            <a:fld id="{4644D924-5A8E-4AEE-85EF-4FA2A7E4AC52}" type="slidenum">
              <a:rPr lang="en-US" smtClean="0"/>
              <a:t>‹#›</a:t>
            </a:fld>
            <a:endParaRPr lang="en-US"/>
          </a:p>
        </p:txBody>
      </p:sp>
    </p:spTree>
    <p:extLst>
      <p:ext uri="{BB962C8B-B14F-4D97-AF65-F5344CB8AC3E}">
        <p14:creationId xmlns:p14="http://schemas.microsoft.com/office/powerpoint/2010/main" val="3585053072"/>
      </p:ext>
    </p:extLst>
  </p:cSld>
  <p:clrMapOvr>
    <a:masterClrMapping/>
  </p:clrMapOvr>
  <p:transition>
    <p:wipe dir="r"/>
  </p:transition>
</p:sldLayout>
</file>

<file path=ppt/slideLayouts/slideLayout133.xml><?xml version="1.0" encoding="utf-8"?>
<p:sldLayout xmlns:a="http://schemas.openxmlformats.org/drawingml/2006/main" xmlns:r="http://schemas.openxmlformats.org/officeDocument/2006/relationships" xmlns:p="http://schemas.openxmlformats.org/presentationml/2006/main" preserve="1">
  <p:cSld name="Content | Headline + Sub | Black">
    <p:spTree>
      <p:nvGrpSpPr>
        <p:cNvPr id="1" name=""/>
        <p:cNvGrpSpPr/>
        <p:nvPr/>
      </p:nvGrpSpPr>
      <p:grpSpPr>
        <a:xfrm>
          <a:off x="0" y="0"/>
          <a:ext cx="0" cy="0"/>
          <a:chOff x="0" y="0"/>
          <a:chExt cx="0" cy="0"/>
        </a:xfrm>
      </p:grpSpPr>
      <p:sp>
        <p:nvSpPr>
          <p:cNvPr id="5" name="Text Placeholder 2">
            <a:extLst>
              <a:ext uri="{FF2B5EF4-FFF2-40B4-BE49-F238E27FC236}">
                <a16:creationId xmlns:a16="http://schemas.microsoft.com/office/drawing/2014/main" id="{CA13725E-EEC9-A541-A129-451A9DC79538}"/>
              </a:ext>
            </a:extLst>
          </p:cNvPr>
          <p:cNvSpPr>
            <a:spLocks noGrp="1"/>
          </p:cNvSpPr>
          <p:nvPr>
            <p:ph type="body" idx="1" hasCustomPrompt="1"/>
          </p:nvPr>
        </p:nvSpPr>
        <p:spPr>
          <a:xfrm>
            <a:off x="609600" y="1166707"/>
            <a:ext cx="10972800" cy="411740"/>
          </a:xfrm>
        </p:spPr>
        <p:txBody>
          <a:bodyPr anchor="t">
            <a:normAutofit/>
          </a:bodyPr>
          <a:lstStyle>
            <a:lvl1pPr marL="0" indent="0">
              <a:buNone/>
              <a:defRPr sz="1467" b="0" cap="all" spc="400" baseline="0">
                <a:solidFill>
                  <a:schemeClr val="accent1"/>
                </a:solidFill>
              </a:defRPr>
            </a:lvl1pPr>
            <a:lvl2pPr marL="609555" indent="0">
              <a:buNone/>
              <a:defRPr sz="2667" b="1"/>
            </a:lvl2pPr>
            <a:lvl3pPr marL="1219110" indent="0">
              <a:buNone/>
              <a:defRPr sz="2400" b="1"/>
            </a:lvl3pPr>
            <a:lvl4pPr marL="1828664" indent="0">
              <a:buNone/>
              <a:defRPr sz="2133" b="1"/>
            </a:lvl4pPr>
            <a:lvl5pPr marL="2438218" indent="0">
              <a:buNone/>
              <a:defRPr sz="2133" b="1"/>
            </a:lvl5pPr>
            <a:lvl6pPr marL="3047772" indent="0">
              <a:buNone/>
              <a:defRPr sz="2133" b="1"/>
            </a:lvl6pPr>
            <a:lvl7pPr marL="3657327" indent="0">
              <a:buNone/>
              <a:defRPr sz="2133" b="1"/>
            </a:lvl7pPr>
            <a:lvl8pPr marL="4266880" indent="0">
              <a:buNone/>
              <a:defRPr sz="2133" b="1"/>
            </a:lvl8pPr>
            <a:lvl9pPr marL="4876435" indent="0">
              <a:buNone/>
              <a:defRPr sz="2133" b="1"/>
            </a:lvl9pPr>
          </a:lstStyle>
          <a:p>
            <a:pPr lvl="0"/>
            <a:r>
              <a:rPr lang="en-US"/>
              <a:t>SUBTITLE | ALL CAPS | TERRA COTTA | 11 PT</a:t>
            </a:r>
          </a:p>
        </p:txBody>
      </p:sp>
      <p:sp>
        <p:nvSpPr>
          <p:cNvPr id="4" name="Title 3">
            <a:extLst>
              <a:ext uri="{FF2B5EF4-FFF2-40B4-BE49-F238E27FC236}">
                <a16:creationId xmlns:a16="http://schemas.microsoft.com/office/drawing/2014/main" id="{EE33CA67-2743-BE45-A4E6-B088ACBBAB8E}"/>
              </a:ext>
            </a:extLst>
          </p:cNvPr>
          <p:cNvSpPr>
            <a:spLocks noGrp="1"/>
          </p:cNvSpPr>
          <p:nvPr>
            <p:ph type="title" hasCustomPrompt="1"/>
          </p:nvPr>
        </p:nvSpPr>
        <p:spPr/>
        <p:txBody>
          <a:bodyPr/>
          <a:lstStyle>
            <a:lvl1pPr>
              <a:defRPr spc="400" baseline="0"/>
            </a:lvl1pPr>
          </a:lstStyle>
          <a:p>
            <a:r>
              <a:rPr lang="en-US"/>
              <a:t>TITLE HERE. ALL CAPS. WHITE. 24 PT.</a:t>
            </a:r>
          </a:p>
        </p:txBody>
      </p:sp>
      <p:sp>
        <p:nvSpPr>
          <p:cNvPr id="2" name="Footer Placeholder 1">
            <a:extLst>
              <a:ext uri="{FF2B5EF4-FFF2-40B4-BE49-F238E27FC236}">
                <a16:creationId xmlns:a16="http://schemas.microsoft.com/office/drawing/2014/main" id="{8DD23D9B-E365-4390-B4C2-73EC374CAB60}"/>
              </a:ext>
            </a:extLst>
          </p:cNvPr>
          <p:cNvSpPr>
            <a:spLocks noGrp="1"/>
          </p:cNvSpPr>
          <p:nvPr>
            <p:ph type="ftr" sz="quarter" idx="10"/>
          </p:nvPr>
        </p:nvSpPr>
        <p:spPr/>
        <p:txBody>
          <a:bodyPr/>
          <a:lstStyle>
            <a:lvl1pPr>
              <a:defRPr spc="0"/>
            </a:lvl1pPr>
          </a:lstStyle>
          <a:p>
            <a:r>
              <a:rPr lang="en-US"/>
              <a:t>CS Agentic Development</a:t>
            </a:r>
          </a:p>
        </p:txBody>
      </p:sp>
      <p:sp>
        <p:nvSpPr>
          <p:cNvPr id="3" name="Slide Number Placeholder 2">
            <a:extLst>
              <a:ext uri="{FF2B5EF4-FFF2-40B4-BE49-F238E27FC236}">
                <a16:creationId xmlns:a16="http://schemas.microsoft.com/office/drawing/2014/main" id="{E04FBCDF-CD63-4BEF-BE6A-CD05B51514E3}"/>
              </a:ext>
            </a:extLst>
          </p:cNvPr>
          <p:cNvSpPr>
            <a:spLocks noGrp="1"/>
          </p:cNvSpPr>
          <p:nvPr>
            <p:ph type="sldNum" sz="quarter" idx="11"/>
          </p:nvPr>
        </p:nvSpPr>
        <p:spPr/>
        <p:txBody>
          <a:bodyPr/>
          <a:lstStyle>
            <a:lvl1pPr>
              <a:defRPr spc="0"/>
            </a:lvl1pPr>
          </a:lstStyle>
          <a:p>
            <a:fld id="{4644D924-5A8E-4AEE-85EF-4FA2A7E4AC52}" type="slidenum">
              <a:rPr lang="en-US" smtClean="0"/>
              <a:t>‹#›</a:t>
            </a:fld>
            <a:endParaRPr lang="en-US"/>
          </a:p>
        </p:txBody>
      </p:sp>
    </p:spTree>
    <p:extLst>
      <p:ext uri="{BB962C8B-B14F-4D97-AF65-F5344CB8AC3E}">
        <p14:creationId xmlns:p14="http://schemas.microsoft.com/office/powerpoint/2010/main" val="4188161318"/>
      </p:ext>
    </p:extLst>
  </p:cSld>
  <p:clrMapOvr>
    <a:masterClrMapping/>
  </p:clrMapOvr>
  <p:transition>
    <p:wipe dir="r"/>
  </p:transition>
</p:sldLayout>
</file>

<file path=ppt/slideLayouts/slideLayout134.xml><?xml version="1.0" encoding="utf-8"?>
<p:sldLayout xmlns:a="http://schemas.openxmlformats.org/drawingml/2006/main" xmlns:r="http://schemas.openxmlformats.org/officeDocument/2006/relationships" xmlns:p="http://schemas.openxmlformats.org/presentationml/2006/main" preserve="1">
  <p:cSld name="Content | Headline | Black">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7D42A82-65F5-9643-8C5E-E126C1F2FFB1}"/>
              </a:ext>
            </a:extLst>
          </p:cNvPr>
          <p:cNvSpPr>
            <a:spLocks noGrp="1"/>
          </p:cNvSpPr>
          <p:nvPr>
            <p:ph type="title" hasCustomPrompt="1"/>
          </p:nvPr>
        </p:nvSpPr>
        <p:spPr/>
        <p:txBody>
          <a:bodyPr/>
          <a:lstStyle>
            <a:lvl1pPr>
              <a:defRPr spc="400" baseline="0"/>
            </a:lvl1pPr>
          </a:lstStyle>
          <a:p>
            <a:r>
              <a:rPr lang="en-US"/>
              <a:t>TITLE HERE. ALL CAPS. WHITE. 24 PT.</a:t>
            </a:r>
          </a:p>
        </p:txBody>
      </p:sp>
      <p:sp>
        <p:nvSpPr>
          <p:cNvPr id="2" name="Footer Placeholder 1">
            <a:extLst>
              <a:ext uri="{FF2B5EF4-FFF2-40B4-BE49-F238E27FC236}">
                <a16:creationId xmlns:a16="http://schemas.microsoft.com/office/drawing/2014/main" id="{A24F9EE2-4406-4C21-92F4-F3E5A020A8E6}"/>
              </a:ext>
            </a:extLst>
          </p:cNvPr>
          <p:cNvSpPr>
            <a:spLocks noGrp="1"/>
          </p:cNvSpPr>
          <p:nvPr>
            <p:ph type="ftr" sz="quarter" idx="10"/>
          </p:nvPr>
        </p:nvSpPr>
        <p:spPr/>
        <p:txBody>
          <a:bodyPr/>
          <a:lstStyle>
            <a:lvl1pPr>
              <a:defRPr spc="0"/>
            </a:lvl1pPr>
          </a:lstStyle>
          <a:p>
            <a:r>
              <a:rPr lang="en-US"/>
              <a:t>CS Agentic Development</a:t>
            </a:r>
          </a:p>
        </p:txBody>
      </p:sp>
      <p:sp>
        <p:nvSpPr>
          <p:cNvPr id="3" name="Slide Number Placeholder 2">
            <a:extLst>
              <a:ext uri="{FF2B5EF4-FFF2-40B4-BE49-F238E27FC236}">
                <a16:creationId xmlns:a16="http://schemas.microsoft.com/office/drawing/2014/main" id="{8EDD45E3-18F7-4B84-9FB9-181D23BECAE6}"/>
              </a:ext>
            </a:extLst>
          </p:cNvPr>
          <p:cNvSpPr>
            <a:spLocks noGrp="1"/>
          </p:cNvSpPr>
          <p:nvPr>
            <p:ph type="sldNum" sz="quarter" idx="11"/>
          </p:nvPr>
        </p:nvSpPr>
        <p:spPr/>
        <p:txBody>
          <a:bodyPr/>
          <a:lstStyle>
            <a:lvl1pPr>
              <a:defRPr spc="0"/>
            </a:lvl1pPr>
          </a:lstStyle>
          <a:p>
            <a:fld id="{4644D924-5A8E-4AEE-85EF-4FA2A7E4AC52}" type="slidenum">
              <a:rPr lang="en-US" smtClean="0"/>
              <a:t>‹#›</a:t>
            </a:fld>
            <a:endParaRPr lang="en-US"/>
          </a:p>
        </p:txBody>
      </p:sp>
    </p:spTree>
    <p:extLst>
      <p:ext uri="{BB962C8B-B14F-4D97-AF65-F5344CB8AC3E}">
        <p14:creationId xmlns:p14="http://schemas.microsoft.com/office/powerpoint/2010/main" val="1246137966"/>
      </p:ext>
    </p:extLst>
  </p:cSld>
  <p:clrMapOvr>
    <a:masterClrMapping/>
  </p:clrMapOvr>
  <p:transition>
    <p:wipe dir="r"/>
  </p:transition>
</p:sldLayout>
</file>

<file path=ppt/slideLayouts/slideLayout135.xml><?xml version="1.0" encoding="utf-8"?>
<p:sldLayout xmlns:a="http://schemas.openxmlformats.org/drawingml/2006/main" xmlns:r="http://schemas.openxmlformats.org/officeDocument/2006/relationships" xmlns:p="http://schemas.openxmlformats.org/presentationml/2006/main" preserve="1">
  <p:cSld name="Content | 3 Collage + Sub | Black">
    <p:spTree>
      <p:nvGrpSpPr>
        <p:cNvPr id="1" name=""/>
        <p:cNvGrpSpPr/>
        <p:nvPr/>
      </p:nvGrpSpPr>
      <p:grpSpPr>
        <a:xfrm>
          <a:off x="0" y="0"/>
          <a:ext cx="0" cy="0"/>
          <a:chOff x="0" y="0"/>
          <a:chExt cx="0" cy="0"/>
        </a:xfrm>
      </p:grpSpPr>
      <p:sp>
        <p:nvSpPr>
          <p:cNvPr id="17" name="Picture Placeholder 3">
            <a:extLst>
              <a:ext uri="{FF2B5EF4-FFF2-40B4-BE49-F238E27FC236}">
                <a16:creationId xmlns:a16="http://schemas.microsoft.com/office/drawing/2014/main" id="{77EED0EA-774D-0F41-A218-DE820FFCF144}"/>
              </a:ext>
            </a:extLst>
          </p:cNvPr>
          <p:cNvSpPr>
            <a:spLocks noGrp="1"/>
          </p:cNvSpPr>
          <p:nvPr>
            <p:ph type="pic" sz="quarter" idx="10" hasCustomPrompt="1"/>
          </p:nvPr>
        </p:nvSpPr>
        <p:spPr>
          <a:xfrm>
            <a:off x="0" y="1973737"/>
            <a:ext cx="4145280" cy="913107"/>
          </a:xfrm>
          <a:ln>
            <a:solidFill>
              <a:schemeClr val="bg1"/>
            </a:solidFill>
          </a:ln>
        </p:spPr>
        <p:txBody>
          <a:bodyPr anchor="ctr"/>
          <a:lstStyle>
            <a:lvl1pPr marL="0" indent="0" algn="ctr">
              <a:buNone/>
              <a:defRPr spc="0"/>
            </a:lvl1pPr>
          </a:lstStyle>
          <a:p>
            <a:r>
              <a:rPr lang="en-US"/>
              <a:t>INSERT PHOTO HERE</a:t>
            </a:r>
          </a:p>
        </p:txBody>
      </p:sp>
      <p:sp>
        <p:nvSpPr>
          <p:cNvPr id="18" name="Picture Placeholder 3">
            <a:extLst>
              <a:ext uri="{FF2B5EF4-FFF2-40B4-BE49-F238E27FC236}">
                <a16:creationId xmlns:a16="http://schemas.microsoft.com/office/drawing/2014/main" id="{AA25B962-B6D5-E443-8523-A4362723BE09}"/>
              </a:ext>
            </a:extLst>
          </p:cNvPr>
          <p:cNvSpPr>
            <a:spLocks noGrp="1"/>
          </p:cNvSpPr>
          <p:nvPr>
            <p:ph type="pic" sz="quarter" idx="14" hasCustomPrompt="1"/>
          </p:nvPr>
        </p:nvSpPr>
        <p:spPr>
          <a:xfrm>
            <a:off x="4130412" y="1973736"/>
            <a:ext cx="8046720" cy="4142672"/>
          </a:xfrm>
          <a:ln>
            <a:solidFill>
              <a:schemeClr val="bg1"/>
            </a:solidFill>
          </a:ln>
        </p:spPr>
        <p:txBody>
          <a:bodyPr anchor="ctr"/>
          <a:lstStyle>
            <a:lvl1pPr marL="0" indent="0" algn="ctr">
              <a:buNone/>
              <a:defRPr spc="0"/>
            </a:lvl1pPr>
          </a:lstStyle>
          <a:p>
            <a:r>
              <a:rPr lang="en-US"/>
              <a:t>INSERT PHOTO HERE</a:t>
            </a:r>
          </a:p>
        </p:txBody>
      </p:sp>
      <p:sp>
        <p:nvSpPr>
          <p:cNvPr id="28" name="Picture Placeholder 3">
            <a:extLst>
              <a:ext uri="{FF2B5EF4-FFF2-40B4-BE49-F238E27FC236}">
                <a16:creationId xmlns:a16="http://schemas.microsoft.com/office/drawing/2014/main" id="{9303EEA9-2941-B74E-9117-7A9AD13BCAF1}"/>
              </a:ext>
            </a:extLst>
          </p:cNvPr>
          <p:cNvSpPr>
            <a:spLocks noGrp="1"/>
          </p:cNvSpPr>
          <p:nvPr>
            <p:ph type="pic" sz="quarter" idx="17" hasCustomPrompt="1"/>
          </p:nvPr>
        </p:nvSpPr>
        <p:spPr>
          <a:xfrm>
            <a:off x="0" y="2886844"/>
            <a:ext cx="4145280" cy="3229565"/>
          </a:xfrm>
          <a:ln>
            <a:solidFill>
              <a:schemeClr val="bg1"/>
            </a:solidFill>
          </a:ln>
        </p:spPr>
        <p:txBody>
          <a:bodyPr anchor="ctr"/>
          <a:lstStyle>
            <a:lvl1pPr marL="0" indent="0" algn="ctr">
              <a:buNone/>
              <a:defRPr spc="0"/>
            </a:lvl1pPr>
          </a:lstStyle>
          <a:p>
            <a:r>
              <a:rPr lang="en-US"/>
              <a:t>INSERT PHOTO HERE</a:t>
            </a:r>
          </a:p>
        </p:txBody>
      </p:sp>
      <p:sp>
        <p:nvSpPr>
          <p:cNvPr id="8" name="Text Placeholder 2">
            <a:extLst>
              <a:ext uri="{FF2B5EF4-FFF2-40B4-BE49-F238E27FC236}">
                <a16:creationId xmlns:a16="http://schemas.microsoft.com/office/drawing/2014/main" id="{3109CE1B-EC33-4340-989A-4E157D4BA7D2}"/>
              </a:ext>
            </a:extLst>
          </p:cNvPr>
          <p:cNvSpPr>
            <a:spLocks noGrp="1"/>
          </p:cNvSpPr>
          <p:nvPr>
            <p:ph type="body" idx="1" hasCustomPrompt="1"/>
          </p:nvPr>
        </p:nvSpPr>
        <p:spPr>
          <a:xfrm>
            <a:off x="609600" y="1166707"/>
            <a:ext cx="10972800" cy="411740"/>
          </a:xfrm>
        </p:spPr>
        <p:txBody>
          <a:bodyPr anchor="t">
            <a:normAutofit/>
          </a:bodyPr>
          <a:lstStyle>
            <a:lvl1pPr marL="0" indent="0">
              <a:buNone/>
              <a:defRPr sz="1467" b="0" cap="all" spc="400" baseline="0">
                <a:solidFill>
                  <a:schemeClr val="accent1"/>
                </a:solidFill>
              </a:defRPr>
            </a:lvl1pPr>
            <a:lvl2pPr marL="609555" indent="0">
              <a:buNone/>
              <a:defRPr sz="2667" b="1"/>
            </a:lvl2pPr>
            <a:lvl3pPr marL="1219110" indent="0">
              <a:buNone/>
              <a:defRPr sz="2400" b="1"/>
            </a:lvl3pPr>
            <a:lvl4pPr marL="1828664" indent="0">
              <a:buNone/>
              <a:defRPr sz="2133" b="1"/>
            </a:lvl4pPr>
            <a:lvl5pPr marL="2438218" indent="0">
              <a:buNone/>
              <a:defRPr sz="2133" b="1"/>
            </a:lvl5pPr>
            <a:lvl6pPr marL="3047772" indent="0">
              <a:buNone/>
              <a:defRPr sz="2133" b="1"/>
            </a:lvl6pPr>
            <a:lvl7pPr marL="3657327" indent="0">
              <a:buNone/>
              <a:defRPr sz="2133" b="1"/>
            </a:lvl7pPr>
            <a:lvl8pPr marL="4266880" indent="0">
              <a:buNone/>
              <a:defRPr sz="2133" b="1"/>
            </a:lvl8pPr>
            <a:lvl9pPr marL="4876435" indent="0">
              <a:buNone/>
              <a:defRPr sz="2133" b="1"/>
            </a:lvl9pPr>
          </a:lstStyle>
          <a:p>
            <a:pPr lvl="0"/>
            <a:r>
              <a:rPr lang="en-US"/>
              <a:t>SUBTITLE | ALL CAPS | TERRA COTTA | 11 PT</a:t>
            </a:r>
          </a:p>
        </p:txBody>
      </p:sp>
      <p:sp>
        <p:nvSpPr>
          <p:cNvPr id="4" name="Title 3">
            <a:extLst>
              <a:ext uri="{FF2B5EF4-FFF2-40B4-BE49-F238E27FC236}">
                <a16:creationId xmlns:a16="http://schemas.microsoft.com/office/drawing/2014/main" id="{1CAFF837-9556-424F-BF3B-DC25B3885715}"/>
              </a:ext>
            </a:extLst>
          </p:cNvPr>
          <p:cNvSpPr>
            <a:spLocks noGrp="1"/>
          </p:cNvSpPr>
          <p:nvPr>
            <p:ph type="title" hasCustomPrompt="1"/>
          </p:nvPr>
        </p:nvSpPr>
        <p:spPr/>
        <p:txBody>
          <a:bodyPr/>
          <a:lstStyle>
            <a:lvl1pPr>
              <a:defRPr spc="400" baseline="0"/>
            </a:lvl1pPr>
          </a:lstStyle>
          <a:p>
            <a:r>
              <a:rPr lang="en-US"/>
              <a:t>TITLE HERE. ALL CAPS. WHITE. 24 PT.</a:t>
            </a:r>
          </a:p>
        </p:txBody>
      </p:sp>
      <p:sp>
        <p:nvSpPr>
          <p:cNvPr id="2" name="Footer Placeholder 1">
            <a:extLst>
              <a:ext uri="{FF2B5EF4-FFF2-40B4-BE49-F238E27FC236}">
                <a16:creationId xmlns:a16="http://schemas.microsoft.com/office/drawing/2014/main" id="{794FD6C8-43BC-4102-ACE7-BF469C8BBAFF}"/>
              </a:ext>
            </a:extLst>
          </p:cNvPr>
          <p:cNvSpPr>
            <a:spLocks noGrp="1"/>
          </p:cNvSpPr>
          <p:nvPr>
            <p:ph type="ftr" sz="quarter" idx="18"/>
          </p:nvPr>
        </p:nvSpPr>
        <p:spPr/>
        <p:txBody>
          <a:bodyPr/>
          <a:lstStyle>
            <a:lvl1pPr>
              <a:defRPr spc="0"/>
            </a:lvl1pPr>
          </a:lstStyle>
          <a:p>
            <a:r>
              <a:rPr lang="en-US"/>
              <a:t>CS Agentic Development</a:t>
            </a:r>
          </a:p>
        </p:txBody>
      </p:sp>
      <p:sp>
        <p:nvSpPr>
          <p:cNvPr id="3" name="Slide Number Placeholder 2">
            <a:extLst>
              <a:ext uri="{FF2B5EF4-FFF2-40B4-BE49-F238E27FC236}">
                <a16:creationId xmlns:a16="http://schemas.microsoft.com/office/drawing/2014/main" id="{D21BDE68-94B6-4E33-A15B-7D0201FF59A2}"/>
              </a:ext>
            </a:extLst>
          </p:cNvPr>
          <p:cNvSpPr>
            <a:spLocks noGrp="1"/>
          </p:cNvSpPr>
          <p:nvPr>
            <p:ph type="sldNum" sz="quarter" idx="19"/>
          </p:nvPr>
        </p:nvSpPr>
        <p:spPr/>
        <p:txBody>
          <a:bodyPr/>
          <a:lstStyle>
            <a:lvl1pPr>
              <a:defRPr spc="0"/>
            </a:lvl1pPr>
          </a:lstStyle>
          <a:p>
            <a:fld id="{4644D924-5A8E-4AEE-85EF-4FA2A7E4AC52}" type="slidenum">
              <a:rPr lang="en-US" smtClean="0"/>
              <a:t>‹#›</a:t>
            </a:fld>
            <a:endParaRPr lang="en-US"/>
          </a:p>
        </p:txBody>
      </p:sp>
    </p:spTree>
    <p:extLst>
      <p:ext uri="{BB962C8B-B14F-4D97-AF65-F5344CB8AC3E}">
        <p14:creationId xmlns:p14="http://schemas.microsoft.com/office/powerpoint/2010/main" val="4121306573"/>
      </p:ext>
    </p:extLst>
  </p:cSld>
  <p:clrMapOvr>
    <a:masterClrMapping/>
  </p:clrMapOvr>
  <p:transition>
    <p:wipe dir="r"/>
  </p:transition>
</p:sldLayout>
</file>

<file path=ppt/slideLayouts/slideLayout136.xml><?xml version="1.0" encoding="utf-8"?>
<p:sldLayout xmlns:a="http://schemas.openxmlformats.org/drawingml/2006/main" xmlns:r="http://schemas.openxmlformats.org/officeDocument/2006/relationships" xmlns:p="http://schemas.openxmlformats.org/presentationml/2006/main" preserve="1">
  <p:cSld name="Content | 3 Collage | Black">
    <p:spTree>
      <p:nvGrpSpPr>
        <p:cNvPr id="1" name=""/>
        <p:cNvGrpSpPr/>
        <p:nvPr/>
      </p:nvGrpSpPr>
      <p:grpSpPr>
        <a:xfrm>
          <a:off x="0" y="0"/>
          <a:ext cx="0" cy="0"/>
          <a:chOff x="0" y="0"/>
          <a:chExt cx="0" cy="0"/>
        </a:xfrm>
      </p:grpSpPr>
      <p:sp>
        <p:nvSpPr>
          <p:cNvPr id="14" name="Picture Placeholder 3">
            <a:extLst>
              <a:ext uri="{FF2B5EF4-FFF2-40B4-BE49-F238E27FC236}">
                <a16:creationId xmlns:a16="http://schemas.microsoft.com/office/drawing/2014/main" id="{BF40DBD9-649C-9E44-A365-E9AF1300ECB3}"/>
              </a:ext>
            </a:extLst>
          </p:cNvPr>
          <p:cNvSpPr>
            <a:spLocks noGrp="1"/>
          </p:cNvSpPr>
          <p:nvPr>
            <p:ph type="pic" sz="quarter" idx="10" hasCustomPrompt="1"/>
          </p:nvPr>
        </p:nvSpPr>
        <p:spPr>
          <a:xfrm>
            <a:off x="0" y="1552919"/>
            <a:ext cx="4145280" cy="1221812"/>
          </a:xfrm>
          <a:ln>
            <a:solidFill>
              <a:schemeClr val="bg1"/>
            </a:solidFill>
          </a:ln>
        </p:spPr>
        <p:txBody>
          <a:bodyPr anchor="ctr"/>
          <a:lstStyle>
            <a:lvl1pPr marL="0" indent="0" algn="ctr">
              <a:buNone/>
              <a:defRPr spc="0"/>
            </a:lvl1pPr>
          </a:lstStyle>
          <a:p>
            <a:r>
              <a:rPr lang="en-US"/>
              <a:t>INSERT PHOTO HERE</a:t>
            </a:r>
          </a:p>
        </p:txBody>
      </p:sp>
      <p:sp>
        <p:nvSpPr>
          <p:cNvPr id="17" name="Picture Placeholder 3">
            <a:extLst>
              <a:ext uri="{FF2B5EF4-FFF2-40B4-BE49-F238E27FC236}">
                <a16:creationId xmlns:a16="http://schemas.microsoft.com/office/drawing/2014/main" id="{1115DFFC-CD2E-F041-805B-96932B19DA14}"/>
              </a:ext>
            </a:extLst>
          </p:cNvPr>
          <p:cNvSpPr>
            <a:spLocks noGrp="1"/>
          </p:cNvSpPr>
          <p:nvPr>
            <p:ph type="pic" sz="quarter" idx="16" hasCustomPrompt="1"/>
          </p:nvPr>
        </p:nvSpPr>
        <p:spPr>
          <a:xfrm>
            <a:off x="4130412" y="1555531"/>
            <a:ext cx="8046720" cy="4560876"/>
          </a:xfrm>
          <a:ln>
            <a:solidFill>
              <a:schemeClr val="bg1"/>
            </a:solidFill>
          </a:ln>
        </p:spPr>
        <p:txBody>
          <a:bodyPr anchor="ctr"/>
          <a:lstStyle>
            <a:lvl1pPr marL="0" indent="0" algn="ctr">
              <a:buNone/>
              <a:defRPr spc="0"/>
            </a:lvl1pPr>
          </a:lstStyle>
          <a:p>
            <a:r>
              <a:rPr lang="en-US"/>
              <a:t>INSERT PHOTO HERE</a:t>
            </a:r>
          </a:p>
        </p:txBody>
      </p:sp>
      <p:sp>
        <p:nvSpPr>
          <p:cNvPr id="18" name="Picture Placeholder 3">
            <a:extLst>
              <a:ext uri="{FF2B5EF4-FFF2-40B4-BE49-F238E27FC236}">
                <a16:creationId xmlns:a16="http://schemas.microsoft.com/office/drawing/2014/main" id="{5025509D-C23E-E24C-9625-BD927A967CA9}"/>
              </a:ext>
            </a:extLst>
          </p:cNvPr>
          <p:cNvSpPr>
            <a:spLocks noGrp="1"/>
          </p:cNvSpPr>
          <p:nvPr>
            <p:ph type="pic" sz="quarter" idx="17" hasCustomPrompt="1"/>
          </p:nvPr>
        </p:nvSpPr>
        <p:spPr>
          <a:xfrm>
            <a:off x="0" y="2774731"/>
            <a:ext cx="4145280" cy="3341676"/>
          </a:xfrm>
          <a:ln>
            <a:solidFill>
              <a:schemeClr val="bg1"/>
            </a:solidFill>
          </a:ln>
        </p:spPr>
        <p:txBody>
          <a:bodyPr anchor="ctr"/>
          <a:lstStyle>
            <a:lvl1pPr marL="0" indent="0" algn="ctr">
              <a:buNone/>
              <a:defRPr spc="0"/>
            </a:lvl1pPr>
          </a:lstStyle>
          <a:p>
            <a:r>
              <a:rPr lang="en-US"/>
              <a:t>INSERT PHOTO HERE</a:t>
            </a:r>
          </a:p>
        </p:txBody>
      </p:sp>
      <p:sp>
        <p:nvSpPr>
          <p:cNvPr id="4" name="Title 3">
            <a:extLst>
              <a:ext uri="{FF2B5EF4-FFF2-40B4-BE49-F238E27FC236}">
                <a16:creationId xmlns:a16="http://schemas.microsoft.com/office/drawing/2014/main" id="{A2A98B6A-953C-CB4D-B187-26021C9C7CD2}"/>
              </a:ext>
            </a:extLst>
          </p:cNvPr>
          <p:cNvSpPr>
            <a:spLocks noGrp="1"/>
          </p:cNvSpPr>
          <p:nvPr>
            <p:ph type="title" hasCustomPrompt="1"/>
          </p:nvPr>
        </p:nvSpPr>
        <p:spPr/>
        <p:txBody>
          <a:bodyPr/>
          <a:lstStyle>
            <a:lvl1pPr>
              <a:defRPr spc="400" baseline="0"/>
            </a:lvl1pPr>
          </a:lstStyle>
          <a:p>
            <a:r>
              <a:rPr lang="en-US"/>
              <a:t>TITLE HERE. ALL CAPS. WHITE. 24 PT.</a:t>
            </a:r>
          </a:p>
        </p:txBody>
      </p:sp>
      <p:sp>
        <p:nvSpPr>
          <p:cNvPr id="2" name="Footer Placeholder 1">
            <a:extLst>
              <a:ext uri="{FF2B5EF4-FFF2-40B4-BE49-F238E27FC236}">
                <a16:creationId xmlns:a16="http://schemas.microsoft.com/office/drawing/2014/main" id="{1821283D-BD12-4875-AF80-4F52F686B3DF}"/>
              </a:ext>
            </a:extLst>
          </p:cNvPr>
          <p:cNvSpPr>
            <a:spLocks noGrp="1"/>
          </p:cNvSpPr>
          <p:nvPr>
            <p:ph type="ftr" sz="quarter" idx="18"/>
          </p:nvPr>
        </p:nvSpPr>
        <p:spPr/>
        <p:txBody>
          <a:bodyPr/>
          <a:lstStyle>
            <a:lvl1pPr>
              <a:defRPr spc="0"/>
            </a:lvl1pPr>
          </a:lstStyle>
          <a:p>
            <a:r>
              <a:rPr lang="en-US"/>
              <a:t>CS Agentic Development</a:t>
            </a:r>
          </a:p>
        </p:txBody>
      </p:sp>
      <p:sp>
        <p:nvSpPr>
          <p:cNvPr id="3" name="Slide Number Placeholder 2">
            <a:extLst>
              <a:ext uri="{FF2B5EF4-FFF2-40B4-BE49-F238E27FC236}">
                <a16:creationId xmlns:a16="http://schemas.microsoft.com/office/drawing/2014/main" id="{E0CF32B8-F448-4736-85DD-63E5A177F60E}"/>
              </a:ext>
            </a:extLst>
          </p:cNvPr>
          <p:cNvSpPr>
            <a:spLocks noGrp="1"/>
          </p:cNvSpPr>
          <p:nvPr>
            <p:ph type="sldNum" sz="quarter" idx="19"/>
          </p:nvPr>
        </p:nvSpPr>
        <p:spPr/>
        <p:txBody>
          <a:bodyPr/>
          <a:lstStyle>
            <a:lvl1pPr>
              <a:defRPr spc="0"/>
            </a:lvl1pPr>
          </a:lstStyle>
          <a:p>
            <a:fld id="{4644D924-5A8E-4AEE-85EF-4FA2A7E4AC52}" type="slidenum">
              <a:rPr lang="en-US" smtClean="0"/>
              <a:t>‹#›</a:t>
            </a:fld>
            <a:endParaRPr lang="en-US"/>
          </a:p>
        </p:txBody>
      </p:sp>
    </p:spTree>
    <p:extLst>
      <p:ext uri="{BB962C8B-B14F-4D97-AF65-F5344CB8AC3E}">
        <p14:creationId xmlns:p14="http://schemas.microsoft.com/office/powerpoint/2010/main" val="4051700932"/>
      </p:ext>
    </p:extLst>
  </p:cSld>
  <p:clrMapOvr>
    <a:masterClrMapping/>
  </p:clrMapOvr>
  <p:transition>
    <p:wipe dir="r"/>
  </p:transition>
</p:sldLayout>
</file>

<file path=ppt/slideLayouts/slideLayout137.xml><?xml version="1.0" encoding="utf-8"?>
<p:sldLayout xmlns:a="http://schemas.openxmlformats.org/drawingml/2006/main" xmlns:r="http://schemas.openxmlformats.org/officeDocument/2006/relationships" xmlns:p="http://schemas.openxmlformats.org/presentationml/2006/main" preserve="1">
  <p:cSld name="Content | Two Columns | Black">
    <p:spTree>
      <p:nvGrpSpPr>
        <p:cNvPr id="1" name=""/>
        <p:cNvGrpSpPr/>
        <p:nvPr/>
      </p:nvGrpSpPr>
      <p:grpSpPr>
        <a:xfrm>
          <a:off x="0" y="0"/>
          <a:ext cx="0" cy="0"/>
          <a:chOff x="0" y="0"/>
          <a:chExt cx="0" cy="0"/>
        </a:xfrm>
      </p:grpSpPr>
      <p:sp>
        <p:nvSpPr>
          <p:cNvPr id="7" name="Text Placeholder 2">
            <a:extLst>
              <a:ext uri="{FF2B5EF4-FFF2-40B4-BE49-F238E27FC236}">
                <a16:creationId xmlns:a16="http://schemas.microsoft.com/office/drawing/2014/main" id="{6044BBBB-5C96-3A4C-B91C-AC2AB125BBA5}"/>
              </a:ext>
            </a:extLst>
          </p:cNvPr>
          <p:cNvSpPr>
            <a:spLocks noGrp="1"/>
          </p:cNvSpPr>
          <p:nvPr>
            <p:ph type="body" idx="1" hasCustomPrompt="1"/>
          </p:nvPr>
        </p:nvSpPr>
        <p:spPr>
          <a:xfrm>
            <a:off x="609600" y="1166707"/>
            <a:ext cx="10972800" cy="411740"/>
          </a:xfrm>
        </p:spPr>
        <p:txBody>
          <a:bodyPr anchor="t">
            <a:normAutofit/>
          </a:bodyPr>
          <a:lstStyle>
            <a:lvl1pPr marL="0" indent="0">
              <a:buNone/>
              <a:defRPr sz="1467" b="0" cap="all" spc="400" baseline="0">
                <a:solidFill>
                  <a:schemeClr val="accent1"/>
                </a:solidFill>
              </a:defRPr>
            </a:lvl1pPr>
            <a:lvl2pPr marL="609555" indent="0">
              <a:buNone/>
              <a:defRPr sz="2667" b="1"/>
            </a:lvl2pPr>
            <a:lvl3pPr marL="1219110" indent="0">
              <a:buNone/>
              <a:defRPr sz="2400" b="1"/>
            </a:lvl3pPr>
            <a:lvl4pPr marL="1828664" indent="0">
              <a:buNone/>
              <a:defRPr sz="2133" b="1"/>
            </a:lvl4pPr>
            <a:lvl5pPr marL="2438218" indent="0">
              <a:buNone/>
              <a:defRPr sz="2133" b="1"/>
            </a:lvl5pPr>
            <a:lvl6pPr marL="3047772" indent="0">
              <a:buNone/>
              <a:defRPr sz="2133" b="1"/>
            </a:lvl6pPr>
            <a:lvl7pPr marL="3657327" indent="0">
              <a:buNone/>
              <a:defRPr sz="2133" b="1"/>
            </a:lvl7pPr>
            <a:lvl8pPr marL="4266880" indent="0">
              <a:buNone/>
              <a:defRPr sz="2133" b="1"/>
            </a:lvl8pPr>
            <a:lvl9pPr marL="4876435" indent="0">
              <a:buNone/>
              <a:defRPr sz="2133" b="1"/>
            </a:lvl9pPr>
          </a:lstStyle>
          <a:p>
            <a:pPr lvl="0"/>
            <a:r>
              <a:rPr lang="en-US"/>
              <a:t>SUBTITLE | ALL CAPS | TERRA COTTA | 11 PT</a:t>
            </a:r>
          </a:p>
        </p:txBody>
      </p:sp>
      <p:sp>
        <p:nvSpPr>
          <p:cNvPr id="3" name="Title 2">
            <a:extLst>
              <a:ext uri="{FF2B5EF4-FFF2-40B4-BE49-F238E27FC236}">
                <a16:creationId xmlns:a16="http://schemas.microsoft.com/office/drawing/2014/main" id="{670FBF85-F908-9543-AF8C-C05EF7A1286E}"/>
              </a:ext>
            </a:extLst>
          </p:cNvPr>
          <p:cNvSpPr>
            <a:spLocks noGrp="1"/>
          </p:cNvSpPr>
          <p:nvPr>
            <p:ph type="title" hasCustomPrompt="1"/>
          </p:nvPr>
        </p:nvSpPr>
        <p:spPr/>
        <p:txBody>
          <a:bodyPr/>
          <a:lstStyle>
            <a:lvl1pPr>
              <a:defRPr spc="400" baseline="0"/>
            </a:lvl1pPr>
          </a:lstStyle>
          <a:p>
            <a:r>
              <a:rPr lang="en-US"/>
              <a:t>TITLE HERE. ALL CAPS. WHITE. 24 PT.</a:t>
            </a:r>
          </a:p>
        </p:txBody>
      </p:sp>
      <p:sp>
        <p:nvSpPr>
          <p:cNvPr id="2" name="Footer Placeholder 1">
            <a:extLst>
              <a:ext uri="{FF2B5EF4-FFF2-40B4-BE49-F238E27FC236}">
                <a16:creationId xmlns:a16="http://schemas.microsoft.com/office/drawing/2014/main" id="{7D401187-5DE5-46F5-BE19-2596CA0E38C0}"/>
              </a:ext>
            </a:extLst>
          </p:cNvPr>
          <p:cNvSpPr>
            <a:spLocks noGrp="1"/>
          </p:cNvSpPr>
          <p:nvPr>
            <p:ph type="ftr" sz="quarter" idx="12"/>
          </p:nvPr>
        </p:nvSpPr>
        <p:spPr/>
        <p:txBody>
          <a:bodyPr/>
          <a:lstStyle>
            <a:lvl1pPr>
              <a:defRPr spc="0"/>
            </a:lvl1pPr>
          </a:lstStyle>
          <a:p>
            <a:r>
              <a:rPr lang="en-US"/>
              <a:t>CS Agentic Development</a:t>
            </a:r>
          </a:p>
        </p:txBody>
      </p:sp>
      <p:sp>
        <p:nvSpPr>
          <p:cNvPr id="11" name="Content Placeholder 4">
            <a:extLst>
              <a:ext uri="{FF2B5EF4-FFF2-40B4-BE49-F238E27FC236}">
                <a16:creationId xmlns:a16="http://schemas.microsoft.com/office/drawing/2014/main" id="{4C5A4B9D-E5EB-4E0B-9B27-98BCC447BCEE}"/>
              </a:ext>
            </a:extLst>
          </p:cNvPr>
          <p:cNvSpPr>
            <a:spLocks noGrp="1"/>
          </p:cNvSpPr>
          <p:nvPr>
            <p:ph sz="quarter" idx="11"/>
          </p:nvPr>
        </p:nvSpPr>
        <p:spPr>
          <a:xfrm>
            <a:off x="609600" y="1753431"/>
            <a:ext cx="5386917" cy="4327516"/>
          </a:xfrm>
        </p:spPr>
        <p:txBody>
          <a:bodyPr/>
          <a:lstStyle>
            <a:lvl1pPr>
              <a:defRPr spc="0"/>
            </a:lvl1pPr>
            <a:lvl2pPr>
              <a:defRPr spc="0"/>
            </a:lvl2pPr>
            <a:lvl3pPr>
              <a:defRPr spc="0"/>
            </a:lvl3pPr>
            <a:lvl4pPr>
              <a:defRPr spc="0"/>
            </a:lvl4pPr>
            <a:lvl5pPr>
              <a:defRPr spc="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8">
            <a:extLst>
              <a:ext uri="{FF2B5EF4-FFF2-40B4-BE49-F238E27FC236}">
                <a16:creationId xmlns:a16="http://schemas.microsoft.com/office/drawing/2014/main" id="{F1C83059-51E5-4C78-98F2-FD7F352BC5B4}"/>
              </a:ext>
            </a:extLst>
          </p:cNvPr>
          <p:cNvSpPr>
            <a:spLocks noGrp="1"/>
          </p:cNvSpPr>
          <p:nvPr>
            <p:ph sz="quarter" idx="13"/>
          </p:nvPr>
        </p:nvSpPr>
        <p:spPr>
          <a:xfrm>
            <a:off x="6193367" y="1754660"/>
            <a:ext cx="5386917" cy="4318856"/>
          </a:xfrm>
        </p:spPr>
        <p:txBody>
          <a:bodyPr/>
          <a:lstStyle>
            <a:lvl1pPr>
              <a:defRPr spc="0"/>
            </a:lvl1pPr>
            <a:lvl2pPr>
              <a:defRPr spc="0"/>
            </a:lvl2pPr>
            <a:lvl3pPr>
              <a:defRPr spc="0"/>
            </a:lvl3pPr>
            <a:lvl4pPr>
              <a:defRPr spc="0"/>
            </a:lvl4pPr>
            <a:lvl5pPr>
              <a:defRPr spc="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3">
            <a:extLst>
              <a:ext uri="{FF2B5EF4-FFF2-40B4-BE49-F238E27FC236}">
                <a16:creationId xmlns:a16="http://schemas.microsoft.com/office/drawing/2014/main" id="{B79ED366-2A05-459B-9DF8-5BF698B7A4FA}"/>
              </a:ext>
            </a:extLst>
          </p:cNvPr>
          <p:cNvSpPr>
            <a:spLocks noGrp="1"/>
          </p:cNvSpPr>
          <p:nvPr>
            <p:ph type="sldNum" sz="quarter" idx="14"/>
          </p:nvPr>
        </p:nvSpPr>
        <p:spPr/>
        <p:txBody>
          <a:bodyPr/>
          <a:lstStyle>
            <a:lvl1pPr>
              <a:defRPr spc="0"/>
            </a:lvl1pPr>
          </a:lstStyle>
          <a:p>
            <a:fld id="{4644D924-5A8E-4AEE-85EF-4FA2A7E4AC52}" type="slidenum">
              <a:rPr lang="en-US" smtClean="0"/>
              <a:t>‹#›</a:t>
            </a:fld>
            <a:endParaRPr lang="en-US"/>
          </a:p>
        </p:txBody>
      </p:sp>
    </p:spTree>
    <p:extLst>
      <p:ext uri="{BB962C8B-B14F-4D97-AF65-F5344CB8AC3E}">
        <p14:creationId xmlns:p14="http://schemas.microsoft.com/office/powerpoint/2010/main" val="1003175594"/>
      </p:ext>
    </p:extLst>
  </p:cSld>
  <p:clrMapOvr>
    <a:masterClrMapping/>
  </p:clrMapOvr>
  <p:transition>
    <p:wipe dir="r"/>
  </p:transition>
</p:sldLayout>
</file>

<file path=ppt/slideLayouts/slideLayout138.xml><?xml version="1.0" encoding="utf-8"?>
<p:sldLayout xmlns:a="http://schemas.openxmlformats.org/drawingml/2006/main" xmlns:r="http://schemas.openxmlformats.org/officeDocument/2006/relationships" xmlns:p="http://schemas.openxmlformats.org/presentationml/2006/main" preserve="1">
  <p:cSld name="Content | Three Columns | Black">
    <p:spTree>
      <p:nvGrpSpPr>
        <p:cNvPr id="1" name=""/>
        <p:cNvGrpSpPr/>
        <p:nvPr/>
      </p:nvGrpSpPr>
      <p:grpSpPr>
        <a:xfrm>
          <a:off x="0" y="0"/>
          <a:ext cx="0" cy="0"/>
          <a:chOff x="0" y="0"/>
          <a:chExt cx="0" cy="0"/>
        </a:xfrm>
      </p:grpSpPr>
      <p:sp>
        <p:nvSpPr>
          <p:cNvPr id="9" name="Text Placeholder 2">
            <a:extLst>
              <a:ext uri="{FF2B5EF4-FFF2-40B4-BE49-F238E27FC236}">
                <a16:creationId xmlns:a16="http://schemas.microsoft.com/office/drawing/2014/main" id="{ED6962E5-3DA9-814E-8D8E-BA7C9106E7CA}"/>
              </a:ext>
            </a:extLst>
          </p:cNvPr>
          <p:cNvSpPr>
            <a:spLocks noGrp="1"/>
          </p:cNvSpPr>
          <p:nvPr>
            <p:ph type="body" idx="16" hasCustomPrompt="1"/>
          </p:nvPr>
        </p:nvSpPr>
        <p:spPr>
          <a:xfrm>
            <a:off x="609600" y="1166707"/>
            <a:ext cx="10972800" cy="411740"/>
          </a:xfrm>
        </p:spPr>
        <p:txBody>
          <a:bodyPr anchor="t">
            <a:normAutofit/>
          </a:bodyPr>
          <a:lstStyle>
            <a:lvl1pPr marL="0" indent="0">
              <a:buNone/>
              <a:defRPr sz="1467" b="0" cap="all" spc="400" baseline="0">
                <a:solidFill>
                  <a:schemeClr val="accent1"/>
                </a:solidFill>
              </a:defRPr>
            </a:lvl1pPr>
            <a:lvl2pPr marL="609555" indent="0">
              <a:buNone/>
              <a:defRPr sz="2667" b="1"/>
            </a:lvl2pPr>
            <a:lvl3pPr marL="1219110" indent="0">
              <a:buNone/>
              <a:defRPr sz="2400" b="1"/>
            </a:lvl3pPr>
            <a:lvl4pPr marL="1828664" indent="0">
              <a:buNone/>
              <a:defRPr sz="2133" b="1"/>
            </a:lvl4pPr>
            <a:lvl5pPr marL="2438218" indent="0">
              <a:buNone/>
              <a:defRPr sz="2133" b="1"/>
            </a:lvl5pPr>
            <a:lvl6pPr marL="3047772" indent="0">
              <a:buNone/>
              <a:defRPr sz="2133" b="1"/>
            </a:lvl6pPr>
            <a:lvl7pPr marL="3657327" indent="0">
              <a:buNone/>
              <a:defRPr sz="2133" b="1"/>
            </a:lvl7pPr>
            <a:lvl8pPr marL="4266880" indent="0">
              <a:buNone/>
              <a:defRPr sz="2133" b="1"/>
            </a:lvl8pPr>
            <a:lvl9pPr marL="4876435" indent="0">
              <a:buNone/>
              <a:defRPr sz="2133" b="1"/>
            </a:lvl9pPr>
          </a:lstStyle>
          <a:p>
            <a:pPr lvl="0"/>
            <a:r>
              <a:rPr lang="en-US"/>
              <a:t>SUBTITLE | ALL CAPS | TERRA COTTA | 11 PT</a:t>
            </a:r>
          </a:p>
        </p:txBody>
      </p:sp>
      <p:sp>
        <p:nvSpPr>
          <p:cNvPr id="3" name="Title 2">
            <a:extLst>
              <a:ext uri="{FF2B5EF4-FFF2-40B4-BE49-F238E27FC236}">
                <a16:creationId xmlns:a16="http://schemas.microsoft.com/office/drawing/2014/main" id="{7F82CE58-32D5-3345-8D45-4B2911CEFF06}"/>
              </a:ext>
            </a:extLst>
          </p:cNvPr>
          <p:cNvSpPr>
            <a:spLocks noGrp="1"/>
          </p:cNvSpPr>
          <p:nvPr>
            <p:ph type="title" hasCustomPrompt="1"/>
          </p:nvPr>
        </p:nvSpPr>
        <p:spPr/>
        <p:txBody>
          <a:bodyPr/>
          <a:lstStyle>
            <a:lvl1pPr>
              <a:defRPr spc="400" baseline="0"/>
            </a:lvl1pPr>
          </a:lstStyle>
          <a:p>
            <a:r>
              <a:rPr lang="en-US"/>
              <a:t>TITLE HERE. ALL CAPS. WHITE. 24 PT.</a:t>
            </a:r>
          </a:p>
        </p:txBody>
      </p:sp>
      <p:sp>
        <p:nvSpPr>
          <p:cNvPr id="2" name="Footer Placeholder 1">
            <a:extLst>
              <a:ext uri="{FF2B5EF4-FFF2-40B4-BE49-F238E27FC236}">
                <a16:creationId xmlns:a16="http://schemas.microsoft.com/office/drawing/2014/main" id="{198A64F6-4B15-444C-BB90-5F5E8F3B383D}"/>
              </a:ext>
            </a:extLst>
          </p:cNvPr>
          <p:cNvSpPr>
            <a:spLocks noGrp="1"/>
          </p:cNvSpPr>
          <p:nvPr>
            <p:ph type="ftr" sz="quarter" idx="17"/>
          </p:nvPr>
        </p:nvSpPr>
        <p:spPr/>
        <p:txBody>
          <a:bodyPr/>
          <a:lstStyle>
            <a:lvl1pPr>
              <a:defRPr spc="0"/>
            </a:lvl1pPr>
          </a:lstStyle>
          <a:p>
            <a:r>
              <a:rPr lang="en-US"/>
              <a:t>CS Agentic Development</a:t>
            </a:r>
          </a:p>
        </p:txBody>
      </p:sp>
      <p:sp>
        <p:nvSpPr>
          <p:cNvPr id="12" name="Content Placeholder 2"/>
          <p:cNvSpPr>
            <a:spLocks noGrp="1"/>
          </p:cNvSpPr>
          <p:nvPr>
            <p:ph sz="half" idx="1" hasCustomPrompt="1"/>
          </p:nvPr>
        </p:nvSpPr>
        <p:spPr>
          <a:xfrm>
            <a:off x="609600" y="1688175"/>
            <a:ext cx="3535680" cy="4392772"/>
          </a:xfrm>
        </p:spPr>
        <p:txBody>
          <a:bodyPr>
            <a:noAutofit/>
          </a:bodyPr>
          <a:lstStyle>
            <a:lvl1pPr>
              <a:buClr>
                <a:schemeClr val="accent1"/>
              </a:buClr>
              <a:defRPr sz="2133" spc="0"/>
            </a:lvl1pPr>
            <a:lvl2pPr>
              <a:buClr>
                <a:schemeClr val="accent1"/>
              </a:buClr>
              <a:defRPr sz="1867" spc="0"/>
            </a:lvl2pPr>
            <a:lvl3pPr>
              <a:buClr>
                <a:schemeClr val="accent1"/>
              </a:buClr>
              <a:defRPr sz="1600" spc="0"/>
            </a:lvl3pPr>
            <a:lvl4pPr marL="1828664" indent="0">
              <a:buClr>
                <a:schemeClr val="bg2"/>
              </a:buClr>
              <a:buNone/>
              <a:defRPr sz="1600"/>
            </a:lvl4pPr>
            <a:lvl5pPr>
              <a:buClr>
                <a:schemeClr val="bg2"/>
              </a:buClr>
              <a:defRPr sz="1600"/>
            </a:lvl5pPr>
            <a:lvl6pPr>
              <a:defRPr sz="2400"/>
            </a:lvl6pPr>
            <a:lvl7pPr>
              <a:defRPr sz="2400"/>
            </a:lvl7pPr>
            <a:lvl8pPr>
              <a:defRPr sz="2400"/>
            </a:lvl8pPr>
            <a:lvl9pPr>
              <a:defRPr sz="2400"/>
            </a:lvl9pPr>
          </a:lstStyle>
          <a:p>
            <a:pPr lvl="0"/>
            <a:r>
              <a:rPr lang="en-US"/>
              <a:t>Click to edit Master text styles</a:t>
            </a:r>
          </a:p>
          <a:p>
            <a:pPr lvl="1"/>
            <a:r>
              <a:rPr lang="en-US"/>
              <a:t>Second level</a:t>
            </a:r>
          </a:p>
          <a:p>
            <a:pPr lvl="2"/>
            <a:r>
              <a:rPr lang="en-US"/>
              <a:t>Third level</a:t>
            </a:r>
          </a:p>
        </p:txBody>
      </p:sp>
      <p:sp>
        <p:nvSpPr>
          <p:cNvPr id="13" name="Content Placeholder 3"/>
          <p:cNvSpPr>
            <a:spLocks noGrp="1"/>
          </p:cNvSpPr>
          <p:nvPr>
            <p:ph sz="half" idx="2" hasCustomPrompt="1"/>
          </p:nvPr>
        </p:nvSpPr>
        <p:spPr>
          <a:xfrm>
            <a:off x="8046720" y="1688175"/>
            <a:ext cx="3535680" cy="4392772"/>
          </a:xfrm>
        </p:spPr>
        <p:txBody>
          <a:bodyPr>
            <a:noAutofit/>
          </a:bodyPr>
          <a:lstStyle>
            <a:lvl1pPr>
              <a:buClr>
                <a:schemeClr val="accent1"/>
              </a:buClr>
              <a:defRPr sz="2133" spc="0"/>
            </a:lvl1pPr>
            <a:lvl2pPr>
              <a:buClr>
                <a:schemeClr val="accent1"/>
              </a:buClr>
              <a:defRPr sz="1867" spc="0"/>
            </a:lvl2pPr>
            <a:lvl3pPr>
              <a:buClr>
                <a:schemeClr val="accent1"/>
              </a:buClr>
              <a:defRPr sz="1600" spc="0"/>
            </a:lvl3pPr>
            <a:lvl4pPr>
              <a:buClr>
                <a:schemeClr val="bg2"/>
              </a:buClr>
              <a:defRPr sz="1600"/>
            </a:lvl4pPr>
            <a:lvl5pPr>
              <a:buClr>
                <a:schemeClr val="bg2"/>
              </a:buClr>
              <a:defRPr sz="1600"/>
            </a:lvl5pPr>
            <a:lvl6pPr>
              <a:defRPr sz="2400"/>
            </a:lvl6pPr>
            <a:lvl7pPr>
              <a:defRPr sz="2400"/>
            </a:lvl7pPr>
            <a:lvl8pPr>
              <a:defRPr sz="2400"/>
            </a:lvl8pPr>
            <a:lvl9pPr>
              <a:defRPr sz="2400"/>
            </a:lvl9pPr>
          </a:lstStyle>
          <a:p>
            <a:pPr lvl="0"/>
            <a:r>
              <a:rPr lang="en-US"/>
              <a:t>Click to edit Master text styles</a:t>
            </a:r>
          </a:p>
          <a:p>
            <a:pPr lvl="1"/>
            <a:r>
              <a:rPr lang="en-US"/>
              <a:t>Second level</a:t>
            </a:r>
          </a:p>
          <a:p>
            <a:pPr lvl="2"/>
            <a:r>
              <a:rPr lang="en-US"/>
              <a:t>Third level</a:t>
            </a:r>
          </a:p>
        </p:txBody>
      </p:sp>
      <p:sp>
        <p:nvSpPr>
          <p:cNvPr id="14" name="Content Placeholder 3"/>
          <p:cNvSpPr>
            <a:spLocks noGrp="1"/>
          </p:cNvSpPr>
          <p:nvPr>
            <p:ph sz="half" idx="12" hasCustomPrompt="1"/>
          </p:nvPr>
        </p:nvSpPr>
        <p:spPr>
          <a:xfrm>
            <a:off x="4328160" y="1688175"/>
            <a:ext cx="3535680" cy="4392772"/>
          </a:xfrm>
        </p:spPr>
        <p:txBody>
          <a:bodyPr>
            <a:noAutofit/>
          </a:bodyPr>
          <a:lstStyle>
            <a:lvl1pPr>
              <a:buClr>
                <a:schemeClr val="accent1"/>
              </a:buClr>
              <a:defRPr sz="2133" spc="0"/>
            </a:lvl1pPr>
            <a:lvl2pPr>
              <a:buClr>
                <a:schemeClr val="accent1"/>
              </a:buClr>
              <a:defRPr sz="1867" spc="0"/>
            </a:lvl2pPr>
            <a:lvl3pPr>
              <a:buClr>
                <a:schemeClr val="accent1"/>
              </a:buClr>
              <a:defRPr sz="1600" spc="0"/>
            </a:lvl3pPr>
            <a:lvl4pPr>
              <a:buClr>
                <a:schemeClr val="bg2"/>
              </a:buClr>
              <a:defRPr sz="1600"/>
            </a:lvl4pPr>
            <a:lvl5pPr>
              <a:buClr>
                <a:schemeClr val="bg2"/>
              </a:buClr>
              <a:defRPr sz="1600"/>
            </a:lvl5pPr>
            <a:lvl6pPr>
              <a:defRPr sz="2400"/>
            </a:lvl6pPr>
            <a:lvl7pPr>
              <a:defRPr sz="2400"/>
            </a:lvl7pPr>
            <a:lvl8pPr>
              <a:defRPr sz="2400"/>
            </a:lvl8pPr>
            <a:lvl9pPr>
              <a:defRPr sz="2400"/>
            </a:lvl9pPr>
          </a:lstStyle>
          <a:p>
            <a:pPr lvl="0"/>
            <a:r>
              <a:rPr lang="en-US"/>
              <a:t>Click to edit Master text styles</a:t>
            </a:r>
          </a:p>
          <a:p>
            <a:pPr lvl="1"/>
            <a:r>
              <a:rPr lang="en-US"/>
              <a:t>Second level</a:t>
            </a:r>
          </a:p>
          <a:p>
            <a:pPr lvl="2"/>
            <a:r>
              <a:rPr lang="en-US"/>
              <a:t>Third level</a:t>
            </a:r>
          </a:p>
        </p:txBody>
      </p:sp>
      <p:sp>
        <p:nvSpPr>
          <p:cNvPr id="4" name="Slide Number Placeholder 3">
            <a:extLst>
              <a:ext uri="{FF2B5EF4-FFF2-40B4-BE49-F238E27FC236}">
                <a16:creationId xmlns:a16="http://schemas.microsoft.com/office/drawing/2014/main" id="{B5B9F715-BBA8-46EE-81BA-5AB0ECF70AFF}"/>
              </a:ext>
            </a:extLst>
          </p:cNvPr>
          <p:cNvSpPr>
            <a:spLocks noGrp="1"/>
          </p:cNvSpPr>
          <p:nvPr>
            <p:ph type="sldNum" sz="quarter" idx="18"/>
          </p:nvPr>
        </p:nvSpPr>
        <p:spPr/>
        <p:txBody>
          <a:bodyPr/>
          <a:lstStyle>
            <a:lvl1pPr>
              <a:defRPr spc="0"/>
            </a:lvl1pPr>
          </a:lstStyle>
          <a:p>
            <a:fld id="{4644D924-5A8E-4AEE-85EF-4FA2A7E4AC52}" type="slidenum">
              <a:rPr lang="en-US" smtClean="0"/>
              <a:t>‹#›</a:t>
            </a:fld>
            <a:endParaRPr lang="en-US"/>
          </a:p>
        </p:txBody>
      </p:sp>
    </p:spTree>
    <p:extLst>
      <p:ext uri="{BB962C8B-B14F-4D97-AF65-F5344CB8AC3E}">
        <p14:creationId xmlns:p14="http://schemas.microsoft.com/office/powerpoint/2010/main" val="2609663558"/>
      </p:ext>
    </p:extLst>
  </p:cSld>
  <p:clrMapOvr>
    <a:masterClrMapping/>
  </p:clrMapOvr>
  <p:transition>
    <p:wipe dir="r"/>
  </p:transition>
</p:sldLayout>
</file>

<file path=ppt/slideLayouts/slideLayout139.xml><?xml version="1.0" encoding="utf-8"?>
<p:sldLayout xmlns:a="http://schemas.openxmlformats.org/drawingml/2006/main" xmlns:r="http://schemas.openxmlformats.org/officeDocument/2006/relationships" xmlns:p="http://schemas.openxmlformats.org/presentationml/2006/main" preserve="1">
  <p:cSld name="Blank | Black">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C46A440C-5DF3-4DDD-A00A-84F8F4748E8D}"/>
              </a:ext>
            </a:extLst>
          </p:cNvPr>
          <p:cNvSpPr>
            <a:spLocks noGrp="1"/>
          </p:cNvSpPr>
          <p:nvPr>
            <p:ph type="ftr" sz="quarter" idx="10"/>
          </p:nvPr>
        </p:nvSpPr>
        <p:spPr/>
        <p:txBody>
          <a:bodyPr/>
          <a:lstStyle>
            <a:lvl1pPr>
              <a:defRPr spc="0"/>
            </a:lvl1pPr>
          </a:lstStyle>
          <a:p>
            <a:r>
              <a:rPr lang="en-US"/>
              <a:t>CS Agentic Development</a:t>
            </a:r>
          </a:p>
        </p:txBody>
      </p:sp>
      <p:sp>
        <p:nvSpPr>
          <p:cNvPr id="5" name="Slide Number Placeholder 4">
            <a:extLst>
              <a:ext uri="{FF2B5EF4-FFF2-40B4-BE49-F238E27FC236}">
                <a16:creationId xmlns:a16="http://schemas.microsoft.com/office/drawing/2014/main" id="{FB4E18CA-2E4A-41D9-B678-28F90E51E09B}"/>
              </a:ext>
            </a:extLst>
          </p:cNvPr>
          <p:cNvSpPr>
            <a:spLocks noGrp="1"/>
          </p:cNvSpPr>
          <p:nvPr>
            <p:ph type="sldNum" sz="quarter" idx="11"/>
          </p:nvPr>
        </p:nvSpPr>
        <p:spPr/>
        <p:txBody>
          <a:bodyPr/>
          <a:lstStyle>
            <a:lvl1pPr>
              <a:defRPr spc="0"/>
            </a:lvl1pPr>
          </a:lstStyle>
          <a:p>
            <a:fld id="{4644D924-5A8E-4AEE-85EF-4FA2A7E4AC52}" type="slidenum">
              <a:rPr lang="en-US" smtClean="0"/>
              <a:t>‹#›</a:t>
            </a:fld>
            <a:endParaRPr lang="en-US"/>
          </a:p>
        </p:txBody>
      </p:sp>
    </p:spTree>
    <p:extLst>
      <p:ext uri="{BB962C8B-B14F-4D97-AF65-F5344CB8AC3E}">
        <p14:creationId xmlns:p14="http://schemas.microsoft.com/office/powerpoint/2010/main" val="3391128897"/>
      </p:ext>
    </p:extLst>
  </p:cSld>
  <p:clrMapOvr>
    <a:masterClrMapping/>
  </p:clrMapOvr>
  <p:transition>
    <p:wipe dir="r"/>
  </p:transition>
</p:sldLayout>
</file>

<file path=ppt/slideLayouts/slideLayout140.xml><?xml version="1.0" encoding="utf-8"?>
<p:sldLayout xmlns:a="http://schemas.openxmlformats.org/drawingml/2006/main" xmlns:r="http://schemas.openxmlformats.org/officeDocument/2006/relationships" xmlns:p="http://schemas.openxmlformats.org/presentationml/2006/main" showMasterSp="0" preserve="1">
  <p:cSld name="Blank | Black | No Logo">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A5C24002-EE42-4430-9A4A-6C0B504FEA51}"/>
              </a:ext>
            </a:extLst>
          </p:cNvPr>
          <p:cNvSpPr>
            <a:spLocks noGrp="1"/>
          </p:cNvSpPr>
          <p:nvPr>
            <p:ph type="ftr" sz="quarter" idx="10"/>
          </p:nvPr>
        </p:nvSpPr>
        <p:spPr/>
        <p:txBody>
          <a:bodyPr/>
          <a:lstStyle>
            <a:lvl1pPr>
              <a:defRPr spc="0"/>
            </a:lvl1pPr>
          </a:lstStyle>
          <a:p>
            <a:r>
              <a:rPr lang="en-US"/>
              <a:t>CS Agentic Development</a:t>
            </a:r>
          </a:p>
        </p:txBody>
      </p:sp>
      <p:sp>
        <p:nvSpPr>
          <p:cNvPr id="6" name="Slide Number Placeholder 5">
            <a:extLst>
              <a:ext uri="{FF2B5EF4-FFF2-40B4-BE49-F238E27FC236}">
                <a16:creationId xmlns:a16="http://schemas.microsoft.com/office/drawing/2014/main" id="{12E0FB2B-E08A-4F60-8C05-86602CA6541D}"/>
              </a:ext>
            </a:extLst>
          </p:cNvPr>
          <p:cNvSpPr>
            <a:spLocks noGrp="1"/>
          </p:cNvSpPr>
          <p:nvPr>
            <p:ph type="sldNum" sz="quarter" idx="11"/>
          </p:nvPr>
        </p:nvSpPr>
        <p:spPr/>
        <p:txBody>
          <a:bodyPr/>
          <a:lstStyle>
            <a:lvl1pPr>
              <a:defRPr spc="0"/>
            </a:lvl1pPr>
          </a:lstStyle>
          <a:p>
            <a:fld id="{4644D924-5A8E-4AEE-85EF-4FA2A7E4AC52}" type="slidenum">
              <a:rPr lang="en-US" smtClean="0"/>
              <a:t>‹#›</a:t>
            </a:fld>
            <a:endParaRPr lang="en-US"/>
          </a:p>
        </p:txBody>
      </p:sp>
      <p:sp>
        <p:nvSpPr>
          <p:cNvPr id="5" name="Footer Placeholder 3">
            <a:extLst>
              <a:ext uri="{FF2B5EF4-FFF2-40B4-BE49-F238E27FC236}">
                <a16:creationId xmlns:a16="http://schemas.microsoft.com/office/drawing/2014/main" id="{53DD90CB-1EDF-48E1-BC72-0C5983054F42}"/>
              </a:ext>
            </a:extLst>
          </p:cNvPr>
          <p:cNvSpPr txBox="1">
            <a:spLocks/>
          </p:cNvSpPr>
          <p:nvPr/>
        </p:nvSpPr>
        <p:spPr>
          <a:xfrm>
            <a:off x="5296102" y="6279969"/>
            <a:ext cx="5997303" cy="183091"/>
          </a:xfrm>
          <a:prstGeom prst="rect">
            <a:avLst/>
          </a:prstGeom>
        </p:spPr>
        <p:txBody>
          <a:bodyPr vert="horz" lIns="0" tIns="0" rIns="0" bIns="0" rtlCol="0" anchor="ctr"/>
          <a:lstStyle>
            <a:defPPr>
              <a:defRPr lang="en-US"/>
            </a:defPPr>
            <a:lvl1pPr marL="0" algn="r" defTabSz="457200" rtl="0" eaLnBrk="1" latinLnBrk="0" hangingPunct="1">
              <a:defRPr sz="600" b="0" kern="800" spc="40" baseline="0">
                <a:solidFill>
                  <a:schemeClr val="tx2"/>
                </a:solidFill>
                <a:latin typeface="+mj-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800" spc="0" baseline="0">
                <a:solidFill>
                  <a:schemeClr val="tx1"/>
                </a:solidFill>
                <a:cs typeface="DIN-Light"/>
              </a:rPr>
              <a:t>© 2020 </a:t>
            </a:r>
            <a:r>
              <a:rPr lang="en-US" sz="800" spc="0" baseline="0">
                <a:solidFill>
                  <a:schemeClr val="tx1"/>
                </a:solidFill>
              </a:rPr>
              <a:t>Collins Aerospace</a:t>
            </a:r>
            <a:endParaRPr lang="en-US" sz="800" spc="0" baseline="0">
              <a:solidFill>
                <a:schemeClr val="accent1"/>
              </a:solidFill>
              <a:cs typeface="DIN-Light"/>
              <a:sym typeface="Verdana"/>
            </a:endParaRPr>
          </a:p>
        </p:txBody>
      </p:sp>
    </p:spTree>
    <p:extLst>
      <p:ext uri="{BB962C8B-B14F-4D97-AF65-F5344CB8AC3E}">
        <p14:creationId xmlns:p14="http://schemas.microsoft.com/office/powerpoint/2010/main" val="3308396414"/>
      </p:ext>
    </p:extLst>
  </p:cSld>
  <p:clrMapOvr>
    <a:masterClrMapping/>
  </p:clrMapOvr>
  <p:transition>
    <p:wipe dir="r"/>
  </p:transition>
</p:sldLayout>
</file>

<file path=ppt/slideLayouts/slideLayout141.xml><?xml version="1.0" encoding="utf-8"?>
<p:sldLayout xmlns:a="http://schemas.openxmlformats.org/drawingml/2006/main" xmlns:r="http://schemas.openxmlformats.org/officeDocument/2006/relationships" xmlns:p="http://schemas.openxmlformats.org/presentationml/2006/main" preserve="1">
  <p:cSld name="Cover Slide | White Text">
    <p:spTree>
      <p:nvGrpSpPr>
        <p:cNvPr id="1" name=""/>
        <p:cNvGrpSpPr/>
        <p:nvPr/>
      </p:nvGrpSpPr>
      <p:grpSpPr>
        <a:xfrm>
          <a:off x="0" y="0"/>
          <a:ext cx="0" cy="0"/>
          <a:chOff x="0" y="0"/>
          <a:chExt cx="0" cy="0"/>
        </a:xfrm>
      </p:grpSpPr>
      <p:sp>
        <p:nvSpPr>
          <p:cNvPr id="13" name="Title Placeholder 1"/>
          <p:cNvSpPr>
            <a:spLocks noGrp="1"/>
          </p:cNvSpPr>
          <p:nvPr>
            <p:ph type="title" hasCustomPrompt="1"/>
          </p:nvPr>
        </p:nvSpPr>
        <p:spPr>
          <a:xfrm>
            <a:off x="609600" y="466828"/>
            <a:ext cx="6495845" cy="1617613"/>
          </a:xfrm>
          <a:prstGeom prst="rect">
            <a:avLst/>
          </a:prstGeom>
        </p:spPr>
        <p:txBody>
          <a:bodyPr vert="horz" lIns="91440" tIns="45720" rIns="91440" bIns="45720" rtlCol="0" anchor="b">
            <a:noAutofit/>
          </a:bodyPr>
          <a:lstStyle>
            <a:lvl1pPr>
              <a:defRPr spc="400" baseline="0"/>
            </a:lvl1pPr>
          </a:lstStyle>
          <a:p>
            <a:pPr lvl="0"/>
            <a:r>
              <a:rPr lang="en-US"/>
              <a:t>TITLE HERE. ALL CAPS. WHITE. 24 PT.</a:t>
            </a:r>
          </a:p>
        </p:txBody>
      </p:sp>
      <p:sp>
        <p:nvSpPr>
          <p:cNvPr id="11" name="Text Placeholder 17">
            <a:extLst>
              <a:ext uri="{FF2B5EF4-FFF2-40B4-BE49-F238E27FC236}">
                <a16:creationId xmlns:a16="http://schemas.microsoft.com/office/drawing/2014/main" id="{7397E52E-98A3-4984-931D-1E63DCDB9A33}"/>
              </a:ext>
            </a:extLst>
          </p:cNvPr>
          <p:cNvSpPr>
            <a:spLocks noGrp="1"/>
          </p:cNvSpPr>
          <p:nvPr>
            <p:ph type="body" sz="quarter" idx="28" hasCustomPrompt="1"/>
          </p:nvPr>
        </p:nvSpPr>
        <p:spPr>
          <a:xfrm>
            <a:off x="609600" y="2138819"/>
            <a:ext cx="6507888" cy="613853"/>
          </a:xfrm>
        </p:spPr>
        <p:txBody>
          <a:bodyPr anchor="t">
            <a:noAutofit/>
          </a:bodyPr>
          <a:lstStyle>
            <a:lvl1pPr marL="0" indent="0">
              <a:buNone/>
              <a:defRPr sz="1467" cap="all" spc="400" baseline="0">
                <a:solidFill>
                  <a:schemeClr val="accent1"/>
                </a:solidFill>
              </a:defRPr>
            </a:lvl1pPr>
          </a:lstStyle>
          <a:p>
            <a:pPr lvl="0"/>
            <a:r>
              <a:rPr lang="en-US"/>
              <a:t>SUBHEAD HERE. ALL CAPS. TERRA COTTA. 11 PT.</a:t>
            </a:r>
          </a:p>
        </p:txBody>
      </p:sp>
      <p:sp>
        <p:nvSpPr>
          <p:cNvPr id="3" name="Footer Placeholder 2">
            <a:extLst>
              <a:ext uri="{FF2B5EF4-FFF2-40B4-BE49-F238E27FC236}">
                <a16:creationId xmlns:a16="http://schemas.microsoft.com/office/drawing/2014/main" id="{7A221D27-7279-4E5A-A354-B1B0C73D427F}"/>
              </a:ext>
            </a:extLst>
          </p:cNvPr>
          <p:cNvSpPr>
            <a:spLocks noGrp="1"/>
          </p:cNvSpPr>
          <p:nvPr>
            <p:ph type="ftr" sz="quarter" idx="29"/>
          </p:nvPr>
        </p:nvSpPr>
        <p:spPr/>
        <p:txBody>
          <a:bodyPr/>
          <a:lstStyle/>
          <a:p>
            <a:r>
              <a:rPr lang="en-US"/>
              <a:t>CS Agentic Development</a:t>
            </a:r>
          </a:p>
        </p:txBody>
      </p:sp>
      <p:sp>
        <p:nvSpPr>
          <p:cNvPr id="4" name="Slide Number Placeholder 3">
            <a:extLst>
              <a:ext uri="{FF2B5EF4-FFF2-40B4-BE49-F238E27FC236}">
                <a16:creationId xmlns:a16="http://schemas.microsoft.com/office/drawing/2014/main" id="{DB156E47-238B-4F65-BF44-6D8FA932FBBD}"/>
              </a:ext>
            </a:extLst>
          </p:cNvPr>
          <p:cNvSpPr>
            <a:spLocks noGrp="1"/>
          </p:cNvSpPr>
          <p:nvPr>
            <p:ph type="sldNum" sz="quarter" idx="30"/>
          </p:nvPr>
        </p:nvSpPr>
        <p:spPr/>
        <p:txBody>
          <a:bodyPr/>
          <a:lstStyle/>
          <a:p>
            <a:fld id="{4644D924-5A8E-4AEE-85EF-4FA2A7E4AC52}" type="slidenum">
              <a:rPr lang="en-US" smtClean="0"/>
              <a:t>‹#›</a:t>
            </a:fld>
            <a:endParaRPr lang="en-US"/>
          </a:p>
        </p:txBody>
      </p:sp>
    </p:spTree>
    <p:extLst>
      <p:ext uri="{BB962C8B-B14F-4D97-AF65-F5344CB8AC3E}">
        <p14:creationId xmlns:p14="http://schemas.microsoft.com/office/powerpoint/2010/main" val="2700490571"/>
      </p:ext>
    </p:extLst>
  </p:cSld>
  <p:clrMapOvr>
    <a:masterClrMapping/>
  </p:clrMapOvr>
  <p:transition>
    <p:wipe dir="r"/>
  </p:transition>
</p:sldLayout>
</file>

<file path=ppt/slideLayouts/slideLayout142.xml><?xml version="1.0" encoding="utf-8"?>
<p:sldLayout xmlns:a="http://schemas.openxmlformats.org/drawingml/2006/main" xmlns:r="http://schemas.openxmlformats.org/officeDocument/2006/relationships" xmlns:p="http://schemas.openxmlformats.org/presentationml/2006/main" preserve="1">
  <p:cSld name="Cover Slide | Black Text">
    <p:bg>
      <p:bgRef idx="1001">
        <a:schemeClr val="bg1"/>
      </p:bgRef>
    </p:bg>
    <p:spTree>
      <p:nvGrpSpPr>
        <p:cNvPr id="1" name=""/>
        <p:cNvGrpSpPr/>
        <p:nvPr/>
      </p:nvGrpSpPr>
      <p:grpSpPr>
        <a:xfrm>
          <a:off x="0" y="0"/>
          <a:ext cx="0" cy="0"/>
          <a:chOff x="0" y="0"/>
          <a:chExt cx="0" cy="0"/>
        </a:xfrm>
      </p:grpSpPr>
      <p:sp>
        <p:nvSpPr>
          <p:cNvPr id="10" name="Title Placeholder 1"/>
          <p:cNvSpPr>
            <a:spLocks noGrp="1"/>
          </p:cNvSpPr>
          <p:nvPr>
            <p:ph type="title" hasCustomPrompt="1"/>
          </p:nvPr>
        </p:nvSpPr>
        <p:spPr>
          <a:xfrm>
            <a:off x="609600" y="466828"/>
            <a:ext cx="6495845" cy="1617613"/>
          </a:xfrm>
          <a:prstGeom prst="rect">
            <a:avLst/>
          </a:prstGeom>
        </p:spPr>
        <p:txBody>
          <a:bodyPr vert="horz" lIns="91440" tIns="45720" rIns="91440" bIns="45720" rtlCol="0" anchor="b">
            <a:noAutofit/>
          </a:bodyPr>
          <a:lstStyle>
            <a:lvl1pPr>
              <a:defRPr spc="400" baseline="0"/>
            </a:lvl1pPr>
          </a:lstStyle>
          <a:p>
            <a:pPr lvl="0"/>
            <a:r>
              <a:rPr lang="en-US"/>
              <a:t>TITLE HERE. ALL CAPS. BLACK. 24 PT.</a:t>
            </a:r>
          </a:p>
        </p:txBody>
      </p:sp>
      <p:sp>
        <p:nvSpPr>
          <p:cNvPr id="12" name="Text Placeholder 17">
            <a:extLst>
              <a:ext uri="{FF2B5EF4-FFF2-40B4-BE49-F238E27FC236}">
                <a16:creationId xmlns:a16="http://schemas.microsoft.com/office/drawing/2014/main" id="{67AA4070-7CFC-45F6-8A11-958B4586B16F}"/>
              </a:ext>
            </a:extLst>
          </p:cNvPr>
          <p:cNvSpPr>
            <a:spLocks noGrp="1"/>
          </p:cNvSpPr>
          <p:nvPr>
            <p:ph type="body" sz="quarter" idx="28" hasCustomPrompt="1"/>
          </p:nvPr>
        </p:nvSpPr>
        <p:spPr>
          <a:xfrm>
            <a:off x="609600" y="2138819"/>
            <a:ext cx="6507888" cy="613853"/>
          </a:xfrm>
        </p:spPr>
        <p:txBody>
          <a:bodyPr anchor="t">
            <a:noAutofit/>
          </a:bodyPr>
          <a:lstStyle>
            <a:lvl1pPr marL="0" indent="0">
              <a:buNone/>
              <a:defRPr sz="1467" cap="all" spc="400" baseline="0">
                <a:solidFill>
                  <a:schemeClr val="accent1"/>
                </a:solidFill>
              </a:defRPr>
            </a:lvl1pPr>
          </a:lstStyle>
          <a:p>
            <a:pPr lvl="0"/>
            <a:r>
              <a:rPr lang="en-US"/>
              <a:t>SUBHEAD HERE. ALL CAPS. TERRA COTTA. 11 PT.</a:t>
            </a:r>
          </a:p>
        </p:txBody>
      </p:sp>
      <p:sp>
        <p:nvSpPr>
          <p:cNvPr id="2" name="Footer Placeholder 1">
            <a:extLst>
              <a:ext uri="{FF2B5EF4-FFF2-40B4-BE49-F238E27FC236}">
                <a16:creationId xmlns:a16="http://schemas.microsoft.com/office/drawing/2014/main" id="{3145897C-23C1-436B-89DF-882EE349FC81}"/>
              </a:ext>
            </a:extLst>
          </p:cNvPr>
          <p:cNvSpPr>
            <a:spLocks noGrp="1"/>
          </p:cNvSpPr>
          <p:nvPr>
            <p:ph type="ftr" sz="quarter" idx="29"/>
          </p:nvPr>
        </p:nvSpPr>
        <p:spPr/>
        <p:txBody>
          <a:bodyPr/>
          <a:lstStyle/>
          <a:p>
            <a:r>
              <a:rPr lang="en-US"/>
              <a:t>CS Agentic Development</a:t>
            </a:r>
          </a:p>
        </p:txBody>
      </p:sp>
      <p:sp>
        <p:nvSpPr>
          <p:cNvPr id="4" name="Slide Number Placeholder 3">
            <a:extLst>
              <a:ext uri="{FF2B5EF4-FFF2-40B4-BE49-F238E27FC236}">
                <a16:creationId xmlns:a16="http://schemas.microsoft.com/office/drawing/2014/main" id="{AFCCD10A-591E-4F9C-9814-BD8C78107065}"/>
              </a:ext>
            </a:extLst>
          </p:cNvPr>
          <p:cNvSpPr>
            <a:spLocks noGrp="1"/>
          </p:cNvSpPr>
          <p:nvPr>
            <p:ph type="sldNum" sz="quarter" idx="30"/>
          </p:nvPr>
        </p:nvSpPr>
        <p:spPr/>
        <p:txBody>
          <a:bodyPr/>
          <a:lstStyle/>
          <a:p>
            <a:fld id="{4644D924-5A8E-4AEE-85EF-4FA2A7E4AC52}" type="slidenum">
              <a:rPr lang="en-US" smtClean="0"/>
              <a:t>‹#›</a:t>
            </a:fld>
            <a:endParaRPr lang="en-US"/>
          </a:p>
        </p:txBody>
      </p:sp>
    </p:spTree>
    <p:extLst>
      <p:ext uri="{BB962C8B-B14F-4D97-AF65-F5344CB8AC3E}">
        <p14:creationId xmlns:p14="http://schemas.microsoft.com/office/powerpoint/2010/main" val="3375822617"/>
      </p:ext>
    </p:extLst>
  </p:cSld>
  <p:clrMapOvr>
    <a:overrideClrMapping bg1="lt1" tx1="dk1" bg2="lt2" tx2="dk2" accent1="accent1" accent2="accent2" accent3="accent3" accent4="accent4" accent5="accent5" accent6="accent6" hlink="hlink" folHlink="folHlink"/>
  </p:clrMapOvr>
  <p:transition>
    <p:wipe dir="r"/>
  </p:transition>
</p:sldLayout>
</file>

<file path=ppt/slideLayouts/slideLayout143.xml><?xml version="1.0" encoding="utf-8"?>
<p:sldLayout xmlns:a="http://schemas.openxmlformats.org/drawingml/2006/main" xmlns:r="http://schemas.openxmlformats.org/officeDocument/2006/relationships" xmlns:p="http://schemas.openxmlformats.org/presentationml/2006/main" preserve="1">
  <p:cSld name="Alt Cover Slide | Solid | Black">
    <p:bg>
      <p:bgRef idx="1001">
        <a:schemeClr val="bg1"/>
      </p:bgRef>
    </p:bg>
    <p:spTree>
      <p:nvGrpSpPr>
        <p:cNvPr id="1" name=""/>
        <p:cNvGrpSpPr/>
        <p:nvPr/>
      </p:nvGrpSpPr>
      <p:grpSpPr>
        <a:xfrm>
          <a:off x="0" y="0"/>
          <a:ext cx="0" cy="0"/>
          <a:chOff x="0" y="0"/>
          <a:chExt cx="0" cy="0"/>
        </a:xfrm>
      </p:grpSpPr>
      <p:sp>
        <p:nvSpPr>
          <p:cNvPr id="21" name="Title 1">
            <a:extLst>
              <a:ext uri="{FF2B5EF4-FFF2-40B4-BE49-F238E27FC236}">
                <a16:creationId xmlns:a16="http://schemas.microsoft.com/office/drawing/2014/main" id="{F4A54FD8-B531-0B4E-8934-C853C4D67D98}"/>
              </a:ext>
            </a:extLst>
          </p:cNvPr>
          <p:cNvSpPr>
            <a:spLocks noGrp="1"/>
          </p:cNvSpPr>
          <p:nvPr>
            <p:ph type="title" hasCustomPrompt="1"/>
          </p:nvPr>
        </p:nvSpPr>
        <p:spPr>
          <a:xfrm>
            <a:off x="609601" y="2697276"/>
            <a:ext cx="6906408" cy="1617613"/>
          </a:xfrm>
          <a:prstGeom prst="rect">
            <a:avLst/>
          </a:prstGeom>
        </p:spPr>
        <p:txBody>
          <a:bodyPr anchor="b"/>
          <a:lstStyle>
            <a:lvl1pPr marL="0" marR="0" indent="0" algn="l" defTabSz="609555" rtl="0" eaLnBrk="1" fontAlgn="auto" latinLnBrk="0" hangingPunct="1">
              <a:lnSpc>
                <a:spcPct val="100000"/>
              </a:lnSpc>
              <a:spcBef>
                <a:spcPct val="0"/>
              </a:spcBef>
              <a:spcAft>
                <a:spcPts val="0"/>
              </a:spcAft>
              <a:buClrTx/>
              <a:buSzTx/>
              <a:buFontTx/>
              <a:buNone/>
              <a:tabLst/>
              <a:defRPr spc="400" baseline="0">
                <a:solidFill>
                  <a:schemeClr val="tx1"/>
                </a:solidFill>
              </a:defRPr>
            </a:lvl1pPr>
          </a:lstStyle>
          <a:p>
            <a:pPr marL="0" marR="0" lvl="0" indent="0" algn="l" defTabSz="609555" rtl="0" eaLnBrk="1" fontAlgn="auto" latinLnBrk="0" hangingPunct="1">
              <a:lnSpc>
                <a:spcPct val="100000"/>
              </a:lnSpc>
              <a:spcBef>
                <a:spcPct val="0"/>
              </a:spcBef>
              <a:spcAft>
                <a:spcPts val="0"/>
              </a:spcAft>
              <a:buClrTx/>
              <a:buSzTx/>
              <a:buFontTx/>
              <a:buNone/>
              <a:tabLst/>
              <a:defRPr/>
            </a:pPr>
            <a:r>
              <a:rPr lang="en-US"/>
              <a:t>title HERE. ALL CAPS. white. 24 PT.</a:t>
            </a:r>
          </a:p>
        </p:txBody>
      </p:sp>
      <p:sp>
        <p:nvSpPr>
          <p:cNvPr id="24" name="Text Placeholder 17">
            <a:extLst>
              <a:ext uri="{FF2B5EF4-FFF2-40B4-BE49-F238E27FC236}">
                <a16:creationId xmlns:a16="http://schemas.microsoft.com/office/drawing/2014/main" id="{D31D793F-8D60-444C-B182-F47C65D2738F}"/>
              </a:ext>
            </a:extLst>
          </p:cNvPr>
          <p:cNvSpPr>
            <a:spLocks noGrp="1"/>
          </p:cNvSpPr>
          <p:nvPr>
            <p:ph type="body" sz="quarter" idx="28" hasCustomPrompt="1"/>
          </p:nvPr>
        </p:nvSpPr>
        <p:spPr>
          <a:xfrm>
            <a:off x="609601" y="4376176"/>
            <a:ext cx="6906408" cy="613853"/>
          </a:xfrm>
        </p:spPr>
        <p:txBody>
          <a:bodyPr anchor="t">
            <a:noAutofit/>
          </a:bodyPr>
          <a:lstStyle>
            <a:lvl1pPr marL="0" indent="0">
              <a:buNone/>
              <a:defRPr sz="1467" cap="all" spc="400" baseline="0">
                <a:solidFill>
                  <a:schemeClr val="accent1"/>
                </a:solidFill>
              </a:defRPr>
            </a:lvl1pPr>
          </a:lstStyle>
          <a:p>
            <a:pPr lvl="0"/>
            <a:r>
              <a:rPr lang="en-US"/>
              <a:t>SUBHEAD HERE. ALL CAPS. TERRA COTTA. 11 PT.</a:t>
            </a:r>
          </a:p>
        </p:txBody>
      </p:sp>
      <p:cxnSp>
        <p:nvCxnSpPr>
          <p:cNvPr id="23" name="Straight Connector 22"/>
          <p:cNvCxnSpPr/>
          <p:nvPr/>
        </p:nvCxnSpPr>
        <p:spPr>
          <a:xfrm>
            <a:off x="609600" y="609600"/>
            <a:ext cx="11582400" cy="0"/>
          </a:xfrm>
          <a:prstGeom prst="line">
            <a:avLst/>
          </a:prstGeom>
          <a:ln w="6350" cap="sq">
            <a:solidFill>
              <a:schemeClr val="accent1"/>
            </a:solidFill>
            <a:headEnd type="oval" w="sm" len="sm"/>
          </a:ln>
          <a:effectLst/>
        </p:spPr>
        <p:style>
          <a:lnRef idx="2">
            <a:schemeClr val="accent1"/>
          </a:lnRef>
          <a:fillRef idx="0">
            <a:schemeClr val="accent1"/>
          </a:fillRef>
          <a:effectRef idx="1">
            <a:schemeClr val="accent1"/>
          </a:effectRef>
          <a:fontRef idx="minor">
            <a:schemeClr val="tx1"/>
          </a:fontRef>
        </p:style>
      </p:cxnSp>
      <p:sp>
        <p:nvSpPr>
          <p:cNvPr id="2" name="Footer Placeholder 1">
            <a:extLst>
              <a:ext uri="{FF2B5EF4-FFF2-40B4-BE49-F238E27FC236}">
                <a16:creationId xmlns:a16="http://schemas.microsoft.com/office/drawing/2014/main" id="{95AAEC19-A6B2-4318-8059-930560E2463A}"/>
              </a:ext>
            </a:extLst>
          </p:cNvPr>
          <p:cNvSpPr>
            <a:spLocks noGrp="1"/>
          </p:cNvSpPr>
          <p:nvPr>
            <p:ph type="ftr" sz="quarter" idx="29"/>
          </p:nvPr>
        </p:nvSpPr>
        <p:spPr/>
        <p:txBody>
          <a:bodyPr/>
          <a:lstStyle>
            <a:lvl1pPr>
              <a:defRPr spc="0"/>
            </a:lvl1pPr>
          </a:lstStyle>
          <a:p>
            <a:r>
              <a:rPr lang="en-US"/>
              <a:t>CS Agentic Development</a:t>
            </a:r>
          </a:p>
        </p:txBody>
      </p:sp>
      <p:sp>
        <p:nvSpPr>
          <p:cNvPr id="3" name="Slide Number Placeholder 2">
            <a:extLst>
              <a:ext uri="{FF2B5EF4-FFF2-40B4-BE49-F238E27FC236}">
                <a16:creationId xmlns:a16="http://schemas.microsoft.com/office/drawing/2014/main" id="{2BB0D61B-C032-47A0-817B-E65EADC178ED}"/>
              </a:ext>
            </a:extLst>
          </p:cNvPr>
          <p:cNvSpPr>
            <a:spLocks noGrp="1"/>
          </p:cNvSpPr>
          <p:nvPr>
            <p:ph type="sldNum" sz="quarter" idx="30"/>
          </p:nvPr>
        </p:nvSpPr>
        <p:spPr/>
        <p:txBody>
          <a:bodyPr/>
          <a:lstStyle>
            <a:lvl1pPr>
              <a:defRPr spc="0"/>
            </a:lvl1pPr>
          </a:lstStyle>
          <a:p>
            <a:fld id="{4644D924-5A8E-4AEE-85EF-4FA2A7E4AC52}" type="slidenum">
              <a:rPr lang="en-US" smtClean="0"/>
              <a:t>‹#›</a:t>
            </a:fld>
            <a:endParaRPr lang="en-US"/>
          </a:p>
        </p:txBody>
      </p:sp>
    </p:spTree>
    <p:extLst>
      <p:ext uri="{BB962C8B-B14F-4D97-AF65-F5344CB8AC3E}">
        <p14:creationId xmlns:p14="http://schemas.microsoft.com/office/powerpoint/2010/main" val="464485922"/>
      </p:ext>
    </p:extLst>
  </p:cSld>
  <p:clrMapOvr>
    <a:overrideClrMapping bg1="dk1" tx1="lt1" bg2="dk2" tx2="lt2" accent1="accent1" accent2="accent2" accent3="accent3" accent4="accent4" accent5="accent5" accent6="accent6" hlink="hlink" folHlink="folHlink"/>
  </p:clrMapOvr>
  <p:transition>
    <p:wipe dir="r"/>
  </p:transition>
</p:sldLayout>
</file>

<file path=ppt/slideLayouts/slideLayout144.xml><?xml version="1.0" encoding="utf-8"?>
<p:sldLayout xmlns:a="http://schemas.openxmlformats.org/drawingml/2006/main" xmlns:r="http://schemas.openxmlformats.org/officeDocument/2006/relationships" xmlns:p="http://schemas.openxmlformats.org/presentationml/2006/main" preserve="1">
  <p:cSld name="Alt Cover Slide | Solid | White">
    <p:bg>
      <p:bgRef idx="1001">
        <a:schemeClr val="bg1"/>
      </p:bgRef>
    </p:bg>
    <p:spTree>
      <p:nvGrpSpPr>
        <p:cNvPr id="1" name=""/>
        <p:cNvGrpSpPr/>
        <p:nvPr/>
      </p:nvGrpSpPr>
      <p:grpSpPr>
        <a:xfrm>
          <a:off x="0" y="0"/>
          <a:ext cx="0" cy="0"/>
          <a:chOff x="0" y="0"/>
          <a:chExt cx="0" cy="0"/>
        </a:xfrm>
      </p:grpSpPr>
      <p:sp>
        <p:nvSpPr>
          <p:cNvPr id="21" name="Title 1">
            <a:extLst>
              <a:ext uri="{FF2B5EF4-FFF2-40B4-BE49-F238E27FC236}">
                <a16:creationId xmlns:a16="http://schemas.microsoft.com/office/drawing/2014/main" id="{F4A54FD8-B531-0B4E-8934-C853C4D67D98}"/>
              </a:ext>
            </a:extLst>
          </p:cNvPr>
          <p:cNvSpPr>
            <a:spLocks noGrp="1"/>
          </p:cNvSpPr>
          <p:nvPr>
            <p:ph type="title" hasCustomPrompt="1"/>
          </p:nvPr>
        </p:nvSpPr>
        <p:spPr>
          <a:xfrm>
            <a:off x="609601" y="2697276"/>
            <a:ext cx="6906408" cy="1617613"/>
          </a:xfrm>
          <a:prstGeom prst="rect">
            <a:avLst/>
          </a:prstGeom>
        </p:spPr>
        <p:txBody>
          <a:bodyPr anchor="b"/>
          <a:lstStyle>
            <a:lvl1pPr marL="0" marR="0" indent="0" algn="l" defTabSz="609555" rtl="0" eaLnBrk="1" fontAlgn="auto" latinLnBrk="0" hangingPunct="1">
              <a:lnSpc>
                <a:spcPct val="100000"/>
              </a:lnSpc>
              <a:spcBef>
                <a:spcPct val="0"/>
              </a:spcBef>
              <a:spcAft>
                <a:spcPts val="0"/>
              </a:spcAft>
              <a:buClrTx/>
              <a:buSzTx/>
              <a:buFontTx/>
              <a:buNone/>
              <a:tabLst/>
              <a:defRPr spc="400" baseline="0">
                <a:solidFill>
                  <a:schemeClr val="tx1"/>
                </a:solidFill>
              </a:defRPr>
            </a:lvl1pPr>
          </a:lstStyle>
          <a:p>
            <a:pPr marL="0" marR="0" lvl="0" indent="0" algn="l" defTabSz="609555" rtl="0" eaLnBrk="1" fontAlgn="auto" latinLnBrk="0" hangingPunct="1">
              <a:lnSpc>
                <a:spcPct val="100000"/>
              </a:lnSpc>
              <a:spcBef>
                <a:spcPct val="0"/>
              </a:spcBef>
              <a:spcAft>
                <a:spcPts val="0"/>
              </a:spcAft>
              <a:buClrTx/>
              <a:buSzTx/>
              <a:buFontTx/>
              <a:buNone/>
              <a:tabLst/>
              <a:defRPr/>
            </a:pPr>
            <a:r>
              <a:rPr lang="en-US"/>
              <a:t>title HERE. ALL CAPS. black. 24 PT.</a:t>
            </a:r>
          </a:p>
        </p:txBody>
      </p:sp>
      <p:sp>
        <p:nvSpPr>
          <p:cNvPr id="24" name="Text Placeholder 17">
            <a:extLst>
              <a:ext uri="{FF2B5EF4-FFF2-40B4-BE49-F238E27FC236}">
                <a16:creationId xmlns:a16="http://schemas.microsoft.com/office/drawing/2014/main" id="{D31D793F-8D60-444C-B182-F47C65D2738F}"/>
              </a:ext>
            </a:extLst>
          </p:cNvPr>
          <p:cNvSpPr>
            <a:spLocks noGrp="1"/>
          </p:cNvSpPr>
          <p:nvPr>
            <p:ph type="body" sz="quarter" idx="28" hasCustomPrompt="1"/>
          </p:nvPr>
        </p:nvSpPr>
        <p:spPr>
          <a:xfrm>
            <a:off x="609603" y="4376176"/>
            <a:ext cx="6906408" cy="613853"/>
          </a:xfrm>
        </p:spPr>
        <p:txBody>
          <a:bodyPr anchor="t">
            <a:noAutofit/>
          </a:bodyPr>
          <a:lstStyle>
            <a:lvl1pPr marL="0" indent="0">
              <a:buNone/>
              <a:defRPr sz="1467" cap="all" spc="400" baseline="0">
                <a:solidFill>
                  <a:schemeClr val="accent1"/>
                </a:solidFill>
              </a:defRPr>
            </a:lvl1pPr>
          </a:lstStyle>
          <a:p>
            <a:pPr lvl="0"/>
            <a:r>
              <a:rPr lang="en-US"/>
              <a:t>SUBHEAD HERE. ALL CAPS. TERRA COTTA. 11 PT.</a:t>
            </a:r>
          </a:p>
        </p:txBody>
      </p:sp>
      <p:cxnSp>
        <p:nvCxnSpPr>
          <p:cNvPr id="8" name="Straight Connector 7"/>
          <p:cNvCxnSpPr/>
          <p:nvPr/>
        </p:nvCxnSpPr>
        <p:spPr>
          <a:xfrm>
            <a:off x="609600" y="609600"/>
            <a:ext cx="11582400" cy="9912"/>
          </a:xfrm>
          <a:prstGeom prst="line">
            <a:avLst/>
          </a:prstGeom>
          <a:ln w="6350" cap="sq">
            <a:solidFill>
              <a:schemeClr val="accent1"/>
            </a:solidFill>
            <a:headEnd type="oval" w="sm" len="sm"/>
          </a:ln>
          <a:effectLst/>
        </p:spPr>
        <p:style>
          <a:lnRef idx="2">
            <a:schemeClr val="accent1"/>
          </a:lnRef>
          <a:fillRef idx="0">
            <a:schemeClr val="accent1"/>
          </a:fillRef>
          <a:effectRef idx="1">
            <a:schemeClr val="accent1"/>
          </a:effectRef>
          <a:fontRef idx="minor">
            <a:schemeClr val="tx1"/>
          </a:fontRef>
        </p:style>
      </p:cxnSp>
      <p:sp>
        <p:nvSpPr>
          <p:cNvPr id="2" name="Footer Placeholder 1">
            <a:extLst>
              <a:ext uri="{FF2B5EF4-FFF2-40B4-BE49-F238E27FC236}">
                <a16:creationId xmlns:a16="http://schemas.microsoft.com/office/drawing/2014/main" id="{5A4A3360-5419-403A-BF9A-FFDBE6F34F28}"/>
              </a:ext>
            </a:extLst>
          </p:cNvPr>
          <p:cNvSpPr>
            <a:spLocks noGrp="1"/>
          </p:cNvSpPr>
          <p:nvPr>
            <p:ph type="ftr" sz="quarter" idx="29"/>
          </p:nvPr>
        </p:nvSpPr>
        <p:spPr/>
        <p:txBody>
          <a:bodyPr/>
          <a:lstStyle>
            <a:lvl1pPr>
              <a:defRPr spc="0"/>
            </a:lvl1pPr>
          </a:lstStyle>
          <a:p>
            <a:r>
              <a:rPr lang="en-US"/>
              <a:t>CS Agentic Development</a:t>
            </a:r>
          </a:p>
        </p:txBody>
      </p:sp>
      <p:sp>
        <p:nvSpPr>
          <p:cNvPr id="3" name="Slide Number Placeholder 2">
            <a:extLst>
              <a:ext uri="{FF2B5EF4-FFF2-40B4-BE49-F238E27FC236}">
                <a16:creationId xmlns:a16="http://schemas.microsoft.com/office/drawing/2014/main" id="{558E21A3-FD86-4B24-9BF4-D756D4A8106C}"/>
              </a:ext>
            </a:extLst>
          </p:cNvPr>
          <p:cNvSpPr>
            <a:spLocks noGrp="1"/>
          </p:cNvSpPr>
          <p:nvPr>
            <p:ph type="sldNum" sz="quarter" idx="30"/>
          </p:nvPr>
        </p:nvSpPr>
        <p:spPr/>
        <p:txBody>
          <a:bodyPr/>
          <a:lstStyle>
            <a:lvl1pPr>
              <a:defRPr spc="0"/>
            </a:lvl1pPr>
          </a:lstStyle>
          <a:p>
            <a:fld id="{4644D924-5A8E-4AEE-85EF-4FA2A7E4AC52}" type="slidenum">
              <a:rPr lang="en-US" smtClean="0"/>
              <a:t>‹#›</a:t>
            </a:fld>
            <a:endParaRPr lang="en-US"/>
          </a:p>
        </p:txBody>
      </p:sp>
    </p:spTree>
    <p:extLst>
      <p:ext uri="{BB962C8B-B14F-4D97-AF65-F5344CB8AC3E}">
        <p14:creationId xmlns:p14="http://schemas.microsoft.com/office/powerpoint/2010/main" val="2482722307"/>
      </p:ext>
    </p:extLst>
  </p:cSld>
  <p:clrMapOvr>
    <a:overrideClrMapping bg1="lt1" tx1="dk1" bg2="lt2" tx2="dk2" accent1="accent1" accent2="accent2" accent3="accent3" accent4="accent4" accent5="accent5" accent6="accent6" hlink="hlink" folHlink="folHlink"/>
  </p:clrMapOvr>
  <p:transition>
    <p:wipe dir="r"/>
  </p:transition>
</p:sldLayout>
</file>

<file path=ppt/slideLayouts/slideLayout145.xml><?xml version="1.0" encoding="utf-8"?>
<p:sldLayout xmlns:a="http://schemas.openxmlformats.org/drawingml/2006/main" xmlns:r="http://schemas.openxmlformats.org/officeDocument/2006/relationships" xmlns:p="http://schemas.openxmlformats.org/presentationml/2006/main" preserve="1">
  <p:cSld name="Alt Cover Slide | Solid | Terra Cotta">
    <p:bg>
      <p:bgPr>
        <a:solidFill>
          <a:schemeClr val="accent1"/>
        </a:solidFill>
        <a:effectLst/>
      </p:bgPr>
    </p:bg>
    <p:spTree>
      <p:nvGrpSpPr>
        <p:cNvPr id="1" name=""/>
        <p:cNvGrpSpPr/>
        <p:nvPr/>
      </p:nvGrpSpPr>
      <p:grpSpPr>
        <a:xfrm>
          <a:off x="0" y="0"/>
          <a:ext cx="0" cy="0"/>
          <a:chOff x="0" y="0"/>
          <a:chExt cx="0" cy="0"/>
        </a:xfrm>
      </p:grpSpPr>
      <p:sp>
        <p:nvSpPr>
          <p:cNvPr id="21" name="Title 1">
            <a:extLst>
              <a:ext uri="{FF2B5EF4-FFF2-40B4-BE49-F238E27FC236}">
                <a16:creationId xmlns:a16="http://schemas.microsoft.com/office/drawing/2014/main" id="{F4A54FD8-B531-0B4E-8934-C853C4D67D98}"/>
              </a:ext>
            </a:extLst>
          </p:cNvPr>
          <p:cNvSpPr>
            <a:spLocks noGrp="1"/>
          </p:cNvSpPr>
          <p:nvPr>
            <p:ph type="title" hasCustomPrompt="1"/>
          </p:nvPr>
        </p:nvSpPr>
        <p:spPr>
          <a:xfrm>
            <a:off x="609601" y="2697276"/>
            <a:ext cx="6906408" cy="1617613"/>
          </a:xfrm>
          <a:prstGeom prst="rect">
            <a:avLst/>
          </a:prstGeom>
        </p:spPr>
        <p:txBody>
          <a:bodyPr anchor="b"/>
          <a:lstStyle>
            <a:lvl1pPr marL="0" marR="0" indent="0" algn="l" defTabSz="609555" rtl="0" eaLnBrk="1" fontAlgn="auto" latinLnBrk="0" hangingPunct="1">
              <a:lnSpc>
                <a:spcPct val="100000"/>
              </a:lnSpc>
              <a:spcBef>
                <a:spcPct val="0"/>
              </a:spcBef>
              <a:spcAft>
                <a:spcPts val="0"/>
              </a:spcAft>
              <a:buClrTx/>
              <a:buSzTx/>
              <a:buFontTx/>
              <a:buNone/>
              <a:tabLst/>
              <a:defRPr spc="400" baseline="0">
                <a:solidFill>
                  <a:schemeClr val="tx1"/>
                </a:solidFill>
              </a:defRPr>
            </a:lvl1pPr>
          </a:lstStyle>
          <a:p>
            <a:pPr marL="0" marR="0" lvl="0" indent="0" algn="l" defTabSz="609555" rtl="0" eaLnBrk="1" fontAlgn="auto" latinLnBrk="0" hangingPunct="1">
              <a:lnSpc>
                <a:spcPct val="100000"/>
              </a:lnSpc>
              <a:spcBef>
                <a:spcPct val="0"/>
              </a:spcBef>
              <a:spcAft>
                <a:spcPts val="0"/>
              </a:spcAft>
              <a:buClrTx/>
              <a:buSzTx/>
              <a:buFontTx/>
              <a:buNone/>
              <a:tabLst/>
              <a:defRPr/>
            </a:pPr>
            <a:r>
              <a:rPr lang="en-US"/>
              <a:t>title HERE. ALL CAPS. WHITE. 24 PT.</a:t>
            </a:r>
          </a:p>
        </p:txBody>
      </p:sp>
      <p:sp>
        <p:nvSpPr>
          <p:cNvPr id="24" name="Text Placeholder 17">
            <a:extLst>
              <a:ext uri="{FF2B5EF4-FFF2-40B4-BE49-F238E27FC236}">
                <a16:creationId xmlns:a16="http://schemas.microsoft.com/office/drawing/2014/main" id="{D31D793F-8D60-444C-B182-F47C65D2738F}"/>
              </a:ext>
            </a:extLst>
          </p:cNvPr>
          <p:cNvSpPr>
            <a:spLocks noGrp="1"/>
          </p:cNvSpPr>
          <p:nvPr>
            <p:ph type="body" sz="quarter" idx="28" hasCustomPrompt="1"/>
          </p:nvPr>
        </p:nvSpPr>
        <p:spPr>
          <a:xfrm>
            <a:off x="609603" y="4376176"/>
            <a:ext cx="6906408" cy="613853"/>
          </a:xfrm>
        </p:spPr>
        <p:txBody>
          <a:bodyPr anchor="t">
            <a:noAutofit/>
          </a:bodyPr>
          <a:lstStyle>
            <a:lvl1pPr marL="0" indent="0">
              <a:buNone/>
              <a:defRPr sz="1467" cap="all" spc="400" baseline="0">
                <a:solidFill>
                  <a:schemeClr val="tx1"/>
                </a:solidFill>
              </a:defRPr>
            </a:lvl1pPr>
          </a:lstStyle>
          <a:p>
            <a:pPr lvl="0"/>
            <a:r>
              <a:rPr lang="en-US"/>
              <a:t>SUBHEAD HERE. ALL CAPS. white. 11 PT.</a:t>
            </a:r>
          </a:p>
        </p:txBody>
      </p:sp>
      <p:cxnSp>
        <p:nvCxnSpPr>
          <p:cNvPr id="8" name="Straight Connector 7"/>
          <p:cNvCxnSpPr/>
          <p:nvPr/>
        </p:nvCxnSpPr>
        <p:spPr>
          <a:xfrm>
            <a:off x="609600" y="609600"/>
            <a:ext cx="11582400" cy="9912"/>
          </a:xfrm>
          <a:prstGeom prst="line">
            <a:avLst/>
          </a:prstGeom>
          <a:ln w="6350" cap="sq">
            <a:solidFill>
              <a:schemeClr val="tx1"/>
            </a:solidFill>
            <a:headEnd type="oval" w="sm" len="sm"/>
          </a:ln>
          <a:effectLst/>
        </p:spPr>
        <p:style>
          <a:lnRef idx="2">
            <a:schemeClr val="accent1"/>
          </a:lnRef>
          <a:fillRef idx="0">
            <a:schemeClr val="accent1"/>
          </a:fillRef>
          <a:effectRef idx="1">
            <a:schemeClr val="accent1"/>
          </a:effectRef>
          <a:fontRef idx="minor">
            <a:schemeClr val="tx1"/>
          </a:fontRef>
        </p:style>
      </p:cxnSp>
      <p:sp>
        <p:nvSpPr>
          <p:cNvPr id="2" name="Footer Placeholder 1">
            <a:extLst>
              <a:ext uri="{FF2B5EF4-FFF2-40B4-BE49-F238E27FC236}">
                <a16:creationId xmlns:a16="http://schemas.microsoft.com/office/drawing/2014/main" id="{024E10CE-6D19-4A8A-AAD8-85840FDD8F3C}"/>
              </a:ext>
            </a:extLst>
          </p:cNvPr>
          <p:cNvSpPr>
            <a:spLocks noGrp="1"/>
          </p:cNvSpPr>
          <p:nvPr>
            <p:ph type="ftr" sz="quarter" idx="29"/>
          </p:nvPr>
        </p:nvSpPr>
        <p:spPr/>
        <p:txBody>
          <a:bodyPr/>
          <a:lstStyle>
            <a:lvl1pPr>
              <a:defRPr spc="0">
                <a:solidFill>
                  <a:schemeClr val="bg1"/>
                </a:solidFill>
              </a:defRPr>
            </a:lvl1pPr>
          </a:lstStyle>
          <a:p>
            <a:r>
              <a:rPr lang="en-US"/>
              <a:t>CS Agentic Development</a:t>
            </a:r>
          </a:p>
        </p:txBody>
      </p:sp>
      <p:sp>
        <p:nvSpPr>
          <p:cNvPr id="3" name="Slide Number Placeholder 2">
            <a:extLst>
              <a:ext uri="{FF2B5EF4-FFF2-40B4-BE49-F238E27FC236}">
                <a16:creationId xmlns:a16="http://schemas.microsoft.com/office/drawing/2014/main" id="{9E4D1D29-7C65-4277-A32E-2FD693FAC8A7}"/>
              </a:ext>
            </a:extLst>
          </p:cNvPr>
          <p:cNvSpPr>
            <a:spLocks noGrp="1"/>
          </p:cNvSpPr>
          <p:nvPr>
            <p:ph type="sldNum" sz="quarter" idx="30"/>
          </p:nvPr>
        </p:nvSpPr>
        <p:spPr/>
        <p:txBody>
          <a:bodyPr/>
          <a:lstStyle>
            <a:lvl1pPr>
              <a:defRPr spc="0"/>
            </a:lvl1pPr>
          </a:lstStyle>
          <a:p>
            <a:fld id="{4644D924-5A8E-4AEE-85EF-4FA2A7E4AC52}" type="slidenum">
              <a:rPr lang="en-US" smtClean="0"/>
              <a:t>‹#›</a:t>
            </a:fld>
            <a:endParaRPr lang="en-US"/>
          </a:p>
        </p:txBody>
      </p:sp>
    </p:spTree>
    <p:extLst>
      <p:ext uri="{BB962C8B-B14F-4D97-AF65-F5344CB8AC3E}">
        <p14:creationId xmlns:p14="http://schemas.microsoft.com/office/powerpoint/2010/main" val="318348367"/>
      </p:ext>
    </p:extLst>
  </p:cSld>
  <p:clrMapOvr>
    <a:overrideClrMapping bg1="dk1" tx1="lt1" bg2="dk2" tx2="lt2" accent1="accent1" accent2="accent2" accent3="accent3" accent4="accent4" accent5="accent5" accent6="accent6" hlink="hlink" folHlink="folHlink"/>
  </p:clrMapOvr>
  <p:transition>
    <p:wipe dir="r"/>
  </p:transition>
</p:sldLayout>
</file>

<file path=ppt/slideLayouts/slideLayout146.xml><?xml version="1.0" encoding="utf-8"?>
<p:sldLayout xmlns:a="http://schemas.openxmlformats.org/drawingml/2006/main" xmlns:r="http://schemas.openxmlformats.org/officeDocument/2006/relationships" xmlns:p="http://schemas.openxmlformats.org/presentationml/2006/main" preserve="1">
  <p:cSld name="Section Divider | Solid | Black">
    <p:bg>
      <p:bgRef idx="1001">
        <a:schemeClr val="bg1"/>
      </p:bgRef>
    </p:bg>
    <p:spTree>
      <p:nvGrpSpPr>
        <p:cNvPr id="1" name=""/>
        <p:cNvGrpSpPr/>
        <p:nvPr/>
      </p:nvGrpSpPr>
      <p:grpSpPr>
        <a:xfrm>
          <a:off x="0" y="0"/>
          <a:ext cx="0" cy="0"/>
          <a:chOff x="0" y="0"/>
          <a:chExt cx="0" cy="0"/>
        </a:xfrm>
      </p:grpSpPr>
      <p:sp>
        <p:nvSpPr>
          <p:cNvPr id="14" name="Freeform 13">
            <a:extLst>
              <a:ext uri="{FF2B5EF4-FFF2-40B4-BE49-F238E27FC236}">
                <a16:creationId xmlns:a16="http://schemas.microsoft.com/office/drawing/2014/main" id="{9CF9688B-74D5-7B40-871D-F5EADB2DA9E6}"/>
              </a:ext>
            </a:extLst>
          </p:cNvPr>
          <p:cNvSpPr/>
          <p:nvPr/>
        </p:nvSpPr>
        <p:spPr>
          <a:xfrm>
            <a:off x="348899" y="345061"/>
            <a:ext cx="11494220" cy="5647183"/>
          </a:xfrm>
          <a:custGeom>
            <a:avLst/>
            <a:gdLst>
              <a:gd name="connsiteX0" fmla="*/ 385314 w 8620665"/>
              <a:gd name="connsiteY0" fmla="*/ 0 h 4014159"/>
              <a:gd name="connsiteX1" fmla="*/ 8620665 w 8620665"/>
              <a:gd name="connsiteY1" fmla="*/ 0 h 4014159"/>
              <a:gd name="connsiteX2" fmla="*/ 8620665 w 8620665"/>
              <a:gd name="connsiteY2" fmla="*/ 4014159 h 4014159"/>
              <a:gd name="connsiteX3" fmla="*/ 0 w 8620665"/>
              <a:gd name="connsiteY3" fmla="*/ 4014159 h 4014159"/>
              <a:gd name="connsiteX4" fmla="*/ 0 w 8620665"/>
              <a:gd name="connsiteY4" fmla="*/ 408317 h 4014159"/>
              <a:gd name="connsiteX0" fmla="*/ 304632 w 8620665"/>
              <a:gd name="connsiteY0" fmla="*/ 8965 h 4014159"/>
              <a:gd name="connsiteX1" fmla="*/ 8620665 w 8620665"/>
              <a:gd name="connsiteY1" fmla="*/ 0 h 4014159"/>
              <a:gd name="connsiteX2" fmla="*/ 8620665 w 8620665"/>
              <a:gd name="connsiteY2" fmla="*/ 4014159 h 4014159"/>
              <a:gd name="connsiteX3" fmla="*/ 0 w 8620665"/>
              <a:gd name="connsiteY3" fmla="*/ 4014159 h 4014159"/>
              <a:gd name="connsiteX4" fmla="*/ 0 w 8620665"/>
              <a:gd name="connsiteY4" fmla="*/ 408317 h 40141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20665" h="4014159">
                <a:moveTo>
                  <a:pt x="304632" y="8965"/>
                </a:moveTo>
                <a:lnTo>
                  <a:pt x="8620665" y="0"/>
                </a:lnTo>
                <a:lnTo>
                  <a:pt x="8620665" y="4014159"/>
                </a:lnTo>
                <a:lnTo>
                  <a:pt x="0" y="4014159"/>
                </a:lnTo>
                <a:lnTo>
                  <a:pt x="0" y="408317"/>
                </a:lnTo>
              </a:path>
            </a:pathLst>
          </a:custGeom>
          <a:noFill/>
          <a:ln w="15875">
            <a:solidFill>
              <a:schemeClr val="tx1"/>
            </a:solidFill>
            <a:headEnd type="oval" w="sm" len="sm"/>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sp>
        <p:nvSpPr>
          <p:cNvPr id="8" name="Text Placeholder 17">
            <a:extLst>
              <a:ext uri="{FF2B5EF4-FFF2-40B4-BE49-F238E27FC236}">
                <a16:creationId xmlns:a16="http://schemas.microsoft.com/office/drawing/2014/main" id="{D77F097C-CB5B-3641-B30F-3DA07CE8FD38}"/>
              </a:ext>
            </a:extLst>
          </p:cNvPr>
          <p:cNvSpPr>
            <a:spLocks noGrp="1"/>
          </p:cNvSpPr>
          <p:nvPr>
            <p:ph type="body" sz="quarter" idx="28" hasCustomPrompt="1"/>
          </p:nvPr>
        </p:nvSpPr>
        <p:spPr>
          <a:xfrm>
            <a:off x="602509" y="5407141"/>
            <a:ext cx="6913501" cy="417931"/>
          </a:xfrm>
        </p:spPr>
        <p:txBody>
          <a:bodyPr anchor="t">
            <a:noAutofit/>
          </a:bodyPr>
          <a:lstStyle>
            <a:lvl1pPr marL="0" indent="0">
              <a:buNone/>
              <a:defRPr sz="1467" cap="all" spc="400" baseline="0">
                <a:solidFill>
                  <a:schemeClr val="accent1"/>
                </a:solidFill>
              </a:defRPr>
            </a:lvl1pPr>
          </a:lstStyle>
          <a:p>
            <a:pPr lvl="0"/>
            <a:r>
              <a:rPr lang="en-US"/>
              <a:t>SUBHEAD HERE. ALL CAPS. TERRA COTTA. 11 PT.</a:t>
            </a:r>
          </a:p>
        </p:txBody>
      </p:sp>
      <p:sp>
        <p:nvSpPr>
          <p:cNvPr id="2" name="Title 1">
            <a:extLst>
              <a:ext uri="{FF2B5EF4-FFF2-40B4-BE49-F238E27FC236}">
                <a16:creationId xmlns:a16="http://schemas.microsoft.com/office/drawing/2014/main" id="{A3EE988F-F066-469F-B9DB-250959693269}"/>
              </a:ext>
            </a:extLst>
          </p:cNvPr>
          <p:cNvSpPr>
            <a:spLocks noGrp="1"/>
          </p:cNvSpPr>
          <p:nvPr>
            <p:ph type="title" hasCustomPrompt="1"/>
          </p:nvPr>
        </p:nvSpPr>
        <p:spPr>
          <a:xfrm>
            <a:off x="604499" y="2061405"/>
            <a:ext cx="10984992" cy="3345736"/>
          </a:xfrm>
        </p:spPr>
        <p:txBody>
          <a:bodyPr vert="horz" lIns="91440" tIns="45720" rIns="91440" bIns="45720" rtlCol="0" anchor="b">
            <a:noAutofit/>
          </a:bodyPr>
          <a:lstStyle>
            <a:lvl1pPr>
              <a:defRPr lang="en-US" sz="6000" spc="400" baseline="0">
                <a:ea typeface="+mn-ea"/>
              </a:defRPr>
            </a:lvl1pPr>
          </a:lstStyle>
          <a:p>
            <a:pPr lvl="0"/>
            <a:r>
              <a:rPr lang="en-US"/>
              <a:t>TRANSITION TITLE. </a:t>
            </a:r>
            <a:br>
              <a:rPr lang="en-US"/>
            </a:br>
            <a:r>
              <a:rPr lang="en-US"/>
              <a:t>ALL CAPS. WHITE. </a:t>
            </a:r>
            <a:br>
              <a:rPr lang="en-US"/>
            </a:br>
            <a:r>
              <a:rPr lang="en-US"/>
              <a:t>45 PT.</a:t>
            </a:r>
          </a:p>
        </p:txBody>
      </p:sp>
      <p:sp>
        <p:nvSpPr>
          <p:cNvPr id="3" name="Footer Placeholder 2">
            <a:extLst>
              <a:ext uri="{FF2B5EF4-FFF2-40B4-BE49-F238E27FC236}">
                <a16:creationId xmlns:a16="http://schemas.microsoft.com/office/drawing/2014/main" id="{FEDB6529-7FFC-481C-8C50-839650D8F5EB}"/>
              </a:ext>
            </a:extLst>
          </p:cNvPr>
          <p:cNvSpPr>
            <a:spLocks noGrp="1"/>
          </p:cNvSpPr>
          <p:nvPr>
            <p:ph type="ftr" sz="quarter" idx="29"/>
          </p:nvPr>
        </p:nvSpPr>
        <p:spPr/>
        <p:txBody>
          <a:bodyPr/>
          <a:lstStyle>
            <a:lvl1pPr>
              <a:defRPr spc="0"/>
            </a:lvl1pPr>
          </a:lstStyle>
          <a:p>
            <a:r>
              <a:rPr lang="en-US"/>
              <a:t>CS Agentic Development</a:t>
            </a:r>
          </a:p>
        </p:txBody>
      </p:sp>
      <p:sp>
        <p:nvSpPr>
          <p:cNvPr id="4" name="Slide Number Placeholder 3">
            <a:extLst>
              <a:ext uri="{FF2B5EF4-FFF2-40B4-BE49-F238E27FC236}">
                <a16:creationId xmlns:a16="http://schemas.microsoft.com/office/drawing/2014/main" id="{E2130380-8D6C-48ED-B960-5D3CA89888CE}"/>
              </a:ext>
            </a:extLst>
          </p:cNvPr>
          <p:cNvSpPr>
            <a:spLocks noGrp="1"/>
          </p:cNvSpPr>
          <p:nvPr>
            <p:ph type="sldNum" sz="quarter" idx="30"/>
          </p:nvPr>
        </p:nvSpPr>
        <p:spPr/>
        <p:txBody>
          <a:bodyPr/>
          <a:lstStyle>
            <a:lvl1pPr>
              <a:defRPr spc="0"/>
            </a:lvl1pPr>
          </a:lstStyle>
          <a:p>
            <a:fld id="{4644D924-5A8E-4AEE-85EF-4FA2A7E4AC52}" type="slidenum">
              <a:rPr lang="en-US" smtClean="0"/>
              <a:t>‹#›</a:t>
            </a:fld>
            <a:endParaRPr lang="en-US"/>
          </a:p>
        </p:txBody>
      </p:sp>
    </p:spTree>
    <p:extLst>
      <p:ext uri="{BB962C8B-B14F-4D97-AF65-F5344CB8AC3E}">
        <p14:creationId xmlns:p14="http://schemas.microsoft.com/office/powerpoint/2010/main" val="2196530240"/>
      </p:ext>
    </p:extLst>
  </p:cSld>
  <p:clrMapOvr>
    <a:overrideClrMapping bg1="dk1" tx1="lt1" bg2="dk2" tx2="lt2" accent1="accent1" accent2="accent2" accent3="accent3" accent4="accent4" accent5="accent5" accent6="accent6" hlink="hlink" folHlink="folHlink"/>
  </p:clrMapOvr>
  <p:transition>
    <p:wipe dir="r"/>
  </p:transition>
</p:sldLayout>
</file>

<file path=ppt/slideLayouts/slideLayout147.xml><?xml version="1.0" encoding="utf-8"?>
<p:sldLayout xmlns:a="http://schemas.openxmlformats.org/drawingml/2006/main" xmlns:r="http://schemas.openxmlformats.org/officeDocument/2006/relationships" xmlns:p="http://schemas.openxmlformats.org/presentationml/2006/main" preserve="1">
  <p:cSld name="Section Divider | Solid | White">
    <p:bg>
      <p:bgRef idx="1001">
        <a:schemeClr val="bg1"/>
      </p:bgRef>
    </p:bg>
    <p:spTree>
      <p:nvGrpSpPr>
        <p:cNvPr id="1" name=""/>
        <p:cNvGrpSpPr/>
        <p:nvPr/>
      </p:nvGrpSpPr>
      <p:grpSpPr>
        <a:xfrm>
          <a:off x="0" y="0"/>
          <a:ext cx="0" cy="0"/>
          <a:chOff x="0" y="0"/>
          <a:chExt cx="0" cy="0"/>
        </a:xfrm>
      </p:grpSpPr>
      <p:sp>
        <p:nvSpPr>
          <p:cNvPr id="14" name="Freeform 13">
            <a:extLst>
              <a:ext uri="{FF2B5EF4-FFF2-40B4-BE49-F238E27FC236}">
                <a16:creationId xmlns:a16="http://schemas.microsoft.com/office/drawing/2014/main" id="{9CF9688B-74D5-7B40-871D-F5EADB2DA9E6}"/>
              </a:ext>
            </a:extLst>
          </p:cNvPr>
          <p:cNvSpPr/>
          <p:nvPr/>
        </p:nvSpPr>
        <p:spPr>
          <a:xfrm>
            <a:off x="348899" y="345061"/>
            <a:ext cx="11494220" cy="5647183"/>
          </a:xfrm>
          <a:custGeom>
            <a:avLst/>
            <a:gdLst>
              <a:gd name="connsiteX0" fmla="*/ 385314 w 8620665"/>
              <a:gd name="connsiteY0" fmla="*/ 0 h 4014159"/>
              <a:gd name="connsiteX1" fmla="*/ 8620665 w 8620665"/>
              <a:gd name="connsiteY1" fmla="*/ 0 h 4014159"/>
              <a:gd name="connsiteX2" fmla="*/ 8620665 w 8620665"/>
              <a:gd name="connsiteY2" fmla="*/ 4014159 h 4014159"/>
              <a:gd name="connsiteX3" fmla="*/ 0 w 8620665"/>
              <a:gd name="connsiteY3" fmla="*/ 4014159 h 4014159"/>
              <a:gd name="connsiteX4" fmla="*/ 0 w 8620665"/>
              <a:gd name="connsiteY4" fmla="*/ 408317 h 4014159"/>
              <a:gd name="connsiteX0" fmla="*/ 304632 w 8620665"/>
              <a:gd name="connsiteY0" fmla="*/ 8965 h 4014159"/>
              <a:gd name="connsiteX1" fmla="*/ 8620665 w 8620665"/>
              <a:gd name="connsiteY1" fmla="*/ 0 h 4014159"/>
              <a:gd name="connsiteX2" fmla="*/ 8620665 w 8620665"/>
              <a:gd name="connsiteY2" fmla="*/ 4014159 h 4014159"/>
              <a:gd name="connsiteX3" fmla="*/ 0 w 8620665"/>
              <a:gd name="connsiteY3" fmla="*/ 4014159 h 4014159"/>
              <a:gd name="connsiteX4" fmla="*/ 0 w 8620665"/>
              <a:gd name="connsiteY4" fmla="*/ 408317 h 40141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20665" h="4014159">
                <a:moveTo>
                  <a:pt x="304632" y="8965"/>
                </a:moveTo>
                <a:lnTo>
                  <a:pt x="8620665" y="0"/>
                </a:lnTo>
                <a:lnTo>
                  <a:pt x="8620665" y="4014159"/>
                </a:lnTo>
                <a:lnTo>
                  <a:pt x="0" y="4014159"/>
                </a:lnTo>
                <a:lnTo>
                  <a:pt x="0" y="408317"/>
                </a:lnTo>
              </a:path>
            </a:pathLst>
          </a:custGeom>
          <a:noFill/>
          <a:ln w="15875">
            <a:solidFill>
              <a:schemeClr val="tx1"/>
            </a:solidFill>
            <a:headEnd type="oval" w="sm" len="sm"/>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sp>
        <p:nvSpPr>
          <p:cNvPr id="8" name="Text Placeholder 17">
            <a:extLst>
              <a:ext uri="{FF2B5EF4-FFF2-40B4-BE49-F238E27FC236}">
                <a16:creationId xmlns:a16="http://schemas.microsoft.com/office/drawing/2014/main" id="{D77F097C-CB5B-3641-B30F-3DA07CE8FD38}"/>
              </a:ext>
            </a:extLst>
          </p:cNvPr>
          <p:cNvSpPr>
            <a:spLocks noGrp="1"/>
          </p:cNvSpPr>
          <p:nvPr>
            <p:ph type="body" sz="quarter" idx="28" hasCustomPrompt="1"/>
          </p:nvPr>
        </p:nvSpPr>
        <p:spPr>
          <a:xfrm>
            <a:off x="602509" y="5407141"/>
            <a:ext cx="6913501" cy="417931"/>
          </a:xfrm>
        </p:spPr>
        <p:txBody>
          <a:bodyPr anchor="t">
            <a:noAutofit/>
          </a:bodyPr>
          <a:lstStyle>
            <a:lvl1pPr marL="0" indent="0">
              <a:buNone/>
              <a:defRPr sz="1467" cap="all" spc="400" baseline="0">
                <a:solidFill>
                  <a:schemeClr val="accent1"/>
                </a:solidFill>
              </a:defRPr>
            </a:lvl1pPr>
          </a:lstStyle>
          <a:p>
            <a:pPr lvl="0"/>
            <a:r>
              <a:rPr lang="en-US"/>
              <a:t>SUBHEAD HERE. ALL CAPS. TERRA COTTA. 11 PT.</a:t>
            </a:r>
          </a:p>
        </p:txBody>
      </p:sp>
      <p:sp>
        <p:nvSpPr>
          <p:cNvPr id="6" name="Title 1">
            <a:extLst>
              <a:ext uri="{FF2B5EF4-FFF2-40B4-BE49-F238E27FC236}">
                <a16:creationId xmlns:a16="http://schemas.microsoft.com/office/drawing/2014/main" id="{E8A2C1F3-FA25-47B6-8A37-E9A0CD151D98}"/>
              </a:ext>
            </a:extLst>
          </p:cNvPr>
          <p:cNvSpPr>
            <a:spLocks noGrp="1"/>
          </p:cNvSpPr>
          <p:nvPr>
            <p:ph type="title" hasCustomPrompt="1"/>
          </p:nvPr>
        </p:nvSpPr>
        <p:spPr>
          <a:xfrm>
            <a:off x="604499" y="2061405"/>
            <a:ext cx="10984992" cy="3345736"/>
          </a:xfrm>
        </p:spPr>
        <p:txBody>
          <a:bodyPr vert="horz" lIns="91440" tIns="45720" rIns="91440" bIns="45720" rtlCol="0" anchor="b">
            <a:noAutofit/>
          </a:bodyPr>
          <a:lstStyle>
            <a:lvl1pPr>
              <a:defRPr lang="en-US" sz="6000" spc="400" baseline="0">
                <a:ea typeface="+mn-ea"/>
              </a:defRPr>
            </a:lvl1pPr>
          </a:lstStyle>
          <a:p>
            <a:pPr lvl="0"/>
            <a:r>
              <a:rPr lang="en-US"/>
              <a:t>TRANSITION TITLE. </a:t>
            </a:r>
            <a:br>
              <a:rPr lang="en-US"/>
            </a:br>
            <a:r>
              <a:rPr lang="en-US"/>
              <a:t>ALL CAPS. Black. </a:t>
            </a:r>
            <a:br>
              <a:rPr lang="en-US"/>
            </a:br>
            <a:r>
              <a:rPr lang="en-US"/>
              <a:t>45 PT.</a:t>
            </a:r>
          </a:p>
        </p:txBody>
      </p:sp>
      <p:sp>
        <p:nvSpPr>
          <p:cNvPr id="2" name="Footer Placeholder 1">
            <a:extLst>
              <a:ext uri="{FF2B5EF4-FFF2-40B4-BE49-F238E27FC236}">
                <a16:creationId xmlns:a16="http://schemas.microsoft.com/office/drawing/2014/main" id="{BC2BE83E-D886-418F-9C93-2D5DEA9C3484}"/>
              </a:ext>
            </a:extLst>
          </p:cNvPr>
          <p:cNvSpPr>
            <a:spLocks noGrp="1"/>
          </p:cNvSpPr>
          <p:nvPr>
            <p:ph type="ftr" sz="quarter" idx="29"/>
          </p:nvPr>
        </p:nvSpPr>
        <p:spPr/>
        <p:txBody>
          <a:bodyPr/>
          <a:lstStyle>
            <a:lvl1pPr>
              <a:defRPr spc="0"/>
            </a:lvl1pPr>
          </a:lstStyle>
          <a:p>
            <a:r>
              <a:rPr lang="en-US"/>
              <a:t>CS Agentic Development</a:t>
            </a:r>
          </a:p>
        </p:txBody>
      </p:sp>
      <p:sp>
        <p:nvSpPr>
          <p:cNvPr id="3" name="Slide Number Placeholder 2">
            <a:extLst>
              <a:ext uri="{FF2B5EF4-FFF2-40B4-BE49-F238E27FC236}">
                <a16:creationId xmlns:a16="http://schemas.microsoft.com/office/drawing/2014/main" id="{78A2071B-2C30-49B6-95FF-C5CCFE8BAA73}"/>
              </a:ext>
            </a:extLst>
          </p:cNvPr>
          <p:cNvSpPr>
            <a:spLocks noGrp="1"/>
          </p:cNvSpPr>
          <p:nvPr>
            <p:ph type="sldNum" sz="quarter" idx="30"/>
          </p:nvPr>
        </p:nvSpPr>
        <p:spPr/>
        <p:txBody>
          <a:bodyPr/>
          <a:lstStyle>
            <a:lvl1pPr>
              <a:defRPr spc="0"/>
            </a:lvl1pPr>
          </a:lstStyle>
          <a:p>
            <a:fld id="{4644D924-5A8E-4AEE-85EF-4FA2A7E4AC52}" type="slidenum">
              <a:rPr lang="en-US" smtClean="0"/>
              <a:t>‹#›</a:t>
            </a:fld>
            <a:endParaRPr lang="en-US"/>
          </a:p>
        </p:txBody>
      </p:sp>
    </p:spTree>
    <p:extLst>
      <p:ext uri="{BB962C8B-B14F-4D97-AF65-F5344CB8AC3E}">
        <p14:creationId xmlns:p14="http://schemas.microsoft.com/office/powerpoint/2010/main" val="104754786"/>
      </p:ext>
    </p:extLst>
  </p:cSld>
  <p:clrMapOvr>
    <a:overrideClrMapping bg1="lt1" tx1="dk1" bg2="lt2" tx2="dk2" accent1="accent1" accent2="accent2" accent3="accent3" accent4="accent4" accent5="accent5" accent6="accent6" hlink="hlink" folHlink="folHlink"/>
  </p:clrMapOvr>
  <p:transition>
    <p:wipe dir="r"/>
  </p:transition>
</p:sldLayout>
</file>

<file path=ppt/slideLayouts/slideLayout148.xml><?xml version="1.0" encoding="utf-8"?>
<p:sldLayout xmlns:a="http://schemas.openxmlformats.org/drawingml/2006/main" xmlns:r="http://schemas.openxmlformats.org/officeDocument/2006/relationships" xmlns:p="http://schemas.openxmlformats.org/presentationml/2006/main" preserve="1">
  <p:cSld name="Section Divider | Solid | Terra Cotta">
    <p:bg>
      <p:bgPr>
        <a:solidFill>
          <a:schemeClr val="accent1"/>
        </a:solidFill>
        <a:effectLst/>
      </p:bgPr>
    </p:bg>
    <p:spTree>
      <p:nvGrpSpPr>
        <p:cNvPr id="1" name=""/>
        <p:cNvGrpSpPr/>
        <p:nvPr/>
      </p:nvGrpSpPr>
      <p:grpSpPr>
        <a:xfrm>
          <a:off x="0" y="0"/>
          <a:ext cx="0" cy="0"/>
          <a:chOff x="0" y="0"/>
          <a:chExt cx="0" cy="0"/>
        </a:xfrm>
      </p:grpSpPr>
      <p:sp>
        <p:nvSpPr>
          <p:cNvPr id="14" name="Freeform 13">
            <a:extLst>
              <a:ext uri="{FF2B5EF4-FFF2-40B4-BE49-F238E27FC236}">
                <a16:creationId xmlns:a16="http://schemas.microsoft.com/office/drawing/2014/main" id="{9CF9688B-74D5-7B40-871D-F5EADB2DA9E6}"/>
              </a:ext>
            </a:extLst>
          </p:cNvPr>
          <p:cNvSpPr/>
          <p:nvPr/>
        </p:nvSpPr>
        <p:spPr>
          <a:xfrm>
            <a:off x="348899" y="345061"/>
            <a:ext cx="11494220" cy="5647183"/>
          </a:xfrm>
          <a:custGeom>
            <a:avLst/>
            <a:gdLst>
              <a:gd name="connsiteX0" fmla="*/ 385314 w 8620665"/>
              <a:gd name="connsiteY0" fmla="*/ 0 h 4014159"/>
              <a:gd name="connsiteX1" fmla="*/ 8620665 w 8620665"/>
              <a:gd name="connsiteY1" fmla="*/ 0 h 4014159"/>
              <a:gd name="connsiteX2" fmla="*/ 8620665 w 8620665"/>
              <a:gd name="connsiteY2" fmla="*/ 4014159 h 4014159"/>
              <a:gd name="connsiteX3" fmla="*/ 0 w 8620665"/>
              <a:gd name="connsiteY3" fmla="*/ 4014159 h 4014159"/>
              <a:gd name="connsiteX4" fmla="*/ 0 w 8620665"/>
              <a:gd name="connsiteY4" fmla="*/ 408317 h 4014159"/>
              <a:gd name="connsiteX0" fmla="*/ 304632 w 8620665"/>
              <a:gd name="connsiteY0" fmla="*/ 8965 h 4014159"/>
              <a:gd name="connsiteX1" fmla="*/ 8620665 w 8620665"/>
              <a:gd name="connsiteY1" fmla="*/ 0 h 4014159"/>
              <a:gd name="connsiteX2" fmla="*/ 8620665 w 8620665"/>
              <a:gd name="connsiteY2" fmla="*/ 4014159 h 4014159"/>
              <a:gd name="connsiteX3" fmla="*/ 0 w 8620665"/>
              <a:gd name="connsiteY3" fmla="*/ 4014159 h 4014159"/>
              <a:gd name="connsiteX4" fmla="*/ 0 w 8620665"/>
              <a:gd name="connsiteY4" fmla="*/ 408317 h 40141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20665" h="4014159">
                <a:moveTo>
                  <a:pt x="304632" y="8965"/>
                </a:moveTo>
                <a:lnTo>
                  <a:pt x="8620665" y="0"/>
                </a:lnTo>
                <a:lnTo>
                  <a:pt x="8620665" y="4014159"/>
                </a:lnTo>
                <a:lnTo>
                  <a:pt x="0" y="4014159"/>
                </a:lnTo>
                <a:lnTo>
                  <a:pt x="0" y="408317"/>
                </a:lnTo>
              </a:path>
            </a:pathLst>
          </a:custGeom>
          <a:noFill/>
          <a:ln w="15875">
            <a:solidFill>
              <a:schemeClr val="tx1"/>
            </a:solidFill>
            <a:headEnd type="oval" w="sm" len="sm"/>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sp>
        <p:nvSpPr>
          <p:cNvPr id="8" name="Text Placeholder 17">
            <a:extLst>
              <a:ext uri="{FF2B5EF4-FFF2-40B4-BE49-F238E27FC236}">
                <a16:creationId xmlns:a16="http://schemas.microsoft.com/office/drawing/2014/main" id="{D77F097C-CB5B-3641-B30F-3DA07CE8FD38}"/>
              </a:ext>
            </a:extLst>
          </p:cNvPr>
          <p:cNvSpPr>
            <a:spLocks noGrp="1"/>
          </p:cNvSpPr>
          <p:nvPr>
            <p:ph type="body" sz="quarter" idx="28" hasCustomPrompt="1"/>
          </p:nvPr>
        </p:nvSpPr>
        <p:spPr>
          <a:xfrm>
            <a:off x="602509" y="5407141"/>
            <a:ext cx="6913501" cy="417931"/>
          </a:xfrm>
        </p:spPr>
        <p:txBody>
          <a:bodyPr anchor="t">
            <a:noAutofit/>
          </a:bodyPr>
          <a:lstStyle>
            <a:lvl1pPr marL="0" indent="0">
              <a:buNone/>
              <a:defRPr sz="1467" cap="all" spc="400" baseline="0">
                <a:solidFill>
                  <a:schemeClr val="tx1"/>
                </a:solidFill>
              </a:defRPr>
            </a:lvl1pPr>
          </a:lstStyle>
          <a:p>
            <a:pPr lvl="0"/>
            <a:r>
              <a:rPr lang="en-US"/>
              <a:t>SUBHEAD HERE. ALL CAPS. white. 11 PT.</a:t>
            </a:r>
          </a:p>
        </p:txBody>
      </p:sp>
      <p:sp>
        <p:nvSpPr>
          <p:cNvPr id="12" name="Title 1">
            <a:extLst>
              <a:ext uri="{FF2B5EF4-FFF2-40B4-BE49-F238E27FC236}">
                <a16:creationId xmlns:a16="http://schemas.microsoft.com/office/drawing/2014/main" id="{491C7030-7C21-4D01-94C3-78400167FE0D}"/>
              </a:ext>
            </a:extLst>
          </p:cNvPr>
          <p:cNvSpPr>
            <a:spLocks noGrp="1"/>
          </p:cNvSpPr>
          <p:nvPr>
            <p:ph type="title" hasCustomPrompt="1"/>
          </p:nvPr>
        </p:nvSpPr>
        <p:spPr>
          <a:xfrm>
            <a:off x="604499" y="2061405"/>
            <a:ext cx="10984992" cy="3345736"/>
          </a:xfrm>
        </p:spPr>
        <p:txBody>
          <a:bodyPr vert="horz" lIns="91440" tIns="45720" rIns="91440" bIns="45720" rtlCol="0" anchor="b">
            <a:noAutofit/>
          </a:bodyPr>
          <a:lstStyle>
            <a:lvl1pPr>
              <a:defRPr lang="en-US" sz="6000" spc="400" baseline="0">
                <a:solidFill>
                  <a:schemeClr val="tx1"/>
                </a:solidFill>
                <a:ea typeface="+mn-ea"/>
              </a:defRPr>
            </a:lvl1pPr>
          </a:lstStyle>
          <a:p>
            <a:pPr lvl="0"/>
            <a:r>
              <a:rPr lang="en-US"/>
              <a:t>TRANSITION TITLE. </a:t>
            </a:r>
            <a:br>
              <a:rPr lang="en-US"/>
            </a:br>
            <a:r>
              <a:rPr lang="en-US"/>
              <a:t>ALL CAPS. WHITE. </a:t>
            </a:r>
            <a:br>
              <a:rPr lang="en-US"/>
            </a:br>
            <a:r>
              <a:rPr lang="en-US"/>
              <a:t>45 PT.</a:t>
            </a:r>
          </a:p>
        </p:txBody>
      </p:sp>
      <p:sp>
        <p:nvSpPr>
          <p:cNvPr id="2" name="Footer Placeholder 1">
            <a:extLst>
              <a:ext uri="{FF2B5EF4-FFF2-40B4-BE49-F238E27FC236}">
                <a16:creationId xmlns:a16="http://schemas.microsoft.com/office/drawing/2014/main" id="{BB9FA3B2-D0F0-46D2-9466-44B642FC905B}"/>
              </a:ext>
            </a:extLst>
          </p:cNvPr>
          <p:cNvSpPr>
            <a:spLocks noGrp="1"/>
          </p:cNvSpPr>
          <p:nvPr>
            <p:ph type="ftr" sz="quarter" idx="29"/>
          </p:nvPr>
        </p:nvSpPr>
        <p:spPr/>
        <p:txBody>
          <a:bodyPr/>
          <a:lstStyle>
            <a:lvl1pPr>
              <a:defRPr spc="0">
                <a:solidFill>
                  <a:schemeClr val="bg1"/>
                </a:solidFill>
              </a:defRPr>
            </a:lvl1pPr>
          </a:lstStyle>
          <a:p>
            <a:r>
              <a:rPr lang="en-US"/>
              <a:t>CS Agentic Development</a:t>
            </a:r>
          </a:p>
        </p:txBody>
      </p:sp>
      <p:sp>
        <p:nvSpPr>
          <p:cNvPr id="3" name="Slide Number Placeholder 2">
            <a:extLst>
              <a:ext uri="{FF2B5EF4-FFF2-40B4-BE49-F238E27FC236}">
                <a16:creationId xmlns:a16="http://schemas.microsoft.com/office/drawing/2014/main" id="{053A297C-A2D6-40CA-AD99-EEB809D81A83}"/>
              </a:ext>
            </a:extLst>
          </p:cNvPr>
          <p:cNvSpPr>
            <a:spLocks noGrp="1"/>
          </p:cNvSpPr>
          <p:nvPr>
            <p:ph type="sldNum" sz="quarter" idx="30"/>
          </p:nvPr>
        </p:nvSpPr>
        <p:spPr/>
        <p:txBody>
          <a:bodyPr/>
          <a:lstStyle>
            <a:lvl1pPr>
              <a:defRPr spc="0"/>
            </a:lvl1pPr>
          </a:lstStyle>
          <a:p>
            <a:fld id="{4644D924-5A8E-4AEE-85EF-4FA2A7E4AC52}" type="slidenum">
              <a:rPr lang="en-US" smtClean="0"/>
              <a:t>‹#›</a:t>
            </a:fld>
            <a:endParaRPr lang="en-US"/>
          </a:p>
        </p:txBody>
      </p:sp>
    </p:spTree>
    <p:extLst>
      <p:ext uri="{BB962C8B-B14F-4D97-AF65-F5344CB8AC3E}">
        <p14:creationId xmlns:p14="http://schemas.microsoft.com/office/powerpoint/2010/main" val="3625963422"/>
      </p:ext>
    </p:extLst>
  </p:cSld>
  <p:clrMapOvr>
    <a:masterClrMapping/>
  </p:clrMapOvr>
  <p:transition>
    <p:wipe dir="r"/>
  </p:transition>
</p:sldLayout>
</file>

<file path=ppt/slideLayouts/slideLayout149.xml><?xml version="1.0" encoding="utf-8"?>
<p:sldLayout xmlns:a="http://schemas.openxmlformats.org/drawingml/2006/main" xmlns:r="http://schemas.openxmlformats.org/officeDocument/2006/relationships" xmlns:p="http://schemas.openxmlformats.org/presentationml/2006/main" preserve="1">
  <p:cSld name="Org Chart | White">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9600" y="466827"/>
            <a:ext cx="11237379" cy="758500"/>
          </a:xfrm>
        </p:spPr>
        <p:txBody>
          <a:bodyPr/>
          <a:lstStyle>
            <a:lvl1pPr>
              <a:defRPr spc="400" baseline="0"/>
            </a:lvl1pPr>
          </a:lstStyle>
          <a:p>
            <a:r>
              <a:rPr lang="en-US"/>
              <a:t>TITLE HERE. ALL CAPS. BLACK. 24 PT.</a:t>
            </a:r>
          </a:p>
        </p:txBody>
      </p:sp>
      <p:sp>
        <p:nvSpPr>
          <p:cNvPr id="3" name="Footer Placeholder 2"/>
          <p:cNvSpPr>
            <a:spLocks noGrp="1"/>
          </p:cNvSpPr>
          <p:nvPr>
            <p:ph type="ftr" sz="quarter" idx="10"/>
          </p:nvPr>
        </p:nvSpPr>
        <p:spPr/>
        <p:txBody>
          <a:bodyPr/>
          <a:lstStyle>
            <a:lvl1pPr>
              <a:defRPr spc="0"/>
            </a:lvl1pPr>
          </a:lstStyle>
          <a:p>
            <a:r>
              <a:rPr lang="en-US"/>
              <a:t>CS Agentic Development</a:t>
            </a:r>
          </a:p>
        </p:txBody>
      </p:sp>
      <p:sp>
        <p:nvSpPr>
          <p:cNvPr id="4" name="Text Placeholder 2">
            <a:extLst>
              <a:ext uri="{FF2B5EF4-FFF2-40B4-BE49-F238E27FC236}">
                <a16:creationId xmlns:a16="http://schemas.microsoft.com/office/drawing/2014/main" id="{6958B17C-FE6E-4F59-A161-671D59ABF973}"/>
              </a:ext>
            </a:extLst>
          </p:cNvPr>
          <p:cNvSpPr>
            <a:spLocks noGrp="1"/>
          </p:cNvSpPr>
          <p:nvPr>
            <p:ph type="body" idx="13" hasCustomPrompt="1"/>
          </p:nvPr>
        </p:nvSpPr>
        <p:spPr>
          <a:xfrm>
            <a:off x="609600" y="1166707"/>
            <a:ext cx="11237379" cy="411740"/>
          </a:xfrm>
          <a:prstGeom prst="rect">
            <a:avLst/>
          </a:prstGeom>
        </p:spPr>
        <p:txBody>
          <a:bodyPr anchor="t">
            <a:normAutofit/>
          </a:bodyPr>
          <a:lstStyle>
            <a:lvl1pPr marL="0" marR="0" indent="0" algn="l" defTabSz="609555" rtl="0" eaLnBrk="1" fontAlgn="auto" latinLnBrk="0" hangingPunct="1">
              <a:lnSpc>
                <a:spcPct val="100000"/>
              </a:lnSpc>
              <a:spcBef>
                <a:spcPct val="20000"/>
              </a:spcBef>
              <a:spcAft>
                <a:spcPts val="0"/>
              </a:spcAft>
              <a:buClr>
                <a:schemeClr val="accent1"/>
              </a:buClr>
              <a:buSzTx/>
              <a:buFont typeface="Arial" panose="020B0604020202020204" pitchFamily="34" charset="0"/>
              <a:buNone/>
              <a:tabLst/>
              <a:defRPr sz="1467" b="0" cap="all" spc="400" baseline="0">
                <a:solidFill>
                  <a:schemeClr val="accent1"/>
                </a:solidFill>
              </a:defRPr>
            </a:lvl1pPr>
            <a:lvl2pPr marL="609555" indent="0">
              <a:buNone/>
              <a:defRPr sz="2667" b="1"/>
            </a:lvl2pPr>
            <a:lvl3pPr marL="1219110" indent="0">
              <a:buNone/>
              <a:defRPr sz="2400" b="1"/>
            </a:lvl3pPr>
            <a:lvl4pPr marL="1828664" indent="0">
              <a:buNone/>
              <a:defRPr sz="2133" b="1"/>
            </a:lvl4pPr>
            <a:lvl5pPr marL="2438218" indent="0">
              <a:buNone/>
              <a:defRPr sz="2133" b="1"/>
            </a:lvl5pPr>
            <a:lvl6pPr marL="3047772" indent="0">
              <a:buNone/>
              <a:defRPr sz="2133" b="1"/>
            </a:lvl6pPr>
            <a:lvl7pPr marL="3657327" indent="0">
              <a:buNone/>
              <a:defRPr sz="2133" b="1"/>
            </a:lvl7pPr>
            <a:lvl8pPr marL="4266880" indent="0">
              <a:buNone/>
              <a:defRPr sz="2133" b="1"/>
            </a:lvl8pPr>
            <a:lvl9pPr marL="4876435" indent="0">
              <a:buNone/>
              <a:defRPr sz="2133" b="1"/>
            </a:lvl9pPr>
          </a:lstStyle>
          <a:p>
            <a:pPr marL="0" marR="0" lvl="0" indent="0" algn="l" defTabSz="609555" rtl="0" eaLnBrk="1" fontAlgn="auto" latinLnBrk="0" hangingPunct="1">
              <a:lnSpc>
                <a:spcPct val="100000"/>
              </a:lnSpc>
              <a:spcBef>
                <a:spcPct val="20000"/>
              </a:spcBef>
              <a:spcAft>
                <a:spcPts val="0"/>
              </a:spcAft>
              <a:buClr>
                <a:schemeClr val="accent1"/>
              </a:buClr>
              <a:buSzTx/>
              <a:buFont typeface="Arial" panose="020B0604020202020204" pitchFamily="34" charset="0"/>
              <a:buNone/>
              <a:tabLst/>
              <a:defRPr/>
            </a:pPr>
            <a:r>
              <a:rPr lang="en-US"/>
              <a:t>SUBHEAD HERE. ALL CAPS. TERRA COTTA. 11 PT.</a:t>
            </a:r>
          </a:p>
        </p:txBody>
      </p:sp>
      <p:sp>
        <p:nvSpPr>
          <p:cNvPr id="5" name="Picture Placeholder 5">
            <a:extLst>
              <a:ext uri="{FF2B5EF4-FFF2-40B4-BE49-F238E27FC236}">
                <a16:creationId xmlns:a16="http://schemas.microsoft.com/office/drawing/2014/main" id="{5ABFF238-972F-FB40-BE5D-68E2F1D9EC21}"/>
              </a:ext>
            </a:extLst>
          </p:cNvPr>
          <p:cNvSpPr>
            <a:spLocks noGrp="1"/>
          </p:cNvSpPr>
          <p:nvPr>
            <p:ph type="pic" sz="quarter" idx="14" hasCustomPrompt="1"/>
          </p:nvPr>
        </p:nvSpPr>
        <p:spPr>
          <a:xfrm>
            <a:off x="5193792" y="1641951"/>
            <a:ext cx="975360" cy="975360"/>
          </a:xfrm>
          <a:prstGeom prst="rect">
            <a:avLst/>
          </a:prstGeom>
        </p:spPr>
        <p:txBody>
          <a:bodyPr anchor="ctr"/>
          <a:lstStyle>
            <a:lvl1pPr marL="10584" indent="0" algn="ctr">
              <a:buNone/>
              <a:defRPr sz="1000" spc="0"/>
            </a:lvl1pPr>
          </a:lstStyle>
          <a:p>
            <a:r>
              <a:rPr lang="en-US"/>
              <a:t>HEADSHOT HERE</a:t>
            </a:r>
          </a:p>
        </p:txBody>
      </p:sp>
      <p:sp>
        <p:nvSpPr>
          <p:cNvPr id="6" name="Picture Placeholder 5">
            <a:extLst>
              <a:ext uri="{FF2B5EF4-FFF2-40B4-BE49-F238E27FC236}">
                <a16:creationId xmlns:a16="http://schemas.microsoft.com/office/drawing/2014/main" id="{18EC76AE-7BE5-294B-9BF4-53BFFAFF7E79}"/>
              </a:ext>
            </a:extLst>
          </p:cNvPr>
          <p:cNvSpPr>
            <a:spLocks noGrp="1"/>
          </p:cNvSpPr>
          <p:nvPr>
            <p:ph type="pic" sz="quarter" idx="11" hasCustomPrompt="1"/>
          </p:nvPr>
        </p:nvSpPr>
        <p:spPr>
          <a:xfrm>
            <a:off x="5193792" y="3030131"/>
            <a:ext cx="975360" cy="975360"/>
          </a:xfrm>
          <a:prstGeom prst="rect">
            <a:avLst/>
          </a:prstGeom>
        </p:spPr>
        <p:txBody>
          <a:bodyPr anchor="ctr"/>
          <a:lstStyle>
            <a:lvl1pPr marL="10584" indent="0" algn="ctr">
              <a:buNone/>
              <a:defRPr sz="1000" spc="0"/>
            </a:lvl1pPr>
          </a:lstStyle>
          <a:p>
            <a:r>
              <a:rPr lang="en-US"/>
              <a:t>HEADSHOT HERE</a:t>
            </a:r>
          </a:p>
        </p:txBody>
      </p:sp>
      <p:sp>
        <p:nvSpPr>
          <p:cNvPr id="7" name="Picture Placeholder 5">
            <a:extLst>
              <a:ext uri="{FF2B5EF4-FFF2-40B4-BE49-F238E27FC236}">
                <a16:creationId xmlns:a16="http://schemas.microsoft.com/office/drawing/2014/main" id="{12D8180D-0D8E-B642-AD57-6BA7F623754E}"/>
              </a:ext>
            </a:extLst>
          </p:cNvPr>
          <p:cNvSpPr>
            <a:spLocks noGrp="1"/>
          </p:cNvSpPr>
          <p:nvPr>
            <p:ph type="pic" sz="quarter" idx="15" hasCustomPrompt="1"/>
          </p:nvPr>
        </p:nvSpPr>
        <p:spPr>
          <a:xfrm>
            <a:off x="1676400" y="3030131"/>
            <a:ext cx="975360" cy="975360"/>
          </a:xfrm>
          <a:prstGeom prst="rect">
            <a:avLst/>
          </a:prstGeom>
        </p:spPr>
        <p:txBody>
          <a:bodyPr anchor="ctr"/>
          <a:lstStyle>
            <a:lvl1pPr marL="10584" indent="0" algn="ctr">
              <a:buNone/>
              <a:defRPr sz="1000" spc="0"/>
            </a:lvl1pPr>
          </a:lstStyle>
          <a:p>
            <a:r>
              <a:rPr lang="en-US"/>
              <a:t>HEADSHOT HERE</a:t>
            </a:r>
          </a:p>
        </p:txBody>
      </p:sp>
      <p:sp>
        <p:nvSpPr>
          <p:cNvPr id="8" name="Picture Placeholder 5">
            <a:extLst>
              <a:ext uri="{FF2B5EF4-FFF2-40B4-BE49-F238E27FC236}">
                <a16:creationId xmlns:a16="http://schemas.microsoft.com/office/drawing/2014/main" id="{E6A15E34-936C-DF49-858C-AB3A808ED2C3}"/>
              </a:ext>
            </a:extLst>
          </p:cNvPr>
          <p:cNvSpPr>
            <a:spLocks noGrp="1"/>
          </p:cNvSpPr>
          <p:nvPr>
            <p:ph type="pic" sz="quarter" idx="16" hasCustomPrompt="1"/>
          </p:nvPr>
        </p:nvSpPr>
        <p:spPr>
          <a:xfrm>
            <a:off x="445008" y="4349837"/>
            <a:ext cx="975360" cy="975360"/>
          </a:xfrm>
          <a:prstGeom prst="rect">
            <a:avLst/>
          </a:prstGeom>
        </p:spPr>
        <p:txBody>
          <a:bodyPr anchor="ctr"/>
          <a:lstStyle>
            <a:lvl1pPr marL="10584" indent="0" algn="ctr">
              <a:buNone/>
              <a:defRPr sz="1000" spc="0"/>
            </a:lvl1pPr>
          </a:lstStyle>
          <a:p>
            <a:r>
              <a:rPr lang="en-US"/>
              <a:t>HEADSHOT HERE</a:t>
            </a:r>
          </a:p>
        </p:txBody>
      </p:sp>
      <p:sp>
        <p:nvSpPr>
          <p:cNvPr id="9" name="Picture Placeholder 5">
            <a:extLst>
              <a:ext uri="{FF2B5EF4-FFF2-40B4-BE49-F238E27FC236}">
                <a16:creationId xmlns:a16="http://schemas.microsoft.com/office/drawing/2014/main" id="{4C68ADBA-D7D6-D342-AE08-FD1C53F945E6}"/>
              </a:ext>
            </a:extLst>
          </p:cNvPr>
          <p:cNvSpPr>
            <a:spLocks noGrp="1"/>
          </p:cNvSpPr>
          <p:nvPr>
            <p:ph type="pic" sz="quarter" idx="17" hasCustomPrompt="1"/>
          </p:nvPr>
        </p:nvSpPr>
        <p:spPr>
          <a:xfrm>
            <a:off x="2859024" y="4349837"/>
            <a:ext cx="975360" cy="975360"/>
          </a:xfrm>
          <a:prstGeom prst="rect">
            <a:avLst/>
          </a:prstGeom>
        </p:spPr>
        <p:txBody>
          <a:bodyPr anchor="ctr"/>
          <a:lstStyle>
            <a:lvl1pPr marL="10584" indent="0" algn="ctr">
              <a:buNone/>
              <a:defRPr sz="1000" spc="0"/>
            </a:lvl1pPr>
          </a:lstStyle>
          <a:p>
            <a:r>
              <a:rPr lang="en-US"/>
              <a:t>HEADSHOT HERE</a:t>
            </a:r>
          </a:p>
        </p:txBody>
      </p:sp>
      <p:sp>
        <p:nvSpPr>
          <p:cNvPr id="10" name="Picture Placeholder 5">
            <a:extLst>
              <a:ext uri="{FF2B5EF4-FFF2-40B4-BE49-F238E27FC236}">
                <a16:creationId xmlns:a16="http://schemas.microsoft.com/office/drawing/2014/main" id="{E02ECDB4-5AD6-7C45-91D3-82FE33CE6D9F}"/>
              </a:ext>
            </a:extLst>
          </p:cNvPr>
          <p:cNvSpPr>
            <a:spLocks noGrp="1"/>
          </p:cNvSpPr>
          <p:nvPr>
            <p:ph type="pic" sz="quarter" idx="18" hasCustomPrompt="1"/>
          </p:nvPr>
        </p:nvSpPr>
        <p:spPr>
          <a:xfrm>
            <a:off x="5193792" y="4349837"/>
            <a:ext cx="975360" cy="975360"/>
          </a:xfrm>
          <a:prstGeom prst="rect">
            <a:avLst/>
          </a:prstGeom>
        </p:spPr>
        <p:txBody>
          <a:bodyPr anchor="ctr"/>
          <a:lstStyle>
            <a:lvl1pPr marL="10584" indent="0" algn="ctr">
              <a:buNone/>
              <a:defRPr sz="1000" spc="0"/>
            </a:lvl1pPr>
          </a:lstStyle>
          <a:p>
            <a:r>
              <a:rPr lang="en-US"/>
              <a:t>HEADSHOT HERE</a:t>
            </a:r>
          </a:p>
        </p:txBody>
      </p:sp>
      <p:sp>
        <p:nvSpPr>
          <p:cNvPr id="11" name="Picture Placeholder 5">
            <a:extLst>
              <a:ext uri="{FF2B5EF4-FFF2-40B4-BE49-F238E27FC236}">
                <a16:creationId xmlns:a16="http://schemas.microsoft.com/office/drawing/2014/main" id="{B967F4E4-8CE7-2944-A00F-24639A4022F4}"/>
              </a:ext>
            </a:extLst>
          </p:cNvPr>
          <p:cNvSpPr>
            <a:spLocks noGrp="1"/>
          </p:cNvSpPr>
          <p:nvPr>
            <p:ph type="pic" sz="quarter" idx="19" hasCustomPrompt="1"/>
          </p:nvPr>
        </p:nvSpPr>
        <p:spPr>
          <a:xfrm>
            <a:off x="7040880" y="4349837"/>
            <a:ext cx="975360" cy="975360"/>
          </a:xfrm>
          <a:prstGeom prst="rect">
            <a:avLst/>
          </a:prstGeom>
        </p:spPr>
        <p:txBody>
          <a:bodyPr anchor="ctr"/>
          <a:lstStyle>
            <a:lvl1pPr marL="10584" indent="0" algn="ctr">
              <a:buNone/>
              <a:defRPr sz="1000" spc="0"/>
            </a:lvl1pPr>
          </a:lstStyle>
          <a:p>
            <a:r>
              <a:rPr lang="en-US"/>
              <a:t>HEADSHOT HERE</a:t>
            </a:r>
          </a:p>
        </p:txBody>
      </p:sp>
      <p:sp>
        <p:nvSpPr>
          <p:cNvPr id="12" name="Picture Placeholder 5">
            <a:extLst>
              <a:ext uri="{FF2B5EF4-FFF2-40B4-BE49-F238E27FC236}">
                <a16:creationId xmlns:a16="http://schemas.microsoft.com/office/drawing/2014/main" id="{B6067C2E-8A1A-C24E-ABBB-BFD08C1671BA}"/>
              </a:ext>
            </a:extLst>
          </p:cNvPr>
          <p:cNvSpPr>
            <a:spLocks noGrp="1"/>
          </p:cNvSpPr>
          <p:nvPr>
            <p:ph type="pic" sz="quarter" idx="20" hasCustomPrompt="1"/>
          </p:nvPr>
        </p:nvSpPr>
        <p:spPr>
          <a:xfrm>
            <a:off x="8711184" y="4349837"/>
            <a:ext cx="975360" cy="975360"/>
          </a:xfrm>
          <a:prstGeom prst="rect">
            <a:avLst/>
          </a:prstGeom>
        </p:spPr>
        <p:txBody>
          <a:bodyPr anchor="ctr"/>
          <a:lstStyle>
            <a:lvl1pPr marL="10584" indent="0" algn="ctr">
              <a:buNone/>
              <a:defRPr sz="1000" spc="0"/>
            </a:lvl1pPr>
          </a:lstStyle>
          <a:p>
            <a:r>
              <a:rPr lang="en-US"/>
              <a:t>HEADSHOT HERE</a:t>
            </a:r>
          </a:p>
        </p:txBody>
      </p:sp>
      <p:sp>
        <p:nvSpPr>
          <p:cNvPr id="13" name="Picture Placeholder 5">
            <a:extLst>
              <a:ext uri="{FF2B5EF4-FFF2-40B4-BE49-F238E27FC236}">
                <a16:creationId xmlns:a16="http://schemas.microsoft.com/office/drawing/2014/main" id="{356D8DE8-5B64-8D4D-9781-CB5B72A560FC}"/>
              </a:ext>
            </a:extLst>
          </p:cNvPr>
          <p:cNvSpPr>
            <a:spLocks noGrp="1"/>
          </p:cNvSpPr>
          <p:nvPr>
            <p:ph type="pic" sz="quarter" idx="21" hasCustomPrompt="1"/>
          </p:nvPr>
        </p:nvSpPr>
        <p:spPr>
          <a:xfrm>
            <a:off x="10381488" y="4349837"/>
            <a:ext cx="975360" cy="975360"/>
          </a:xfrm>
          <a:prstGeom prst="rect">
            <a:avLst/>
          </a:prstGeom>
        </p:spPr>
        <p:txBody>
          <a:bodyPr anchor="ctr"/>
          <a:lstStyle>
            <a:lvl1pPr marL="10584" indent="0" algn="ctr">
              <a:buNone/>
              <a:defRPr sz="1000" spc="0"/>
            </a:lvl1pPr>
          </a:lstStyle>
          <a:p>
            <a:r>
              <a:rPr lang="en-US"/>
              <a:t>HEADSHOT HERE</a:t>
            </a:r>
          </a:p>
        </p:txBody>
      </p:sp>
      <p:sp>
        <p:nvSpPr>
          <p:cNvPr id="14" name="Text Placeholder 59">
            <a:extLst>
              <a:ext uri="{FF2B5EF4-FFF2-40B4-BE49-F238E27FC236}">
                <a16:creationId xmlns:a16="http://schemas.microsoft.com/office/drawing/2014/main" id="{AAD068EC-C3F2-0F46-B6CB-4A760746362D}"/>
              </a:ext>
            </a:extLst>
          </p:cNvPr>
          <p:cNvSpPr>
            <a:spLocks noGrp="1"/>
          </p:cNvSpPr>
          <p:nvPr>
            <p:ph type="body" sz="quarter" idx="22" hasCustomPrompt="1"/>
          </p:nvPr>
        </p:nvSpPr>
        <p:spPr>
          <a:xfrm>
            <a:off x="6339840" y="1806231"/>
            <a:ext cx="2072640" cy="486833"/>
          </a:xfrm>
          <a:prstGeom prst="rect">
            <a:avLst/>
          </a:prstGeom>
        </p:spPr>
        <p:txBody>
          <a:bodyPr lIns="0" bIns="0" anchor="b"/>
          <a:lstStyle>
            <a:lvl1pPr marL="10584" indent="0">
              <a:buNone/>
              <a:defRPr sz="1200" cap="all" spc="0" baseline="0">
                <a:solidFill>
                  <a:schemeClr val="tx1"/>
                </a:solidFill>
              </a:defRPr>
            </a:lvl1pPr>
          </a:lstStyle>
          <a:p>
            <a:pPr lvl="0"/>
            <a:r>
              <a:rPr lang="en-US"/>
              <a:t>NAME HERE. ALL CAPS. BLACK. 9 PT.</a:t>
            </a:r>
          </a:p>
        </p:txBody>
      </p:sp>
      <p:sp>
        <p:nvSpPr>
          <p:cNvPr id="15" name="Text Placeholder 59">
            <a:extLst>
              <a:ext uri="{FF2B5EF4-FFF2-40B4-BE49-F238E27FC236}">
                <a16:creationId xmlns:a16="http://schemas.microsoft.com/office/drawing/2014/main" id="{46396501-5E4A-4547-BD0E-75445D8F480B}"/>
              </a:ext>
            </a:extLst>
          </p:cNvPr>
          <p:cNvSpPr>
            <a:spLocks noGrp="1"/>
          </p:cNvSpPr>
          <p:nvPr>
            <p:ph type="body" sz="quarter" idx="33" hasCustomPrompt="1"/>
          </p:nvPr>
        </p:nvSpPr>
        <p:spPr>
          <a:xfrm>
            <a:off x="6339840" y="2300951"/>
            <a:ext cx="2072640" cy="322287"/>
          </a:xfrm>
          <a:prstGeom prst="rect">
            <a:avLst/>
          </a:prstGeom>
        </p:spPr>
        <p:txBody>
          <a:bodyPr lIns="0" bIns="0" anchor="t" anchorCtr="0"/>
          <a:lstStyle>
            <a:lvl1pPr marL="10584" indent="0">
              <a:buNone/>
              <a:defRPr sz="1200" cap="none" spc="0" baseline="0">
                <a:solidFill>
                  <a:schemeClr val="accent1"/>
                </a:solidFill>
                <a:latin typeface="+mj-lt"/>
              </a:defRPr>
            </a:lvl1pPr>
          </a:lstStyle>
          <a:p>
            <a:pPr lvl="0"/>
            <a:r>
              <a:rPr lang="en-US"/>
              <a:t>Title Here. Lowercase. 9 pt.</a:t>
            </a:r>
          </a:p>
        </p:txBody>
      </p:sp>
      <p:sp>
        <p:nvSpPr>
          <p:cNvPr id="16" name="Text Placeholder 59">
            <a:extLst>
              <a:ext uri="{FF2B5EF4-FFF2-40B4-BE49-F238E27FC236}">
                <a16:creationId xmlns:a16="http://schemas.microsoft.com/office/drawing/2014/main" id="{2603966A-E2D9-824B-A89F-EA677B9EFE19}"/>
              </a:ext>
            </a:extLst>
          </p:cNvPr>
          <p:cNvSpPr>
            <a:spLocks noGrp="1"/>
          </p:cNvSpPr>
          <p:nvPr>
            <p:ph type="body" sz="quarter" idx="40" hasCustomPrompt="1"/>
          </p:nvPr>
        </p:nvSpPr>
        <p:spPr>
          <a:xfrm>
            <a:off x="2859024" y="3175233"/>
            <a:ext cx="2072640" cy="486833"/>
          </a:xfrm>
          <a:prstGeom prst="rect">
            <a:avLst/>
          </a:prstGeom>
        </p:spPr>
        <p:txBody>
          <a:bodyPr lIns="0" bIns="0" anchor="b"/>
          <a:lstStyle>
            <a:lvl1pPr marL="10584" indent="0">
              <a:buNone/>
              <a:defRPr sz="1200" cap="all" spc="0" baseline="0">
                <a:solidFill>
                  <a:schemeClr val="tx1"/>
                </a:solidFill>
              </a:defRPr>
            </a:lvl1pPr>
          </a:lstStyle>
          <a:p>
            <a:pPr lvl="0"/>
            <a:r>
              <a:rPr lang="en-US"/>
              <a:t>NAME HERE. ALL CAPS. BLACK. 9 PT.</a:t>
            </a:r>
          </a:p>
        </p:txBody>
      </p:sp>
      <p:sp>
        <p:nvSpPr>
          <p:cNvPr id="17" name="Text Placeholder 59">
            <a:extLst>
              <a:ext uri="{FF2B5EF4-FFF2-40B4-BE49-F238E27FC236}">
                <a16:creationId xmlns:a16="http://schemas.microsoft.com/office/drawing/2014/main" id="{F306B794-F127-CD4A-AF19-BEEFCAA85BB2}"/>
              </a:ext>
            </a:extLst>
          </p:cNvPr>
          <p:cNvSpPr>
            <a:spLocks noGrp="1"/>
          </p:cNvSpPr>
          <p:nvPr>
            <p:ph type="body" sz="quarter" idx="41" hasCustomPrompt="1"/>
          </p:nvPr>
        </p:nvSpPr>
        <p:spPr>
          <a:xfrm>
            <a:off x="2859024" y="3683205"/>
            <a:ext cx="2072640" cy="322287"/>
          </a:xfrm>
          <a:prstGeom prst="rect">
            <a:avLst/>
          </a:prstGeom>
        </p:spPr>
        <p:txBody>
          <a:bodyPr lIns="0" bIns="0" anchor="t" anchorCtr="0"/>
          <a:lstStyle>
            <a:lvl1pPr marL="10584" indent="0">
              <a:buNone/>
              <a:defRPr sz="1200" cap="none" spc="0" baseline="0">
                <a:solidFill>
                  <a:schemeClr val="accent1"/>
                </a:solidFill>
                <a:latin typeface="+mj-lt"/>
              </a:defRPr>
            </a:lvl1pPr>
          </a:lstStyle>
          <a:p>
            <a:pPr lvl="0"/>
            <a:r>
              <a:rPr lang="en-US"/>
              <a:t>Title Here. Lowercase. 9 pt.</a:t>
            </a:r>
          </a:p>
        </p:txBody>
      </p:sp>
      <p:sp>
        <p:nvSpPr>
          <p:cNvPr id="18" name="Text Placeholder 59">
            <a:extLst>
              <a:ext uri="{FF2B5EF4-FFF2-40B4-BE49-F238E27FC236}">
                <a16:creationId xmlns:a16="http://schemas.microsoft.com/office/drawing/2014/main" id="{34112D37-2205-B848-AC2E-BD4056D73F74}"/>
              </a:ext>
            </a:extLst>
          </p:cNvPr>
          <p:cNvSpPr>
            <a:spLocks noGrp="1"/>
          </p:cNvSpPr>
          <p:nvPr>
            <p:ph type="body" sz="quarter" idx="46" hasCustomPrompt="1"/>
          </p:nvPr>
        </p:nvSpPr>
        <p:spPr>
          <a:xfrm>
            <a:off x="445009" y="5449718"/>
            <a:ext cx="1465491" cy="291367"/>
          </a:xfrm>
          <a:prstGeom prst="rect">
            <a:avLst/>
          </a:prstGeom>
        </p:spPr>
        <p:txBody>
          <a:bodyPr lIns="0" bIns="0" anchor="b"/>
          <a:lstStyle>
            <a:lvl1pPr marL="10584" marR="0" indent="0" algn="l" defTabSz="609555" rtl="0" eaLnBrk="1" fontAlgn="auto" latinLnBrk="0" hangingPunct="1">
              <a:lnSpc>
                <a:spcPct val="100000"/>
              </a:lnSpc>
              <a:spcBef>
                <a:spcPct val="20000"/>
              </a:spcBef>
              <a:spcAft>
                <a:spcPts val="0"/>
              </a:spcAft>
              <a:buClr>
                <a:schemeClr val="accent1"/>
              </a:buClr>
              <a:buSzTx/>
              <a:buFont typeface="Arial" panose="020B0604020202020204" pitchFamily="34" charset="0"/>
              <a:buNone/>
              <a:tabLst/>
              <a:defRPr sz="1067" cap="all" spc="0" baseline="0">
                <a:solidFill>
                  <a:schemeClr val="tx1"/>
                </a:solidFill>
              </a:defRPr>
            </a:lvl1pPr>
          </a:lstStyle>
          <a:p>
            <a:pPr marL="10584" marR="0" lvl="0" indent="0" algn="l" defTabSz="609555" rtl="0" eaLnBrk="1" fontAlgn="auto" latinLnBrk="0" hangingPunct="1">
              <a:lnSpc>
                <a:spcPct val="100000"/>
              </a:lnSpc>
              <a:spcBef>
                <a:spcPct val="20000"/>
              </a:spcBef>
              <a:spcAft>
                <a:spcPts val="0"/>
              </a:spcAft>
              <a:buClr>
                <a:schemeClr val="accent1"/>
              </a:buClr>
              <a:buSzTx/>
              <a:buFont typeface="Arial" panose="020B0604020202020204" pitchFamily="34" charset="0"/>
              <a:buNone/>
              <a:tabLst/>
              <a:defRPr/>
            </a:pPr>
            <a:r>
              <a:rPr lang="en-US"/>
              <a:t>NAME HERE. ALL CAPS. BLACK. 8 PT.</a:t>
            </a:r>
          </a:p>
        </p:txBody>
      </p:sp>
      <p:sp>
        <p:nvSpPr>
          <p:cNvPr id="19" name="Text Placeholder 59">
            <a:extLst>
              <a:ext uri="{FF2B5EF4-FFF2-40B4-BE49-F238E27FC236}">
                <a16:creationId xmlns:a16="http://schemas.microsoft.com/office/drawing/2014/main" id="{F7F8772C-0E28-B04E-BD81-B40EF87AEC77}"/>
              </a:ext>
            </a:extLst>
          </p:cNvPr>
          <p:cNvSpPr>
            <a:spLocks noGrp="1"/>
          </p:cNvSpPr>
          <p:nvPr>
            <p:ph type="body" sz="quarter" idx="47" hasCustomPrompt="1"/>
          </p:nvPr>
        </p:nvSpPr>
        <p:spPr>
          <a:xfrm>
            <a:off x="445009" y="5755571"/>
            <a:ext cx="1465491" cy="328021"/>
          </a:xfrm>
          <a:prstGeom prst="rect">
            <a:avLst/>
          </a:prstGeom>
        </p:spPr>
        <p:txBody>
          <a:bodyPr lIns="0" bIns="0" anchor="t" anchorCtr="0"/>
          <a:lstStyle>
            <a:lvl1pPr marL="10584" indent="0">
              <a:buNone/>
              <a:defRPr sz="1067" cap="none" spc="0" baseline="0">
                <a:solidFill>
                  <a:schemeClr val="accent1"/>
                </a:solidFill>
                <a:latin typeface="+mj-lt"/>
              </a:defRPr>
            </a:lvl1pPr>
          </a:lstStyle>
          <a:p>
            <a:pPr lvl="0"/>
            <a:r>
              <a:rPr lang="en-US"/>
              <a:t>Title Here. Lowercase. 8 pt.</a:t>
            </a:r>
          </a:p>
        </p:txBody>
      </p:sp>
      <p:sp>
        <p:nvSpPr>
          <p:cNvPr id="20" name="Text Placeholder 59">
            <a:extLst>
              <a:ext uri="{FF2B5EF4-FFF2-40B4-BE49-F238E27FC236}">
                <a16:creationId xmlns:a16="http://schemas.microsoft.com/office/drawing/2014/main" id="{9227AD50-FBF9-A246-AF49-3CEF5A9B0920}"/>
              </a:ext>
            </a:extLst>
          </p:cNvPr>
          <p:cNvSpPr>
            <a:spLocks noGrp="1"/>
          </p:cNvSpPr>
          <p:nvPr>
            <p:ph type="body" sz="quarter" idx="48" hasCustomPrompt="1"/>
          </p:nvPr>
        </p:nvSpPr>
        <p:spPr>
          <a:xfrm>
            <a:off x="2859024" y="5449718"/>
            <a:ext cx="1465491" cy="291367"/>
          </a:xfrm>
          <a:prstGeom prst="rect">
            <a:avLst/>
          </a:prstGeom>
        </p:spPr>
        <p:txBody>
          <a:bodyPr lIns="0" bIns="0" anchor="b"/>
          <a:lstStyle>
            <a:lvl1pPr marL="10584" marR="0" indent="0" algn="l" defTabSz="609555" rtl="0" eaLnBrk="1" fontAlgn="auto" latinLnBrk="0" hangingPunct="1">
              <a:lnSpc>
                <a:spcPct val="100000"/>
              </a:lnSpc>
              <a:spcBef>
                <a:spcPct val="20000"/>
              </a:spcBef>
              <a:spcAft>
                <a:spcPts val="0"/>
              </a:spcAft>
              <a:buClr>
                <a:schemeClr val="accent1"/>
              </a:buClr>
              <a:buSzTx/>
              <a:buFont typeface="Arial" panose="020B0604020202020204" pitchFamily="34" charset="0"/>
              <a:buNone/>
              <a:tabLst/>
              <a:defRPr sz="1067" cap="all" spc="0" baseline="0">
                <a:solidFill>
                  <a:schemeClr val="tx1"/>
                </a:solidFill>
              </a:defRPr>
            </a:lvl1pPr>
          </a:lstStyle>
          <a:p>
            <a:pPr marL="10584" marR="0" lvl="0" indent="0" algn="l" defTabSz="609555" rtl="0" eaLnBrk="1" fontAlgn="auto" latinLnBrk="0" hangingPunct="1">
              <a:lnSpc>
                <a:spcPct val="100000"/>
              </a:lnSpc>
              <a:spcBef>
                <a:spcPct val="20000"/>
              </a:spcBef>
              <a:spcAft>
                <a:spcPts val="0"/>
              </a:spcAft>
              <a:buClr>
                <a:schemeClr val="accent1"/>
              </a:buClr>
              <a:buSzTx/>
              <a:buFont typeface="Arial" panose="020B0604020202020204" pitchFamily="34" charset="0"/>
              <a:buNone/>
              <a:tabLst/>
              <a:defRPr/>
            </a:pPr>
            <a:r>
              <a:rPr lang="en-US"/>
              <a:t>NAME HERE. ALL CAPS. BLACK. 8 PT.</a:t>
            </a:r>
          </a:p>
        </p:txBody>
      </p:sp>
      <p:sp>
        <p:nvSpPr>
          <p:cNvPr id="21" name="Text Placeholder 59">
            <a:extLst>
              <a:ext uri="{FF2B5EF4-FFF2-40B4-BE49-F238E27FC236}">
                <a16:creationId xmlns:a16="http://schemas.microsoft.com/office/drawing/2014/main" id="{A9801118-1422-A14E-BD94-22F26787C133}"/>
              </a:ext>
            </a:extLst>
          </p:cNvPr>
          <p:cNvSpPr>
            <a:spLocks noGrp="1"/>
          </p:cNvSpPr>
          <p:nvPr>
            <p:ph type="body" sz="quarter" idx="49" hasCustomPrompt="1"/>
          </p:nvPr>
        </p:nvSpPr>
        <p:spPr>
          <a:xfrm>
            <a:off x="2859024" y="5755571"/>
            <a:ext cx="1465491" cy="328021"/>
          </a:xfrm>
          <a:prstGeom prst="rect">
            <a:avLst/>
          </a:prstGeom>
        </p:spPr>
        <p:txBody>
          <a:bodyPr lIns="0" bIns="0" anchor="t" anchorCtr="0"/>
          <a:lstStyle>
            <a:lvl1pPr marL="10584" indent="0">
              <a:buNone/>
              <a:defRPr sz="1067" cap="none" spc="0" baseline="0">
                <a:solidFill>
                  <a:schemeClr val="accent1"/>
                </a:solidFill>
                <a:latin typeface="+mj-lt"/>
              </a:defRPr>
            </a:lvl1pPr>
          </a:lstStyle>
          <a:p>
            <a:pPr lvl="0"/>
            <a:r>
              <a:rPr lang="en-US"/>
              <a:t>Title Here. Lowercase. 8 pt.</a:t>
            </a:r>
          </a:p>
        </p:txBody>
      </p:sp>
      <p:sp>
        <p:nvSpPr>
          <p:cNvPr id="22" name="Text Placeholder 59">
            <a:extLst>
              <a:ext uri="{FF2B5EF4-FFF2-40B4-BE49-F238E27FC236}">
                <a16:creationId xmlns:a16="http://schemas.microsoft.com/office/drawing/2014/main" id="{DA83B46F-FD84-814E-B725-028067D91D9E}"/>
              </a:ext>
            </a:extLst>
          </p:cNvPr>
          <p:cNvSpPr>
            <a:spLocks noGrp="1"/>
          </p:cNvSpPr>
          <p:nvPr>
            <p:ph type="body" sz="quarter" idx="50" hasCustomPrompt="1"/>
          </p:nvPr>
        </p:nvSpPr>
        <p:spPr>
          <a:xfrm>
            <a:off x="5193792" y="5449718"/>
            <a:ext cx="1465491" cy="291367"/>
          </a:xfrm>
          <a:prstGeom prst="rect">
            <a:avLst/>
          </a:prstGeom>
        </p:spPr>
        <p:txBody>
          <a:bodyPr lIns="0" bIns="0" anchor="b"/>
          <a:lstStyle>
            <a:lvl1pPr marL="10584" marR="0" indent="0" algn="l" defTabSz="609555" rtl="0" eaLnBrk="1" fontAlgn="auto" latinLnBrk="0" hangingPunct="1">
              <a:lnSpc>
                <a:spcPct val="100000"/>
              </a:lnSpc>
              <a:spcBef>
                <a:spcPct val="20000"/>
              </a:spcBef>
              <a:spcAft>
                <a:spcPts val="0"/>
              </a:spcAft>
              <a:buClr>
                <a:schemeClr val="accent1"/>
              </a:buClr>
              <a:buSzTx/>
              <a:buFont typeface="Arial" panose="020B0604020202020204" pitchFamily="34" charset="0"/>
              <a:buNone/>
              <a:tabLst/>
              <a:defRPr sz="1067" cap="all" spc="0" baseline="0">
                <a:solidFill>
                  <a:schemeClr val="tx1"/>
                </a:solidFill>
              </a:defRPr>
            </a:lvl1pPr>
          </a:lstStyle>
          <a:p>
            <a:pPr marL="10584" marR="0" lvl="0" indent="0" algn="l" defTabSz="609555" rtl="0" eaLnBrk="1" fontAlgn="auto" latinLnBrk="0" hangingPunct="1">
              <a:lnSpc>
                <a:spcPct val="100000"/>
              </a:lnSpc>
              <a:spcBef>
                <a:spcPct val="20000"/>
              </a:spcBef>
              <a:spcAft>
                <a:spcPts val="0"/>
              </a:spcAft>
              <a:buClr>
                <a:schemeClr val="accent1"/>
              </a:buClr>
              <a:buSzTx/>
              <a:buFont typeface="Arial" panose="020B0604020202020204" pitchFamily="34" charset="0"/>
              <a:buNone/>
              <a:tabLst/>
              <a:defRPr/>
            </a:pPr>
            <a:r>
              <a:rPr lang="en-US"/>
              <a:t>NAME HERE. ALL CAPS. BLACK. 8 PT.</a:t>
            </a:r>
          </a:p>
        </p:txBody>
      </p:sp>
      <p:sp>
        <p:nvSpPr>
          <p:cNvPr id="23" name="Text Placeholder 59">
            <a:extLst>
              <a:ext uri="{FF2B5EF4-FFF2-40B4-BE49-F238E27FC236}">
                <a16:creationId xmlns:a16="http://schemas.microsoft.com/office/drawing/2014/main" id="{7608E6CD-ACB2-4A4E-99C9-BA790309A6C8}"/>
              </a:ext>
            </a:extLst>
          </p:cNvPr>
          <p:cNvSpPr>
            <a:spLocks noGrp="1"/>
          </p:cNvSpPr>
          <p:nvPr>
            <p:ph type="body" sz="quarter" idx="51" hasCustomPrompt="1"/>
          </p:nvPr>
        </p:nvSpPr>
        <p:spPr>
          <a:xfrm>
            <a:off x="5193792" y="5755571"/>
            <a:ext cx="1465491" cy="328021"/>
          </a:xfrm>
          <a:prstGeom prst="rect">
            <a:avLst/>
          </a:prstGeom>
        </p:spPr>
        <p:txBody>
          <a:bodyPr lIns="0" bIns="0" anchor="t" anchorCtr="0"/>
          <a:lstStyle>
            <a:lvl1pPr marL="10584" indent="0">
              <a:buNone/>
              <a:defRPr sz="1067" cap="none" spc="0" baseline="0">
                <a:solidFill>
                  <a:schemeClr val="accent1"/>
                </a:solidFill>
                <a:latin typeface="+mj-lt"/>
              </a:defRPr>
            </a:lvl1pPr>
          </a:lstStyle>
          <a:p>
            <a:pPr lvl="0"/>
            <a:r>
              <a:rPr lang="en-US"/>
              <a:t>Title Here. Lowercase. 8 pt.</a:t>
            </a:r>
          </a:p>
        </p:txBody>
      </p:sp>
      <p:sp>
        <p:nvSpPr>
          <p:cNvPr id="24" name="Text Placeholder 59">
            <a:extLst>
              <a:ext uri="{FF2B5EF4-FFF2-40B4-BE49-F238E27FC236}">
                <a16:creationId xmlns:a16="http://schemas.microsoft.com/office/drawing/2014/main" id="{34273060-1F39-A54E-B595-D24001E81C23}"/>
              </a:ext>
            </a:extLst>
          </p:cNvPr>
          <p:cNvSpPr>
            <a:spLocks noGrp="1"/>
          </p:cNvSpPr>
          <p:nvPr>
            <p:ph type="body" sz="quarter" idx="52" hasCustomPrompt="1"/>
          </p:nvPr>
        </p:nvSpPr>
        <p:spPr>
          <a:xfrm>
            <a:off x="7040880" y="5449718"/>
            <a:ext cx="1465491" cy="291367"/>
          </a:xfrm>
          <a:prstGeom prst="rect">
            <a:avLst/>
          </a:prstGeom>
        </p:spPr>
        <p:txBody>
          <a:bodyPr lIns="0" bIns="0" anchor="b"/>
          <a:lstStyle>
            <a:lvl1pPr marL="10584" marR="0" indent="0" algn="l" defTabSz="609555" rtl="0" eaLnBrk="1" fontAlgn="auto" latinLnBrk="0" hangingPunct="1">
              <a:lnSpc>
                <a:spcPct val="100000"/>
              </a:lnSpc>
              <a:spcBef>
                <a:spcPct val="20000"/>
              </a:spcBef>
              <a:spcAft>
                <a:spcPts val="0"/>
              </a:spcAft>
              <a:buClr>
                <a:schemeClr val="accent1"/>
              </a:buClr>
              <a:buSzTx/>
              <a:buFont typeface="Arial" panose="020B0604020202020204" pitchFamily="34" charset="0"/>
              <a:buNone/>
              <a:tabLst/>
              <a:defRPr sz="1067" cap="all" spc="0" baseline="0">
                <a:solidFill>
                  <a:schemeClr val="tx1"/>
                </a:solidFill>
              </a:defRPr>
            </a:lvl1pPr>
          </a:lstStyle>
          <a:p>
            <a:pPr marL="10584" marR="0" lvl="0" indent="0" algn="l" defTabSz="609555" rtl="0" eaLnBrk="1" fontAlgn="auto" latinLnBrk="0" hangingPunct="1">
              <a:lnSpc>
                <a:spcPct val="100000"/>
              </a:lnSpc>
              <a:spcBef>
                <a:spcPct val="20000"/>
              </a:spcBef>
              <a:spcAft>
                <a:spcPts val="0"/>
              </a:spcAft>
              <a:buClr>
                <a:schemeClr val="accent1"/>
              </a:buClr>
              <a:buSzTx/>
              <a:buFont typeface="Arial" panose="020B0604020202020204" pitchFamily="34" charset="0"/>
              <a:buNone/>
              <a:tabLst/>
              <a:defRPr/>
            </a:pPr>
            <a:r>
              <a:rPr lang="en-US"/>
              <a:t>NAME HERE. ALL CAPS. BLACK. 8 PT.</a:t>
            </a:r>
          </a:p>
        </p:txBody>
      </p:sp>
      <p:sp>
        <p:nvSpPr>
          <p:cNvPr id="25" name="Text Placeholder 59">
            <a:extLst>
              <a:ext uri="{FF2B5EF4-FFF2-40B4-BE49-F238E27FC236}">
                <a16:creationId xmlns:a16="http://schemas.microsoft.com/office/drawing/2014/main" id="{DB3F8C38-E7FA-EC4B-B0EA-E8968653CAEB}"/>
              </a:ext>
            </a:extLst>
          </p:cNvPr>
          <p:cNvSpPr>
            <a:spLocks noGrp="1"/>
          </p:cNvSpPr>
          <p:nvPr>
            <p:ph type="body" sz="quarter" idx="53" hasCustomPrompt="1"/>
          </p:nvPr>
        </p:nvSpPr>
        <p:spPr>
          <a:xfrm>
            <a:off x="7040880" y="5755571"/>
            <a:ext cx="1465491" cy="328021"/>
          </a:xfrm>
          <a:prstGeom prst="rect">
            <a:avLst/>
          </a:prstGeom>
        </p:spPr>
        <p:txBody>
          <a:bodyPr lIns="0" bIns="0" anchor="t" anchorCtr="0"/>
          <a:lstStyle>
            <a:lvl1pPr marL="10584" indent="0">
              <a:buNone/>
              <a:defRPr sz="1067" cap="none" spc="0" baseline="0">
                <a:solidFill>
                  <a:schemeClr val="accent1"/>
                </a:solidFill>
                <a:latin typeface="+mj-lt"/>
              </a:defRPr>
            </a:lvl1pPr>
          </a:lstStyle>
          <a:p>
            <a:pPr lvl="0"/>
            <a:r>
              <a:rPr lang="en-US"/>
              <a:t>Title Here. Lowercase. 8 pt.</a:t>
            </a:r>
          </a:p>
        </p:txBody>
      </p:sp>
      <p:sp>
        <p:nvSpPr>
          <p:cNvPr id="26" name="Text Placeholder 59">
            <a:extLst>
              <a:ext uri="{FF2B5EF4-FFF2-40B4-BE49-F238E27FC236}">
                <a16:creationId xmlns:a16="http://schemas.microsoft.com/office/drawing/2014/main" id="{C10AEC33-A230-184B-A765-7D4A74A8F4C0}"/>
              </a:ext>
            </a:extLst>
          </p:cNvPr>
          <p:cNvSpPr>
            <a:spLocks noGrp="1"/>
          </p:cNvSpPr>
          <p:nvPr>
            <p:ph type="body" sz="quarter" idx="54" hasCustomPrompt="1"/>
          </p:nvPr>
        </p:nvSpPr>
        <p:spPr>
          <a:xfrm>
            <a:off x="8723755" y="5449718"/>
            <a:ext cx="1465491" cy="291367"/>
          </a:xfrm>
          <a:prstGeom prst="rect">
            <a:avLst/>
          </a:prstGeom>
        </p:spPr>
        <p:txBody>
          <a:bodyPr lIns="0" bIns="0" anchor="b"/>
          <a:lstStyle>
            <a:lvl1pPr marL="10584" marR="0" indent="0" algn="l" defTabSz="609555" rtl="0" eaLnBrk="1" fontAlgn="auto" latinLnBrk="0" hangingPunct="1">
              <a:lnSpc>
                <a:spcPct val="100000"/>
              </a:lnSpc>
              <a:spcBef>
                <a:spcPct val="20000"/>
              </a:spcBef>
              <a:spcAft>
                <a:spcPts val="0"/>
              </a:spcAft>
              <a:buClr>
                <a:schemeClr val="accent1"/>
              </a:buClr>
              <a:buSzTx/>
              <a:buFont typeface="Arial" panose="020B0604020202020204" pitchFamily="34" charset="0"/>
              <a:buNone/>
              <a:tabLst/>
              <a:defRPr sz="1067" cap="all" spc="0" baseline="0">
                <a:solidFill>
                  <a:schemeClr val="tx1"/>
                </a:solidFill>
              </a:defRPr>
            </a:lvl1pPr>
          </a:lstStyle>
          <a:p>
            <a:pPr marL="10584" marR="0" lvl="0" indent="0" algn="l" defTabSz="609555" rtl="0" eaLnBrk="1" fontAlgn="auto" latinLnBrk="0" hangingPunct="1">
              <a:lnSpc>
                <a:spcPct val="100000"/>
              </a:lnSpc>
              <a:spcBef>
                <a:spcPct val="20000"/>
              </a:spcBef>
              <a:spcAft>
                <a:spcPts val="0"/>
              </a:spcAft>
              <a:buClr>
                <a:schemeClr val="accent1"/>
              </a:buClr>
              <a:buSzTx/>
              <a:buFont typeface="Arial" panose="020B0604020202020204" pitchFamily="34" charset="0"/>
              <a:buNone/>
              <a:tabLst/>
              <a:defRPr/>
            </a:pPr>
            <a:r>
              <a:rPr lang="en-US"/>
              <a:t>NAME HERE. ALL CAPS. BLACK. 8 PT.</a:t>
            </a:r>
          </a:p>
        </p:txBody>
      </p:sp>
      <p:sp>
        <p:nvSpPr>
          <p:cNvPr id="27" name="Text Placeholder 59">
            <a:extLst>
              <a:ext uri="{FF2B5EF4-FFF2-40B4-BE49-F238E27FC236}">
                <a16:creationId xmlns:a16="http://schemas.microsoft.com/office/drawing/2014/main" id="{9F2E478C-C4E9-4146-9EC3-D0C9AB7A6595}"/>
              </a:ext>
            </a:extLst>
          </p:cNvPr>
          <p:cNvSpPr>
            <a:spLocks noGrp="1"/>
          </p:cNvSpPr>
          <p:nvPr>
            <p:ph type="body" sz="quarter" idx="55" hasCustomPrompt="1"/>
          </p:nvPr>
        </p:nvSpPr>
        <p:spPr>
          <a:xfrm>
            <a:off x="8723755" y="5755571"/>
            <a:ext cx="1465491" cy="328021"/>
          </a:xfrm>
          <a:prstGeom prst="rect">
            <a:avLst/>
          </a:prstGeom>
        </p:spPr>
        <p:txBody>
          <a:bodyPr lIns="0" bIns="0" anchor="t" anchorCtr="0"/>
          <a:lstStyle>
            <a:lvl1pPr marL="10584" indent="0">
              <a:buNone/>
              <a:defRPr sz="1067" cap="none" spc="0" baseline="0">
                <a:solidFill>
                  <a:schemeClr val="accent1"/>
                </a:solidFill>
                <a:latin typeface="+mj-lt"/>
              </a:defRPr>
            </a:lvl1pPr>
          </a:lstStyle>
          <a:p>
            <a:pPr lvl="0"/>
            <a:r>
              <a:rPr lang="en-US"/>
              <a:t>Title Here. Lowercase. 8 pt.</a:t>
            </a:r>
          </a:p>
        </p:txBody>
      </p:sp>
      <p:sp>
        <p:nvSpPr>
          <p:cNvPr id="28" name="Picture Placeholder 5">
            <a:extLst>
              <a:ext uri="{FF2B5EF4-FFF2-40B4-BE49-F238E27FC236}">
                <a16:creationId xmlns:a16="http://schemas.microsoft.com/office/drawing/2014/main" id="{81E76849-5610-2C40-93D4-822EF3028FBB}"/>
              </a:ext>
            </a:extLst>
          </p:cNvPr>
          <p:cNvSpPr>
            <a:spLocks noGrp="1"/>
          </p:cNvSpPr>
          <p:nvPr>
            <p:ph type="pic" sz="quarter" idx="58" hasCustomPrompt="1"/>
          </p:nvPr>
        </p:nvSpPr>
        <p:spPr>
          <a:xfrm>
            <a:off x="8674232" y="3030131"/>
            <a:ext cx="975360" cy="975360"/>
          </a:xfrm>
          <a:prstGeom prst="rect">
            <a:avLst/>
          </a:prstGeom>
        </p:spPr>
        <p:txBody>
          <a:bodyPr anchor="ctr"/>
          <a:lstStyle>
            <a:lvl1pPr marL="10584" indent="0" algn="ctr">
              <a:buNone/>
              <a:defRPr sz="1000" spc="0"/>
            </a:lvl1pPr>
          </a:lstStyle>
          <a:p>
            <a:r>
              <a:rPr lang="en-US"/>
              <a:t>HEADSHOT HERE</a:t>
            </a:r>
          </a:p>
        </p:txBody>
      </p:sp>
      <p:sp>
        <p:nvSpPr>
          <p:cNvPr id="29" name="Text Placeholder 59">
            <a:extLst>
              <a:ext uri="{FF2B5EF4-FFF2-40B4-BE49-F238E27FC236}">
                <a16:creationId xmlns:a16="http://schemas.microsoft.com/office/drawing/2014/main" id="{11A9C59D-F39D-D14F-AF46-5BA85F567680}"/>
              </a:ext>
            </a:extLst>
          </p:cNvPr>
          <p:cNvSpPr>
            <a:spLocks noGrp="1"/>
          </p:cNvSpPr>
          <p:nvPr>
            <p:ph type="body" sz="quarter" idx="61" hasCustomPrompt="1"/>
          </p:nvPr>
        </p:nvSpPr>
        <p:spPr>
          <a:xfrm>
            <a:off x="6431280" y="3175233"/>
            <a:ext cx="2072640" cy="486833"/>
          </a:xfrm>
          <a:prstGeom prst="rect">
            <a:avLst/>
          </a:prstGeom>
        </p:spPr>
        <p:txBody>
          <a:bodyPr lIns="0" bIns="0" anchor="b"/>
          <a:lstStyle>
            <a:lvl1pPr marL="10584" indent="0">
              <a:buNone/>
              <a:defRPr sz="1200" cap="all" spc="0" baseline="0">
                <a:solidFill>
                  <a:schemeClr val="tx1"/>
                </a:solidFill>
              </a:defRPr>
            </a:lvl1pPr>
          </a:lstStyle>
          <a:p>
            <a:pPr lvl="0"/>
            <a:r>
              <a:rPr lang="en-US"/>
              <a:t>NAME HERE. ALL CAPS. BLACK. 9 PT.</a:t>
            </a:r>
          </a:p>
        </p:txBody>
      </p:sp>
      <p:sp>
        <p:nvSpPr>
          <p:cNvPr id="30" name="Text Placeholder 59">
            <a:extLst>
              <a:ext uri="{FF2B5EF4-FFF2-40B4-BE49-F238E27FC236}">
                <a16:creationId xmlns:a16="http://schemas.microsoft.com/office/drawing/2014/main" id="{4695BFE7-6E66-EB4F-83FA-D531E3D06BC2}"/>
              </a:ext>
            </a:extLst>
          </p:cNvPr>
          <p:cNvSpPr>
            <a:spLocks noGrp="1"/>
          </p:cNvSpPr>
          <p:nvPr>
            <p:ph type="body" sz="quarter" idx="62" hasCustomPrompt="1"/>
          </p:nvPr>
        </p:nvSpPr>
        <p:spPr>
          <a:xfrm>
            <a:off x="6431280" y="3683205"/>
            <a:ext cx="2072640" cy="322287"/>
          </a:xfrm>
          <a:prstGeom prst="rect">
            <a:avLst/>
          </a:prstGeom>
        </p:spPr>
        <p:txBody>
          <a:bodyPr lIns="0" bIns="0" anchor="t" anchorCtr="0"/>
          <a:lstStyle>
            <a:lvl1pPr marL="10584" indent="0">
              <a:buNone/>
              <a:defRPr sz="1200" cap="none" spc="0" baseline="0">
                <a:solidFill>
                  <a:schemeClr val="accent1"/>
                </a:solidFill>
                <a:latin typeface="+mj-lt"/>
              </a:defRPr>
            </a:lvl1pPr>
          </a:lstStyle>
          <a:p>
            <a:pPr lvl="0"/>
            <a:r>
              <a:rPr lang="en-US"/>
              <a:t>Title Here. Lowercase. 9 pt.</a:t>
            </a:r>
          </a:p>
        </p:txBody>
      </p:sp>
      <p:sp>
        <p:nvSpPr>
          <p:cNvPr id="31" name="Text Placeholder 59">
            <a:extLst>
              <a:ext uri="{FF2B5EF4-FFF2-40B4-BE49-F238E27FC236}">
                <a16:creationId xmlns:a16="http://schemas.microsoft.com/office/drawing/2014/main" id="{81818247-7E1D-6647-BB1B-ACB36AE76005}"/>
              </a:ext>
            </a:extLst>
          </p:cNvPr>
          <p:cNvSpPr>
            <a:spLocks noGrp="1"/>
          </p:cNvSpPr>
          <p:nvPr>
            <p:ph type="body" sz="quarter" idx="63" hasCustomPrompt="1"/>
          </p:nvPr>
        </p:nvSpPr>
        <p:spPr>
          <a:xfrm>
            <a:off x="9819904" y="3174296"/>
            <a:ext cx="2072640" cy="486833"/>
          </a:xfrm>
          <a:prstGeom prst="rect">
            <a:avLst/>
          </a:prstGeom>
        </p:spPr>
        <p:txBody>
          <a:bodyPr lIns="0" bIns="0" anchor="b"/>
          <a:lstStyle>
            <a:lvl1pPr marL="10584" indent="0">
              <a:buNone/>
              <a:defRPr sz="1200" cap="all" spc="0" baseline="0">
                <a:solidFill>
                  <a:schemeClr val="tx1"/>
                </a:solidFill>
              </a:defRPr>
            </a:lvl1pPr>
          </a:lstStyle>
          <a:p>
            <a:pPr lvl="0"/>
            <a:r>
              <a:rPr lang="en-US"/>
              <a:t>NAME HERE. ALL CAPS. BLACK. 9 PT.</a:t>
            </a:r>
          </a:p>
        </p:txBody>
      </p:sp>
      <p:sp>
        <p:nvSpPr>
          <p:cNvPr id="32" name="Text Placeholder 59">
            <a:extLst>
              <a:ext uri="{FF2B5EF4-FFF2-40B4-BE49-F238E27FC236}">
                <a16:creationId xmlns:a16="http://schemas.microsoft.com/office/drawing/2014/main" id="{4F1CECA1-565B-7540-B43C-49770A617ECB}"/>
              </a:ext>
            </a:extLst>
          </p:cNvPr>
          <p:cNvSpPr>
            <a:spLocks noGrp="1"/>
          </p:cNvSpPr>
          <p:nvPr>
            <p:ph type="body" sz="quarter" idx="64" hasCustomPrompt="1"/>
          </p:nvPr>
        </p:nvSpPr>
        <p:spPr>
          <a:xfrm>
            <a:off x="9819904" y="3683205"/>
            <a:ext cx="2072640" cy="322287"/>
          </a:xfrm>
          <a:prstGeom prst="rect">
            <a:avLst/>
          </a:prstGeom>
        </p:spPr>
        <p:txBody>
          <a:bodyPr lIns="0" bIns="0" anchor="t" anchorCtr="0"/>
          <a:lstStyle>
            <a:lvl1pPr marL="10584" indent="0">
              <a:buNone/>
              <a:defRPr sz="1200" cap="none" spc="0" baseline="0">
                <a:solidFill>
                  <a:schemeClr val="accent1"/>
                </a:solidFill>
                <a:latin typeface="+mj-lt"/>
              </a:defRPr>
            </a:lvl1pPr>
          </a:lstStyle>
          <a:p>
            <a:pPr lvl="0"/>
            <a:r>
              <a:rPr lang="en-US"/>
              <a:t>Title Here. Lowercase. 9 pt.</a:t>
            </a:r>
          </a:p>
        </p:txBody>
      </p:sp>
      <p:sp>
        <p:nvSpPr>
          <p:cNvPr id="33" name="Text Placeholder 59">
            <a:extLst>
              <a:ext uri="{FF2B5EF4-FFF2-40B4-BE49-F238E27FC236}">
                <a16:creationId xmlns:a16="http://schemas.microsoft.com/office/drawing/2014/main" id="{5A430AF1-FF22-0A4E-9AAB-B6FEC573BCF7}"/>
              </a:ext>
            </a:extLst>
          </p:cNvPr>
          <p:cNvSpPr>
            <a:spLocks noGrp="1"/>
          </p:cNvSpPr>
          <p:nvPr>
            <p:ph type="body" sz="quarter" idx="65" hasCustomPrompt="1"/>
          </p:nvPr>
        </p:nvSpPr>
        <p:spPr>
          <a:xfrm>
            <a:off x="10381488" y="5449718"/>
            <a:ext cx="1465491" cy="291367"/>
          </a:xfrm>
          <a:prstGeom prst="rect">
            <a:avLst/>
          </a:prstGeom>
        </p:spPr>
        <p:txBody>
          <a:bodyPr lIns="0" bIns="0" anchor="b"/>
          <a:lstStyle>
            <a:lvl1pPr marL="10584" marR="0" indent="0" algn="l" defTabSz="609555" rtl="0" eaLnBrk="1" fontAlgn="auto" latinLnBrk="0" hangingPunct="1">
              <a:lnSpc>
                <a:spcPct val="100000"/>
              </a:lnSpc>
              <a:spcBef>
                <a:spcPct val="20000"/>
              </a:spcBef>
              <a:spcAft>
                <a:spcPts val="0"/>
              </a:spcAft>
              <a:buClr>
                <a:schemeClr val="accent1"/>
              </a:buClr>
              <a:buSzTx/>
              <a:buFont typeface="Arial" panose="020B0604020202020204" pitchFamily="34" charset="0"/>
              <a:buNone/>
              <a:tabLst/>
              <a:defRPr sz="1067" cap="all" spc="0" baseline="0">
                <a:solidFill>
                  <a:schemeClr val="tx1"/>
                </a:solidFill>
              </a:defRPr>
            </a:lvl1pPr>
          </a:lstStyle>
          <a:p>
            <a:pPr marL="10584" marR="0" lvl="0" indent="0" algn="l" defTabSz="609555" rtl="0" eaLnBrk="1" fontAlgn="auto" latinLnBrk="0" hangingPunct="1">
              <a:lnSpc>
                <a:spcPct val="100000"/>
              </a:lnSpc>
              <a:spcBef>
                <a:spcPct val="20000"/>
              </a:spcBef>
              <a:spcAft>
                <a:spcPts val="0"/>
              </a:spcAft>
              <a:buClr>
                <a:schemeClr val="accent1"/>
              </a:buClr>
              <a:buSzTx/>
              <a:buFont typeface="Arial" panose="020B0604020202020204" pitchFamily="34" charset="0"/>
              <a:buNone/>
              <a:tabLst/>
              <a:defRPr/>
            </a:pPr>
            <a:r>
              <a:rPr lang="en-US"/>
              <a:t>NAME HERE. ALL CAPS. BLACK. 8 PT.</a:t>
            </a:r>
          </a:p>
        </p:txBody>
      </p:sp>
      <p:sp>
        <p:nvSpPr>
          <p:cNvPr id="34" name="Text Placeholder 59">
            <a:extLst>
              <a:ext uri="{FF2B5EF4-FFF2-40B4-BE49-F238E27FC236}">
                <a16:creationId xmlns:a16="http://schemas.microsoft.com/office/drawing/2014/main" id="{99BD1052-19CC-5A4B-9443-95FF06B71007}"/>
              </a:ext>
            </a:extLst>
          </p:cNvPr>
          <p:cNvSpPr>
            <a:spLocks noGrp="1"/>
          </p:cNvSpPr>
          <p:nvPr>
            <p:ph type="body" sz="quarter" idx="66" hasCustomPrompt="1"/>
          </p:nvPr>
        </p:nvSpPr>
        <p:spPr>
          <a:xfrm>
            <a:off x="10381488" y="5755571"/>
            <a:ext cx="1465491" cy="328021"/>
          </a:xfrm>
          <a:prstGeom prst="rect">
            <a:avLst/>
          </a:prstGeom>
        </p:spPr>
        <p:txBody>
          <a:bodyPr lIns="0" bIns="0" anchor="t" anchorCtr="0"/>
          <a:lstStyle>
            <a:lvl1pPr marL="10584" indent="0">
              <a:buNone/>
              <a:defRPr sz="1067" cap="none" spc="0" baseline="0">
                <a:solidFill>
                  <a:schemeClr val="accent1"/>
                </a:solidFill>
                <a:latin typeface="+mj-lt"/>
              </a:defRPr>
            </a:lvl1pPr>
          </a:lstStyle>
          <a:p>
            <a:pPr lvl="0"/>
            <a:r>
              <a:rPr lang="en-US"/>
              <a:t>Title Here. Lowercase. 8 pt.</a:t>
            </a:r>
          </a:p>
        </p:txBody>
      </p:sp>
      <p:sp>
        <p:nvSpPr>
          <p:cNvPr id="37" name="Slide Number Placeholder 36">
            <a:extLst>
              <a:ext uri="{FF2B5EF4-FFF2-40B4-BE49-F238E27FC236}">
                <a16:creationId xmlns:a16="http://schemas.microsoft.com/office/drawing/2014/main" id="{5F1AE9EA-E293-486F-B3CE-4BF2AB9EE23C}"/>
              </a:ext>
            </a:extLst>
          </p:cNvPr>
          <p:cNvSpPr>
            <a:spLocks noGrp="1"/>
          </p:cNvSpPr>
          <p:nvPr>
            <p:ph type="sldNum" sz="quarter" idx="67"/>
          </p:nvPr>
        </p:nvSpPr>
        <p:spPr/>
        <p:txBody>
          <a:bodyPr/>
          <a:lstStyle>
            <a:lvl1pPr>
              <a:defRPr spc="0"/>
            </a:lvl1pPr>
          </a:lstStyle>
          <a:p>
            <a:fld id="{4644D924-5A8E-4AEE-85EF-4FA2A7E4AC52}" type="slidenum">
              <a:rPr lang="en-US" smtClean="0"/>
              <a:t>‹#›</a:t>
            </a:fld>
            <a:endParaRPr lang="en-US"/>
          </a:p>
        </p:txBody>
      </p:sp>
    </p:spTree>
    <p:extLst>
      <p:ext uri="{BB962C8B-B14F-4D97-AF65-F5344CB8AC3E}">
        <p14:creationId xmlns:p14="http://schemas.microsoft.com/office/powerpoint/2010/main" val="1021476756"/>
      </p:ext>
    </p:extLst>
  </p:cSld>
  <p:clrMapOvr>
    <a:overrideClrMapping bg1="lt1" tx1="dk1" bg2="lt2" tx2="dk2" accent1="accent1" accent2="accent2" accent3="accent3" accent4="accent4" accent5="accent5" accent6="accent6" hlink="hlink" folHlink="folHlink"/>
  </p:clrMapOvr>
  <p:transition>
    <p:wipe dir="r"/>
  </p:transition>
</p:sldLayout>
</file>

<file path=ppt/slideLayouts/slideLayout150.xml><?xml version="1.0" encoding="utf-8"?>
<p:sldLayout xmlns:a="http://schemas.openxmlformats.org/drawingml/2006/main" xmlns:r="http://schemas.openxmlformats.org/officeDocument/2006/relationships" xmlns:p="http://schemas.openxmlformats.org/presentationml/2006/main" preserve="1">
  <p:cSld name="Org Chart | Black">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9600" y="466827"/>
            <a:ext cx="11322776" cy="758500"/>
          </a:xfrm>
        </p:spPr>
        <p:txBody>
          <a:bodyPr/>
          <a:lstStyle>
            <a:lvl1pPr>
              <a:defRPr spc="400" baseline="0"/>
            </a:lvl1pPr>
          </a:lstStyle>
          <a:p>
            <a:r>
              <a:rPr lang="en-US"/>
              <a:t>Title here. All caps. White. 24 pt.</a:t>
            </a:r>
          </a:p>
        </p:txBody>
      </p:sp>
      <p:sp>
        <p:nvSpPr>
          <p:cNvPr id="3" name="Footer Placeholder 2"/>
          <p:cNvSpPr>
            <a:spLocks noGrp="1"/>
          </p:cNvSpPr>
          <p:nvPr>
            <p:ph type="ftr" sz="quarter" idx="10"/>
          </p:nvPr>
        </p:nvSpPr>
        <p:spPr/>
        <p:txBody>
          <a:bodyPr/>
          <a:lstStyle>
            <a:lvl1pPr>
              <a:defRPr spc="0"/>
            </a:lvl1pPr>
          </a:lstStyle>
          <a:p>
            <a:r>
              <a:rPr lang="en-US"/>
              <a:t>CS Agentic Development</a:t>
            </a:r>
          </a:p>
        </p:txBody>
      </p:sp>
      <p:sp>
        <p:nvSpPr>
          <p:cNvPr id="5" name="Text Placeholder 2">
            <a:extLst>
              <a:ext uri="{FF2B5EF4-FFF2-40B4-BE49-F238E27FC236}">
                <a16:creationId xmlns:a16="http://schemas.microsoft.com/office/drawing/2014/main" id="{ED6962E5-3DA9-814E-8D8E-BA7C9106E7CA}"/>
              </a:ext>
            </a:extLst>
          </p:cNvPr>
          <p:cNvSpPr>
            <a:spLocks noGrp="1"/>
          </p:cNvSpPr>
          <p:nvPr>
            <p:ph type="body" idx="16" hasCustomPrompt="1"/>
          </p:nvPr>
        </p:nvSpPr>
        <p:spPr>
          <a:xfrm>
            <a:off x="609600" y="1166707"/>
            <a:ext cx="11322776" cy="411740"/>
          </a:xfrm>
        </p:spPr>
        <p:txBody>
          <a:bodyPr anchor="t">
            <a:normAutofit/>
          </a:bodyPr>
          <a:lstStyle>
            <a:lvl1pPr marL="0" indent="0">
              <a:buNone/>
              <a:defRPr sz="1467" b="0" cap="all" spc="400" baseline="0">
                <a:solidFill>
                  <a:schemeClr val="accent1"/>
                </a:solidFill>
              </a:defRPr>
            </a:lvl1pPr>
            <a:lvl2pPr marL="609555" indent="0">
              <a:buNone/>
              <a:defRPr sz="2667" b="1"/>
            </a:lvl2pPr>
            <a:lvl3pPr marL="1219110" indent="0">
              <a:buNone/>
              <a:defRPr sz="2400" b="1"/>
            </a:lvl3pPr>
            <a:lvl4pPr marL="1828664" indent="0">
              <a:buNone/>
              <a:defRPr sz="2133" b="1"/>
            </a:lvl4pPr>
            <a:lvl5pPr marL="2438218" indent="0">
              <a:buNone/>
              <a:defRPr sz="2133" b="1"/>
            </a:lvl5pPr>
            <a:lvl6pPr marL="3047772" indent="0">
              <a:buNone/>
              <a:defRPr sz="2133" b="1"/>
            </a:lvl6pPr>
            <a:lvl7pPr marL="3657327" indent="0">
              <a:buNone/>
              <a:defRPr sz="2133" b="1"/>
            </a:lvl7pPr>
            <a:lvl8pPr marL="4266880" indent="0">
              <a:buNone/>
              <a:defRPr sz="2133" b="1"/>
            </a:lvl8pPr>
            <a:lvl9pPr marL="4876435" indent="0">
              <a:buNone/>
              <a:defRPr sz="2133" b="1"/>
            </a:lvl9pPr>
          </a:lstStyle>
          <a:p>
            <a:pPr lvl="0"/>
            <a:r>
              <a:rPr lang="en-US"/>
              <a:t>SUBTITLE | ALL CAPS | TERRA COTTA | 11 PT</a:t>
            </a:r>
          </a:p>
        </p:txBody>
      </p:sp>
      <p:sp>
        <p:nvSpPr>
          <p:cNvPr id="6" name="Picture Placeholder 5">
            <a:extLst>
              <a:ext uri="{FF2B5EF4-FFF2-40B4-BE49-F238E27FC236}">
                <a16:creationId xmlns:a16="http://schemas.microsoft.com/office/drawing/2014/main" id="{5ABFF238-972F-FB40-BE5D-68E2F1D9EC21}"/>
              </a:ext>
            </a:extLst>
          </p:cNvPr>
          <p:cNvSpPr>
            <a:spLocks noGrp="1"/>
          </p:cNvSpPr>
          <p:nvPr>
            <p:ph type="pic" sz="quarter" idx="17" hasCustomPrompt="1"/>
          </p:nvPr>
        </p:nvSpPr>
        <p:spPr>
          <a:xfrm>
            <a:off x="5193792" y="1666663"/>
            <a:ext cx="975360" cy="975360"/>
          </a:xfrm>
        </p:spPr>
        <p:txBody>
          <a:bodyPr anchor="ctr"/>
          <a:lstStyle>
            <a:lvl1pPr marL="10584" indent="0" algn="ctr">
              <a:buNone/>
              <a:defRPr sz="1000" spc="0"/>
            </a:lvl1pPr>
          </a:lstStyle>
          <a:p>
            <a:r>
              <a:rPr lang="en-US"/>
              <a:t>HEADSHOT HERE</a:t>
            </a:r>
          </a:p>
        </p:txBody>
      </p:sp>
      <p:sp>
        <p:nvSpPr>
          <p:cNvPr id="7" name="Picture Placeholder 5">
            <a:extLst>
              <a:ext uri="{FF2B5EF4-FFF2-40B4-BE49-F238E27FC236}">
                <a16:creationId xmlns:a16="http://schemas.microsoft.com/office/drawing/2014/main" id="{18EC76AE-7BE5-294B-9BF4-53BFFAFF7E79}"/>
              </a:ext>
            </a:extLst>
          </p:cNvPr>
          <p:cNvSpPr>
            <a:spLocks noGrp="1"/>
          </p:cNvSpPr>
          <p:nvPr>
            <p:ph type="pic" sz="quarter" idx="18" hasCustomPrompt="1"/>
          </p:nvPr>
        </p:nvSpPr>
        <p:spPr>
          <a:xfrm>
            <a:off x="5193792" y="3054843"/>
            <a:ext cx="975360" cy="975360"/>
          </a:xfrm>
        </p:spPr>
        <p:txBody>
          <a:bodyPr anchor="ctr"/>
          <a:lstStyle>
            <a:lvl1pPr marL="10584" indent="0" algn="ctr">
              <a:buNone/>
              <a:defRPr sz="1000" spc="0"/>
            </a:lvl1pPr>
          </a:lstStyle>
          <a:p>
            <a:r>
              <a:rPr lang="en-US"/>
              <a:t>HEADSHOT HERE</a:t>
            </a:r>
          </a:p>
        </p:txBody>
      </p:sp>
      <p:sp>
        <p:nvSpPr>
          <p:cNvPr id="8" name="Picture Placeholder 5">
            <a:extLst>
              <a:ext uri="{FF2B5EF4-FFF2-40B4-BE49-F238E27FC236}">
                <a16:creationId xmlns:a16="http://schemas.microsoft.com/office/drawing/2014/main" id="{E6A15E34-936C-DF49-858C-AB3A808ED2C3}"/>
              </a:ext>
            </a:extLst>
          </p:cNvPr>
          <p:cNvSpPr>
            <a:spLocks noGrp="1"/>
          </p:cNvSpPr>
          <p:nvPr>
            <p:ph type="pic" sz="quarter" idx="14" hasCustomPrompt="1"/>
          </p:nvPr>
        </p:nvSpPr>
        <p:spPr>
          <a:xfrm>
            <a:off x="445008" y="4374549"/>
            <a:ext cx="975360" cy="975360"/>
          </a:xfrm>
        </p:spPr>
        <p:txBody>
          <a:bodyPr anchor="ctr"/>
          <a:lstStyle>
            <a:lvl1pPr marL="10584" indent="0" algn="ctr">
              <a:buNone/>
              <a:defRPr sz="1000" spc="0"/>
            </a:lvl1pPr>
          </a:lstStyle>
          <a:p>
            <a:r>
              <a:rPr lang="en-US"/>
              <a:t>HEADSHOT HERE</a:t>
            </a:r>
          </a:p>
        </p:txBody>
      </p:sp>
      <p:sp>
        <p:nvSpPr>
          <p:cNvPr id="9" name="Picture Placeholder 5">
            <a:extLst>
              <a:ext uri="{FF2B5EF4-FFF2-40B4-BE49-F238E27FC236}">
                <a16:creationId xmlns:a16="http://schemas.microsoft.com/office/drawing/2014/main" id="{4C68ADBA-D7D6-D342-AE08-FD1C53F945E6}"/>
              </a:ext>
            </a:extLst>
          </p:cNvPr>
          <p:cNvSpPr>
            <a:spLocks noGrp="1"/>
          </p:cNvSpPr>
          <p:nvPr>
            <p:ph type="pic" sz="quarter" idx="15" hasCustomPrompt="1"/>
          </p:nvPr>
        </p:nvSpPr>
        <p:spPr>
          <a:xfrm>
            <a:off x="2859024" y="4374549"/>
            <a:ext cx="975360" cy="975360"/>
          </a:xfrm>
        </p:spPr>
        <p:txBody>
          <a:bodyPr anchor="ctr"/>
          <a:lstStyle>
            <a:lvl1pPr marL="10584" indent="0" algn="ctr">
              <a:buNone/>
              <a:defRPr sz="1000" spc="0"/>
            </a:lvl1pPr>
          </a:lstStyle>
          <a:p>
            <a:r>
              <a:rPr lang="en-US"/>
              <a:t>HEADSHOT HERE</a:t>
            </a:r>
          </a:p>
        </p:txBody>
      </p:sp>
      <p:sp>
        <p:nvSpPr>
          <p:cNvPr id="10" name="Picture Placeholder 5">
            <a:extLst>
              <a:ext uri="{FF2B5EF4-FFF2-40B4-BE49-F238E27FC236}">
                <a16:creationId xmlns:a16="http://schemas.microsoft.com/office/drawing/2014/main" id="{E02ECDB4-5AD6-7C45-91D3-82FE33CE6D9F}"/>
              </a:ext>
            </a:extLst>
          </p:cNvPr>
          <p:cNvSpPr>
            <a:spLocks noGrp="1"/>
          </p:cNvSpPr>
          <p:nvPr>
            <p:ph type="pic" sz="quarter" idx="19" hasCustomPrompt="1"/>
          </p:nvPr>
        </p:nvSpPr>
        <p:spPr>
          <a:xfrm>
            <a:off x="5193792" y="4374549"/>
            <a:ext cx="975360" cy="975360"/>
          </a:xfrm>
        </p:spPr>
        <p:txBody>
          <a:bodyPr anchor="ctr"/>
          <a:lstStyle>
            <a:lvl1pPr marL="10584" indent="0" algn="ctr">
              <a:buNone/>
              <a:defRPr sz="1000" spc="0"/>
            </a:lvl1pPr>
          </a:lstStyle>
          <a:p>
            <a:r>
              <a:rPr lang="en-US"/>
              <a:t>HEADSHOT HERE</a:t>
            </a:r>
          </a:p>
        </p:txBody>
      </p:sp>
      <p:sp>
        <p:nvSpPr>
          <p:cNvPr id="11" name="Picture Placeholder 5">
            <a:extLst>
              <a:ext uri="{FF2B5EF4-FFF2-40B4-BE49-F238E27FC236}">
                <a16:creationId xmlns:a16="http://schemas.microsoft.com/office/drawing/2014/main" id="{B967F4E4-8CE7-2944-A00F-24639A4022F4}"/>
              </a:ext>
            </a:extLst>
          </p:cNvPr>
          <p:cNvSpPr>
            <a:spLocks noGrp="1"/>
          </p:cNvSpPr>
          <p:nvPr>
            <p:ph type="pic" sz="quarter" idx="20" hasCustomPrompt="1"/>
          </p:nvPr>
        </p:nvSpPr>
        <p:spPr>
          <a:xfrm>
            <a:off x="7040880" y="4374549"/>
            <a:ext cx="975360" cy="975360"/>
          </a:xfrm>
        </p:spPr>
        <p:txBody>
          <a:bodyPr anchor="ctr"/>
          <a:lstStyle>
            <a:lvl1pPr marL="10584" indent="0" algn="ctr">
              <a:buNone/>
              <a:defRPr sz="1000" spc="0"/>
            </a:lvl1pPr>
          </a:lstStyle>
          <a:p>
            <a:r>
              <a:rPr lang="en-US"/>
              <a:t>HEADSHOT HERE</a:t>
            </a:r>
          </a:p>
        </p:txBody>
      </p:sp>
      <p:sp>
        <p:nvSpPr>
          <p:cNvPr id="12" name="Picture Placeholder 5">
            <a:extLst>
              <a:ext uri="{FF2B5EF4-FFF2-40B4-BE49-F238E27FC236}">
                <a16:creationId xmlns:a16="http://schemas.microsoft.com/office/drawing/2014/main" id="{B6067C2E-8A1A-C24E-ABBB-BFD08C1671BA}"/>
              </a:ext>
            </a:extLst>
          </p:cNvPr>
          <p:cNvSpPr>
            <a:spLocks noGrp="1"/>
          </p:cNvSpPr>
          <p:nvPr>
            <p:ph type="pic" sz="quarter" idx="21" hasCustomPrompt="1"/>
          </p:nvPr>
        </p:nvSpPr>
        <p:spPr>
          <a:xfrm>
            <a:off x="8711184" y="4374549"/>
            <a:ext cx="975360" cy="975360"/>
          </a:xfrm>
        </p:spPr>
        <p:txBody>
          <a:bodyPr anchor="ctr"/>
          <a:lstStyle>
            <a:lvl1pPr marL="10584" indent="0" algn="ctr">
              <a:buNone/>
              <a:defRPr sz="1000" spc="0"/>
            </a:lvl1pPr>
          </a:lstStyle>
          <a:p>
            <a:r>
              <a:rPr lang="en-US"/>
              <a:t>HEADSHOT HERE</a:t>
            </a:r>
          </a:p>
        </p:txBody>
      </p:sp>
      <p:sp>
        <p:nvSpPr>
          <p:cNvPr id="13" name="Picture Placeholder 5">
            <a:extLst>
              <a:ext uri="{FF2B5EF4-FFF2-40B4-BE49-F238E27FC236}">
                <a16:creationId xmlns:a16="http://schemas.microsoft.com/office/drawing/2014/main" id="{356D8DE8-5B64-8D4D-9781-CB5B72A560FC}"/>
              </a:ext>
            </a:extLst>
          </p:cNvPr>
          <p:cNvSpPr>
            <a:spLocks noGrp="1"/>
          </p:cNvSpPr>
          <p:nvPr>
            <p:ph type="pic" sz="quarter" idx="22" hasCustomPrompt="1"/>
          </p:nvPr>
        </p:nvSpPr>
        <p:spPr>
          <a:xfrm>
            <a:off x="10381488" y="4374549"/>
            <a:ext cx="975360" cy="975360"/>
          </a:xfrm>
        </p:spPr>
        <p:txBody>
          <a:bodyPr anchor="ctr"/>
          <a:lstStyle>
            <a:lvl1pPr marL="10584" indent="0" algn="ctr">
              <a:buNone/>
              <a:defRPr sz="1000" spc="0"/>
            </a:lvl1pPr>
          </a:lstStyle>
          <a:p>
            <a:r>
              <a:rPr lang="en-US"/>
              <a:t>HEADSHOT HERE</a:t>
            </a:r>
          </a:p>
        </p:txBody>
      </p:sp>
      <p:sp>
        <p:nvSpPr>
          <p:cNvPr id="14" name="Picture Placeholder 5">
            <a:extLst>
              <a:ext uri="{FF2B5EF4-FFF2-40B4-BE49-F238E27FC236}">
                <a16:creationId xmlns:a16="http://schemas.microsoft.com/office/drawing/2014/main" id="{227A2740-AC7D-7345-984A-5BD6779737F4}"/>
              </a:ext>
            </a:extLst>
          </p:cNvPr>
          <p:cNvSpPr>
            <a:spLocks noGrp="1"/>
          </p:cNvSpPr>
          <p:nvPr>
            <p:ph type="pic" sz="quarter" idx="38" hasCustomPrompt="1"/>
          </p:nvPr>
        </p:nvSpPr>
        <p:spPr>
          <a:xfrm>
            <a:off x="8711184" y="3054843"/>
            <a:ext cx="975360" cy="975360"/>
          </a:xfrm>
        </p:spPr>
        <p:txBody>
          <a:bodyPr anchor="ctr"/>
          <a:lstStyle>
            <a:lvl1pPr marL="10584" indent="0" algn="ctr">
              <a:buNone/>
              <a:defRPr sz="1000" spc="0"/>
            </a:lvl1pPr>
          </a:lstStyle>
          <a:p>
            <a:r>
              <a:rPr lang="en-US"/>
              <a:t>HEADSHOT HERE</a:t>
            </a:r>
          </a:p>
        </p:txBody>
      </p:sp>
      <p:sp>
        <p:nvSpPr>
          <p:cNvPr id="15" name="Text Placeholder 59">
            <a:extLst>
              <a:ext uri="{FF2B5EF4-FFF2-40B4-BE49-F238E27FC236}">
                <a16:creationId xmlns:a16="http://schemas.microsoft.com/office/drawing/2014/main" id="{4ABFBA9D-330E-B447-889F-71B98260E15C}"/>
              </a:ext>
            </a:extLst>
          </p:cNvPr>
          <p:cNvSpPr>
            <a:spLocks noGrp="1"/>
          </p:cNvSpPr>
          <p:nvPr>
            <p:ph type="body" sz="quarter" idx="39" hasCustomPrompt="1"/>
          </p:nvPr>
        </p:nvSpPr>
        <p:spPr>
          <a:xfrm>
            <a:off x="6339840" y="1821268"/>
            <a:ext cx="2072640" cy="486833"/>
          </a:xfrm>
        </p:spPr>
        <p:txBody>
          <a:bodyPr lIns="0" bIns="0" anchor="b"/>
          <a:lstStyle>
            <a:lvl1pPr marL="10584" indent="0">
              <a:buNone/>
              <a:defRPr sz="1200" cap="all" spc="0" baseline="0">
                <a:solidFill>
                  <a:schemeClr val="tx1"/>
                </a:solidFill>
              </a:defRPr>
            </a:lvl1pPr>
          </a:lstStyle>
          <a:p>
            <a:pPr lvl="0"/>
            <a:r>
              <a:rPr lang="en-US"/>
              <a:t>NAME HERE. ALL CAPS. WHITE. 9 PT.</a:t>
            </a:r>
          </a:p>
        </p:txBody>
      </p:sp>
      <p:sp>
        <p:nvSpPr>
          <p:cNvPr id="16" name="Text Placeholder 59">
            <a:extLst>
              <a:ext uri="{FF2B5EF4-FFF2-40B4-BE49-F238E27FC236}">
                <a16:creationId xmlns:a16="http://schemas.microsoft.com/office/drawing/2014/main" id="{29383DA9-35EB-A841-B8E8-066B4EA04E92}"/>
              </a:ext>
            </a:extLst>
          </p:cNvPr>
          <p:cNvSpPr>
            <a:spLocks noGrp="1"/>
          </p:cNvSpPr>
          <p:nvPr>
            <p:ph type="body" sz="quarter" idx="33" hasCustomPrompt="1"/>
          </p:nvPr>
        </p:nvSpPr>
        <p:spPr>
          <a:xfrm>
            <a:off x="6339840" y="2325663"/>
            <a:ext cx="2072640" cy="322287"/>
          </a:xfrm>
        </p:spPr>
        <p:txBody>
          <a:bodyPr lIns="0" bIns="0" anchor="t" anchorCtr="0"/>
          <a:lstStyle>
            <a:lvl1pPr marL="10584" indent="0">
              <a:buNone/>
              <a:defRPr sz="1200" cap="none" spc="0" baseline="0">
                <a:solidFill>
                  <a:schemeClr val="accent1"/>
                </a:solidFill>
                <a:latin typeface="+mj-lt"/>
              </a:defRPr>
            </a:lvl1pPr>
          </a:lstStyle>
          <a:p>
            <a:pPr lvl="0"/>
            <a:r>
              <a:rPr lang="en-US"/>
              <a:t>Title Here. Lowercase. 9 pt.</a:t>
            </a:r>
          </a:p>
        </p:txBody>
      </p:sp>
      <p:sp>
        <p:nvSpPr>
          <p:cNvPr id="17" name="Text Placeholder 59">
            <a:extLst>
              <a:ext uri="{FF2B5EF4-FFF2-40B4-BE49-F238E27FC236}">
                <a16:creationId xmlns:a16="http://schemas.microsoft.com/office/drawing/2014/main" id="{B4988776-510F-FE4F-9066-FE58CA4CE68D}"/>
              </a:ext>
            </a:extLst>
          </p:cNvPr>
          <p:cNvSpPr>
            <a:spLocks noGrp="1"/>
          </p:cNvSpPr>
          <p:nvPr>
            <p:ph type="body" sz="quarter" idx="52" hasCustomPrompt="1"/>
          </p:nvPr>
        </p:nvSpPr>
        <p:spPr>
          <a:xfrm>
            <a:off x="445008" y="5512585"/>
            <a:ext cx="1465491" cy="291367"/>
          </a:xfrm>
        </p:spPr>
        <p:txBody>
          <a:bodyPr lIns="0" bIns="0" anchor="b"/>
          <a:lstStyle>
            <a:lvl1pPr marL="10584" marR="0" indent="0" algn="l" defTabSz="609555" rtl="0" eaLnBrk="1" fontAlgn="auto" latinLnBrk="0" hangingPunct="1">
              <a:lnSpc>
                <a:spcPct val="100000"/>
              </a:lnSpc>
              <a:spcBef>
                <a:spcPct val="20000"/>
              </a:spcBef>
              <a:spcAft>
                <a:spcPts val="0"/>
              </a:spcAft>
              <a:buClr>
                <a:schemeClr val="accent1"/>
              </a:buClr>
              <a:buSzTx/>
              <a:buFont typeface="Arial" panose="020B0604020202020204" pitchFamily="34" charset="0"/>
              <a:buNone/>
              <a:tabLst/>
              <a:defRPr sz="1067" cap="all" spc="0" baseline="0">
                <a:solidFill>
                  <a:schemeClr val="tx1"/>
                </a:solidFill>
              </a:defRPr>
            </a:lvl1pPr>
          </a:lstStyle>
          <a:p>
            <a:pPr marL="10584" marR="0" lvl="0" indent="0" algn="l" defTabSz="609555" rtl="0" eaLnBrk="1" fontAlgn="auto" latinLnBrk="0" hangingPunct="1">
              <a:lnSpc>
                <a:spcPct val="100000"/>
              </a:lnSpc>
              <a:spcBef>
                <a:spcPct val="20000"/>
              </a:spcBef>
              <a:spcAft>
                <a:spcPts val="0"/>
              </a:spcAft>
              <a:buClr>
                <a:schemeClr val="accent1"/>
              </a:buClr>
              <a:buSzTx/>
              <a:buFont typeface="Arial" panose="020B0604020202020204" pitchFamily="34" charset="0"/>
              <a:buNone/>
              <a:tabLst/>
              <a:defRPr/>
            </a:pPr>
            <a:r>
              <a:rPr lang="en-US"/>
              <a:t>NAME HERE. ALL CAPS. WHITE. 8 PT.</a:t>
            </a:r>
          </a:p>
        </p:txBody>
      </p:sp>
      <p:sp>
        <p:nvSpPr>
          <p:cNvPr id="18" name="Text Placeholder 59">
            <a:extLst>
              <a:ext uri="{FF2B5EF4-FFF2-40B4-BE49-F238E27FC236}">
                <a16:creationId xmlns:a16="http://schemas.microsoft.com/office/drawing/2014/main" id="{5CA73BAF-90D6-DF40-BA83-5BBD69EFFCB5}"/>
              </a:ext>
            </a:extLst>
          </p:cNvPr>
          <p:cNvSpPr>
            <a:spLocks noGrp="1"/>
          </p:cNvSpPr>
          <p:nvPr>
            <p:ph type="body" sz="quarter" idx="53" hasCustomPrompt="1"/>
          </p:nvPr>
        </p:nvSpPr>
        <p:spPr>
          <a:xfrm>
            <a:off x="445008" y="5818438"/>
            <a:ext cx="1465491" cy="328021"/>
          </a:xfrm>
        </p:spPr>
        <p:txBody>
          <a:bodyPr lIns="0" bIns="0" anchor="t" anchorCtr="0"/>
          <a:lstStyle>
            <a:lvl1pPr marL="10584" indent="0">
              <a:buNone/>
              <a:defRPr sz="1067" cap="none" spc="0" baseline="0">
                <a:solidFill>
                  <a:schemeClr val="accent1"/>
                </a:solidFill>
                <a:latin typeface="+mj-lt"/>
              </a:defRPr>
            </a:lvl1pPr>
          </a:lstStyle>
          <a:p>
            <a:pPr lvl="0"/>
            <a:r>
              <a:rPr lang="en-US"/>
              <a:t>Title Here. Lowercase. 8 pt.</a:t>
            </a:r>
          </a:p>
        </p:txBody>
      </p:sp>
      <p:sp>
        <p:nvSpPr>
          <p:cNvPr id="19" name="Text Placeholder 59">
            <a:extLst>
              <a:ext uri="{FF2B5EF4-FFF2-40B4-BE49-F238E27FC236}">
                <a16:creationId xmlns:a16="http://schemas.microsoft.com/office/drawing/2014/main" id="{EDE97D3D-175D-6149-AF76-3EF0663BC7EB}"/>
              </a:ext>
            </a:extLst>
          </p:cNvPr>
          <p:cNvSpPr>
            <a:spLocks noGrp="1"/>
          </p:cNvSpPr>
          <p:nvPr>
            <p:ph type="body" sz="quarter" idx="54" hasCustomPrompt="1"/>
          </p:nvPr>
        </p:nvSpPr>
        <p:spPr>
          <a:xfrm>
            <a:off x="2822448" y="5512585"/>
            <a:ext cx="1465491" cy="291367"/>
          </a:xfrm>
        </p:spPr>
        <p:txBody>
          <a:bodyPr lIns="0" bIns="0" anchor="b"/>
          <a:lstStyle>
            <a:lvl1pPr marL="10584" marR="0" indent="0" algn="l" defTabSz="609555" rtl="0" eaLnBrk="1" fontAlgn="auto" latinLnBrk="0" hangingPunct="1">
              <a:lnSpc>
                <a:spcPct val="100000"/>
              </a:lnSpc>
              <a:spcBef>
                <a:spcPct val="20000"/>
              </a:spcBef>
              <a:spcAft>
                <a:spcPts val="0"/>
              </a:spcAft>
              <a:buClr>
                <a:schemeClr val="accent1"/>
              </a:buClr>
              <a:buSzTx/>
              <a:buFont typeface="Arial" panose="020B0604020202020204" pitchFamily="34" charset="0"/>
              <a:buNone/>
              <a:tabLst/>
              <a:defRPr sz="1067" cap="all" spc="0" baseline="0">
                <a:solidFill>
                  <a:schemeClr val="tx1"/>
                </a:solidFill>
              </a:defRPr>
            </a:lvl1pPr>
          </a:lstStyle>
          <a:p>
            <a:pPr marL="10584" marR="0" lvl="0" indent="0" algn="l" defTabSz="609555" rtl="0" eaLnBrk="1" fontAlgn="auto" latinLnBrk="0" hangingPunct="1">
              <a:lnSpc>
                <a:spcPct val="100000"/>
              </a:lnSpc>
              <a:spcBef>
                <a:spcPct val="20000"/>
              </a:spcBef>
              <a:spcAft>
                <a:spcPts val="0"/>
              </a:spcAft>
              <a:buClr>
                <a:schemeClr val="accent1"/>
              </a:buClr>
              <a:buSzTx/>
              <a:buFont typeface="Arial" panose="020B0604020202020204" pitchFamily="34" charset="0"/>
              <a:buNone/>
              <a:tabLst/>
              <a:defRPr/>
            </a:pPr>
            <a:r>
              <a:rPr lang="en-US"/>
              <a:t>NAME HERE. ALL CAPS. WHITE. 8 PT.</a:t>
            </a:r>
          </a:p>
        </p:txBody>
      </p:sp>
      <p:sp>
        <p:nvSpPr>
          <p:cNvPr id="20" name="Text Placeholder 59">
            <a:extLst>
              <a:ext uri="{FF2B5EF4-FFF2-40B4-BE49-F238E27FC236}">
                <a16:creationId xmlns:a16="http://schemas.microsoft.com/office/drawing/2014/main" id="{07AEE21D-ADEA-DA47-A36B-ED05986C0AD1}"/>
              </a:ext>
            </a:extLst>
          </p:cNvPr>
          <p:cNvSpPr>
            <a:spLocks noGrp="1"/>
          </p:cNvSpPr>
          <p:nvPr>
            <p:ph type="body" sz="quarter" idx="55" hasCustomPrompt="1"/>
          </p:nvPr>
        </p:nvSpPr>
        <p:spPr>
          <a:xfrm>
            <a:off x="2822448" y="5818438"/>
            <a:ext cx="1465491" cy="328021"/>
          </a:xfrm>
        </p:spPr>
        <p:txBody>
          <a:bodyPr lIns="0" bIns="0" anchor="t" anchorCtr="0"/>
          <a:lstStyle>
            <a:lvl1pPr marL="10584" indent="0">
              <a:buNone/>
              <a:defRPr sz="1067" cap="none" spc="0" baseline="0">
                <a:solidFill>
                  <a:schemeClr val="accent1"/>
                </a:solidFill>
                <a:latin typeface="+mj-lt"/>
              </a:defRPr>
            </a:lvl1pPr>
          </a:lstStyle>
          <a:p>
            <a:pPr lvl="0"/>
            <a:r>
              <a:rPr lang="en-US"/>
              <a:t>Title Here. Lowercase. 8 pt.</a:t>
            </a:r>
          </a:p>
        </p:txBody>
      </p:sp>
      <p:sp>
        <p:nvSpPr>
          <p:cNvPr id="21" name="Text Placeholder 59">
            <a:extLst>
              <a:ext uri="{FF2B5EF4-FFF2-40B4-BE49-F238E27FC236}">
                <a16:creationId xmlns:a16="http://schemas.microsoft.com/office/drawing/2014/main" id="{A3570388-CF93-E14C-8871-B14FC996C819}"/>
              </a:ext>
            </a:extLst>
          </p:cNvPr>
          <p:cNvSpPr>
            <a:spLocks noGrp="1"/>
          </p:cNvSpPr>
          <p:nvPr>
            <p:ph type="body" sz="quarter" idx="56" hasCustomPrompt="1"/>
          </p:nvPr>
        </p:nvSpPr>
        <p:spPr>
          <a:xfrm>
            <a:off x="5193792" y="5512585"/>
            <a:ext cx="1465491" cy="291367"/>
          </a:xfrm>
        </p:spPr>
        <p:txBody>
          <a:bodyPr lIns="0" bIns="0" anchor="b"/>
          <a:lstStyle>
            <a:lvl1pPr marL="10584" marR="0" indent="0" algn="l" defTabSz="609555" rtl="0" eaLnBrk="1" fontAlgn="auto" latinLnBrk="0" hangingPunct="1">
              <a:lnSpc>
                <a:spcPct val="100000"/>
              </a:lnSpc>
              <a:spcBef>
                <a:spcPct val="20000"/>
              </a:spcBef>
              <a:spcAft>
                <a:spcPts val="0"/>
              </a:spcAft>
              <a:buClr>
                <a:schemeClr val="accent1"/>
              </a:buClr>
              <a:buSzTx/>
              <a:buFont typeface="Arial" panose="020B0604020202020204" pitchFamily="34" charset="0"/>
              <a:buNone/>
              <a:tabLst/>
              <a:defRPr sz="1067" cap="all" spc="0" baseline="0">
                <a:solidFill>
                  <a:schemeClr val="tx1"/>
                </a:solidFill>
              </a:defRPr>
            </a:lvl1pPr>
          </a:lstStyle>
          <a:p>
            <a:pPr marL="10584" marR="0" lvl="0" indent="0" algn="l" defTabSz="609555" rtl="0" eaLnBrk="1" fontAlgn="auto" latinLnBrk="0" hangingPunct="1">
              <a:lnSpc>
                <a:spcPct val="100000"/>
              </a:lnSpc>
              <a:spcBef>
                <a:spcPct val="20000"/>
              </a:spcBef>
              <a:spcAft>
                <a:spcPts val="0"/>
              </a:spcAft>
              <a:buClr>
                <a:schemeClr val="accent1"/>
              </a:buClr>
              <a:buSzTx/>
              <a:buFont typeface="Arial" panose="020B0604020202020204" pitchFamily="34" charset="0"/>
              <a:buNone/>
              <a:tabLst/>
              <a:defRPr/>
            </a:pPr>
            <a:r>
              <a:rPr lang="en-US"/>
              <a:t>NAME HERE. ALL CAPS. WHITE. 8 PT.</a:t>
            </a:r>
          </a:p>
        </p:txBody>
      </p:sp>
      <p:sp>
        <p:nvSpPr>
          <p:cNvPr id="22" name="Text Placeholder 59">
            <a:extLst>
              <a:ext uri="{FF2B5EF4-FFF2-40B4-BE49-F238E27FC236}">
                <a16:creationId xmlns:a16="http://schemas.microsoft.com/office/drawing/2014/main" id="{B7D95C78-A9DC-5142-80B0-BEE8D025B558}"/>
              </a:ext>
            </a:extLst>
          </p:cNvPr>
          <p:cNvSpPr>
            <a:spLocks noGrp="1"/>
          </p:cNvSpPr>
          <p:nvPr>
            <p:ph type="body" sz="quarter" idx="57" hasCustomPrompt="1"/>
          </p:nvPr>
        </p:nvSpPr>
        <p:spPr>
          <a:xfrm>
            <a:off x="5193792" y="5818438"/>
            <a:ext cx="1465491" cy="328021"/>
          </a:xfrm>
        </p:spPr>
        <p:txBody>
          <a:bodyPr lIns="0" bIns="0" anchor="t" anchorCtr="0"/>
          <a:lstStyle>
            <a:lvl1pPr marL="10584" indent="0">
              <a:buNone/>
              <a:defRPr sz="1067" cap="none" spc="0" baseline="0">
                <a:solidFill>
                  <a:schemeClr val="accent1"/>
                </a:solidFill>
                <a:latin typeface="+mj-lt"/>
              </a:defRPr>
            </a:lvl1pPr>
          </a:lstStyle>
          <a:p>
            <a:pPr lvl="0"/>
            <a:r>
              <a:rPr lang="en-US"/>
              <a:t>Title Here. Lowercase. 8 pt.</a:t>
            </a:r>
          </a:p>
        </p:txBody>
      </p:sp>
      <p:sp>
        <p:nvSpPr>
          <p:cNvPr id="23" name="Text Placeholder 59">
            <a:extLst>
              <a:ext uri="{FF2B5EF4-FFF2-40B4-BE49-F238E27FC236}">
                <a16:creationId xmlns:a16="http://schemas.microsoft.com/office/drawing/2014/main" id="{5C20E454-7D71-6D49-8340-2C2C92BAB601}"/>
              </a:ext>
            </a:extLst>
          </p:cNvPr>
          <p:cNvSpPr>
            <a:spLocks noGrp="1"/>
          </p:cNvSpPr>
          <p:nvPr>
            <p:ph type="body" sz="quarter" idx="58" hasCustomPrompt="1"/>
          </p:nvPr>
        </p:nvSpPr>
        <p:spPr>
          <a:xfrm>
            <a:off x="7032647" y="5512585"/>
            <a:ext cx="1465491" cy="291367"/>
          </a:xfrm>
        </p:spPr>
        <p:txBody>
          <a:bodyPr lIns="0" bIns="0" anchor="b"/>
          <a:lstStyle>
            <a:lvl1pPr marL="10584" marR="0" indent="0" algn="l" defTabSz="609555" rtl="0" eaLnBrk="1" fontAlgn="auto" latinLnBrk="0" hangingPunct="1">
              <a:lnSpc>
                <a:spcPct val="100000"/>
              </a:lnSpc>
              <a:spcBef>
                <a:spcPct val="20000"/>
              </a:spcBef>
              <a:spcAft>
                <a:spcPts val="0"/>
              </a:spcAft>
              <a:buClr>
                <a:schemeClr val="accent1"/>
              </a:buClr>
              <a:buSzTx/>
              <a:buFont typeface="Arial" panose="020B0604020202020204" pitchFamily="34" charset="0"/>
              <a:buNone/>
              <a:tabLst/>
              <a:defRPr sz="1067" cap="all" spc="0" baseline="0">
                <a:solidFill>
                  <a:schemeClr val="tx1"/>
                </a:solidFill>
              </a:defRPr>
            </a:lvl1pPr>
          </a:lstStyle>
          <a:p>
            <a:pPr marL="10584" marR="0" lvl="0" indent="0" algn="l" defTabSz="609555" rtl="0" eaLnBrk="1" fontAlgn="auto" latinLnBrk="0" hangingPunct="1">
              <a:lnSpc>
                <a:spcPct val="100000"/>
              </a:lnSpc>
              <a:spcBef>
                <a:spcPct val="20000"/>
              </a:spcBef>
              <a:spcAft>
                <a:spcPts val="0"/>
              </a:spcAft>
              <a:buClr>
                <a:schemeClr val="accent1"/>
              </a:buClr>
              <a:buSzTx/>
              <a:buFont typeface="Arial" panose="020B0604020202020204" pitchFamily="34" charset="0"/>
              <a:buNone/>
              <a:tabLst/>
              <a:defRPr/>
            </a:pPr>
            <a:r>
              <a:rPr lang="en-US"/>
              <a:t>NAME HERE. ALL CAPS. WHITE. 8 PT.</a:t>
            </a:r>
          </a:p>
        </p:txBody>
      </p:sp>
      <p:sp>
        <p:nvSpPr>
          <p:cNvPr id="24" name="Text Placeholder 59">
            <a:extLst>
              <a:ext uri="{FF2B5EF4-FFF2-40B4-BE49-F238E27FC236}">
                <a16:creationId xmlns:a16="http://schemas.microsoft.com/office/drawing/2014/main" id="{DC2A92B2-B90B-AC44-8367-CC89EF317854}"/>
              </a:ext>
            </a:extLst>
          </p:cNvPr>
          <p:cNvSpPr>
            <a:spLocks noGrp="1"/>
          </p:cNvSpPr>
          <p:nvPr>
            <p:ph type="body" sz="quarter" idx="59" hasCustomPrompt="1"/>
          </p:nvPr>
        </p:nvSpPr>
        <p:spPr>
          <a:xfrm>
            <a:off x="7032647" y="5818438"/>
            <a:ext cx="1465491" cy="328021"/>
          </a:xfrm>
        </p:spPr>
        <p:txBody>
          <a:bodyPr lIns="0" bIns="0" anchor="t" anchorCtr="0"/>
          <a:lstStyle>
            <a:lvl1pPr marL="10584" indent="0">
              <a:buNone/>
              <a:defRPr sz="1067" cap="none" spc="0" baseline="0">
                <a:solidFill>
                  <a:schemeClr val="accent1"/>
                </a:solidFill>
                <a:latin typeface="+mj-lt"/>
              </a:defRPr>
            </a:lvl1pPr>
          </a:lstStyle>
          <a:p>
            <a:pPr lvl="0"/>
            <a:r>
              <a:rPr lang="en-US"/>
              <a:t>Title Here. Lowercase. 8 pt.</a:t>
            </a:r>
          </a:p>
        </p:txBody>
      </p:sp>
      <p:sp>
        <p:nvSpPr>
          <p:cNvPr id="25" name="Text Placeholder 59">
            <a:extLst>
              <a:ext uri="{FF2B5EF4-FFF2-40B4-BE49-F238E27FC236}">
                <a16:creationId xmlns:a16="http://schemas.microsoft.com/office/drawing/2014/main" id="{DAA62298-769A-A843-804C-507D94C7C8D4}"/>
              </a:ext>
            </a:extLst>
          </p:cNvPr>
          <p:cNvSpPr>
            <a:spLocks noGrp="1"/>
          </p:cNvSpPr>
          <p:nvPr>
            <p:ph type="body" sz="quarter" idx="60" hasCustomPrompt="1"/>
          </p:nvPr>
        </p:nvSpPr>
        <p:spPr>
          <a:xfrm>
            <a:off x="8737767" y="5516339"/>
            <a:ext cx="1465491" cy="291367"/>
          </a:xfrm>
        </p:spPr>
        <p:txBody>
          <a:bodyPr lIns="0" bIns="0" anchor="b"/>
          <a:lstStyle>
            <a:lvl1pPr marL="10584" marR="0" indent="0" algn="l" defTabSz="609555" rtl="0" eaLnBrk="1" fontAlgn="auto" latinLnBrk="0" hangingPunct="1">
              <a:lnSpc>
                <a:spcPct val="100000"/>
              </a:lnSpc>
              <a:spcBef>
                <a:spcPct val="20000"/>
              </a:spcBef>
              <a:spcAft>
                <a:spcPts val="0"/>
              </a:spcAft>
              <a:buClr>
                <a:schemeClr val="accent1"/>
              </a:buClr>
              <a:buSzTx/>
              <a:buFont typeface="Arial" panose="020B0604020202020204" pitchFamily="34" charset="0"/>
              <a:buNone/>
              <a:tabLst/>
              <a:defRPr sz="1067" cap="all" spc="0" baseline="0">
                <a:solidFill>
                  <a:schemeClr val="tx1"/>
                </a:solidFill>
              </a:defRPr>
            </a:lvl1pPr>
          </a:lstStyle>
          <a:p>
            <a:pPr marL="10584" marR="0" lvl="0" indent="0" algn="l" defTabSz="609555" rtl="0" eaLnBrk="1" fontAlgn="auto" latinLnBrk="0" hangingPunct="1">
              <a:lnSpc>
                <a:spcPct val="100000"/>
              </a:lnSpc>
              <a:spcBef>
                <a:spcPct val="20000"/>
              </a:spcBef>
              <a:spcAft>
                <a:spcPts val="0"/>
              </a:spcAft>
              <a:buClr>
                <a:schemeClr val="accent1"/>
              </a:buClr>
              <a:buSzTx/>
              <a:buFont typeface="Arial" panose="020B0604020202020204" pitchFamily="34" charset="0"/>
              <a:buNone/>
              <a:tabLst/>
              <a:defRPr/>
            </a:pPr>
            <a:r>
              <a:rPr lang="en-US"/>
              <a:t>NAME HERE. ALL CAPS. WHITE. 8 PT.</a:t>
            </a:r>
          </a:p>
        </p:txBody>
      </p:sp>
      <p:sp>
        <p:nvSpPr>
          <p:cNvPr id="26" name="Text Placeholder 59">
            <a:extLst>
              <a:ext uri="{FF2B5EF4-FFF2-40B4-BE49-F238E27FC236}">
                <a16:creationId xmlns:a16="http://schemas.microsoft.com/office/drawing/2014/main" id="{90DB92DC-5B96-6947-9102-329E9AD6B4B8}"/>
              </a:ext>
            </a:extLst>
          </p:cNvPr>
          <p:cNvSpPr>
            <a:spLocks noGrp="1"/>
          </p:cNvSpPr>
          <p:nvPr>
            <p:ph type="body" sz="quarter" idx="61" hasCustomPrompt="1"/>
          </p:nvPr>
        </p:nvSpPr>
        <p:spPr>
          <a:xfrm>
            <a:off x="8737767" y="5822192"/>
            <a:ext cx="1465491" cy="328021"/>
          </a:xfrm>
        </p:spPr>
        <p:txBody>
          <a:bodyPr lIns="0" bIns="0" anchor="t" anchorCtr="0"/>
          <a:lstStyle>
            <a:lvl1pPr marL="10584" indent="0">
              <a:buNone/>
              <a:defRPr sz="1067" cap="none" spc="0" baseline="0">
                <a:solidFill>
                  <a:schemeClr val="accent1"/>
                </a:solidFill>
                <a:latin typeface="+mj-lt"/>
              </a:defRPr>
            </a:lvl1pPr>
          </a:lstStyle>
          <a:p>
            <a:pPr lvl="0"/>
            <a:r>
              <a:rPr lang="en-US"/>
              <a:t>Title Here. Lowercase. 8 pt.</a:t>
            </a:r>
          </a:p>
        </p:txBody>
      </p:sp>
      <p:sp>
        <p:nvSpPr>
          <p:cNvPr id="27" name="Text Placeholder 59">
            <a:extLst>
              <a:ext uri="{FF2B5EF4-FFF2-40B4-BE49-F238E27FC236}">
                <a16:creationId xmlns:a16="http://schemas.microsoft.com/office/drawing/2014/main" id="{11145940-26F6-D345-AEB5-DB00F76C7F1F}"/>
              </a:ext>
            </a:extLst>
          </p:cNvPr>
          <p:cNvSpPr>
            <a:spLocks noGrp="1"/>
          </p:cNvSpPr>
          <p:nvPr>
            <p:ph type="body" sz="quarter" idx="62" hasCustomPrompt="1"/>
          </p:nvPr>
        </p:nvSpPr>
        <p:spPr>
          <a:xfrm>
            <a:off x="10381488" y="5512585"/>
            <a:ext cx="1465491" cy="291367"/>
          </a:xfrm>
        </p:spPr>
        <p:txBody>
          <a:bodyPr lIns="0" bIns="0" anchor="b"/>
          <a:lstStyle>
            <a:lvl1pPr marL="10584" marR="0" indent="0" algn="l" defTabSz="609555" rtl="0" eaLnBrk="1" fontAlgn="auto" latinLnBrk="0" hangingPunct="1">
              <a:lnSpc>
                <a:spcPct val="100000"/>
              </a:lnSpc>
              <a:spcBef>
                <a:spcPct val="20000"/>
              </a:spcBef>
              <a:spcAft>
                <a:spcPts val="0"/>
              </a:spcAft>
              <a:buClr>
                <a:schemeClr val="accent1"/>
              </a:buClr>
              <a:buSzTx/>
              <a:buFont typeface="Arial" panose="020B0604020202020204" pitchFamily="34" charset="0"/>
              <a:buNone/>
              <a:tabLst/>
              <a:defRPr sz="1067" cap="all" spc="0" baseline="0">
                <a:solidFill>
                  <a:schemeClr val="tx1"/>
                </a:solidFill>
              </a:defRPr>
            </a:lvl1pPr>
          </a:lstStyle>
          <a:p>
            <a:pPr marL="10584" marR="0" lvl="0" indent="0" algn="l" defTabSz="609555" rtl="0" eaLnBrk="1" fontAlgn="auto" latinLnBrk="0" hangingPunct="1">
              <a:lnSpc>
                <a:spcPct val="100000"/>
              </a:lnSpc>
              <a:spcBef>
                <a:spcPct val="20000"/>
              </a:spcBef>
              <a:spcAft>
                <a:spcPts val="0"/>
              </a:spcAft>
              <a:buClr>
                <a:schemeClr val="accent1"/>
              </a:buClr>
              <a:buSzTx/>
              <a:buFont typeface="Arial" panose="020B0604020202020204" pitchFamily="34" charset="0"/>
              <a:buNone/>
              <a:tabLst/>
              <a:defRPr/>
            </a:pPr>
            <a:r>
              <a:rPr lang="en-US"/>
              <a:t>NAME HERE. ALL CAPS. WHITE. 8 PT.</a:t>
            </a:r>
          </a:p>
        </p:txBody>
      </p:sp>
      <p:sp>
        <p:nvSpPr>
          <p:cNvPr id="28" name="Text Placeholder 59">
            <a:extLst>
              <a:ext uri="{FF2B5EF4-FFF2-40B4-BE49-F238E27FC236}">
                <a16:creationId xmlns:a16="http://schemas.microsoft.com/office/drawing/2014/main" id="{7FC80356-24FA-3340-B9FC-DE1492BFA627}"/>
              </a:ext>
            </a:extLst>
          </p:cNvPr>
          <p:cNvSpPr>
            <a:spLocks noGrp="1"/>
          </p:cNvSpPr>
          <p:nvPr>
            <p:ph type="body" sz="quarter" idx="63" hasCustomPrompt="1"/>
          </p:nvPr>
        </p:nvSpPr>
        <p:spPr>
          <a:xfrm>
            <a:off x="10381488" y="5818438"/>
            <a:ext cx="1465491" cy="328021"/>
          </a:xfrm>
        </p:spPr>
        <p:txBody>
          <a:bodyPr lIns="0" bIns="0" anchor="t" anchorCtr="0"/>
          <a:lstStyle>
            <a:lvl1pPr marL="10584" indent="0">
              <a:buNone/>
              <a:defRPr sz="1067" cap="none" spc="0" baseline="0">
                <a:solidFill>
                  <a:schemeClr val="accent1"/>
                </a:solidFill>
                <a:latin typeface="+mj-lt"/>
              </a:defRPr>
            </a:lvl1pPr>
          </a:lstStyle>
          <a:p>
            <a:pPr lvl="0"/>
            <a:r>
              <a:rPr lang="en-US"/>
              <a:t>Title Here. Lowercase. 8 pt.</a:t>
            </a:r>
          </a:p>
        </p:txBody>
      </p:sp>
      <p:sp>
        <p:nvSpPr>
          <p:cNvPr id="29" name="Picture Placeholder 5">
            <a:extLst>
              <a:ext uri="{FF2B5EF4-FFF2-40B4-BE49-F238E27FC236}">
                <a16:creationId xmlns:a16="http://schemas.microsoft.com/office/drawing/2014/main" id="{F8E227CA-C8B1-FD4F-9719-AC576682CC3A}"/>
              </a:ext>
            </a:extLst>
          </p:cNvPr>
          <p:cNvSpPr>
            <a:spLocks noGrp="1"/>
          </p:cNvSpPr>
          <p:nvPr>
            <p:ph type="pic" sz="quarter" idx="64" hasCustomPrompt="1"/>
          </p:nvPr>
        </p:nvSpPr>
        <p:spPr>
          <a:xfrm>
            <a:off x="1804416" y="3034200"/>
            <a:ext cx="975360" cy="975360"/>
          </a:xfrm>
        </p:spPr>
        <p:txBody>
          <a:bodyPr anchor="ctr"/>
          <a:lstStyle>
            <a:lvl1pPr marL="10584" indent="0" algn="ctr">
              <a:buNone/>
              <a:defRPr sz="1000" spc="0"/>
            </a:lvl1pPr>
          </a:lstStyle>
          <a:p>
            <a:r>
              <a:rPr lang="en-US"/>
              <a:t>HEADSHOT HERE</a:t>
            </a:r>
          </a:p>
        </p:txBody>
      </p:sp>
      <p:sp>
        <p:nvSpPr>
          <p:cNvPr id="30" name="Text Placeholder 59">
            <a:extLst>
              <a:ext uri="{FF2B5EF4-FFF2-40B4-BE49-F238E27FC236}">
                <a16:creationId xmlns:a16="http://schemas.microsoft.com/office/drawing/2014/main" id="{479DAFC0-5785-0446-A3E7-5BF65BCC02A9}"/>
              </a:ext>
            </a:extLst>
          </p:cNvPr>
          <p:cNvSpPr>
            <a:spLocks noGrp="1"/>
          </p:cNvSpPr>
          <p:nvPr>
            <p:ph type="body" sz="quarter" idx="67" hasCustomPrompt="1"/>
          </p:nvPr>
        </p:nvSpPr>
        <p:spPr>
          <a:xfrm>
            <a:off x="6339840" y="3214946"/>
            <a:ext cx="2072640" cy="486833"/>
          </a:xfrm>
        </p:spPr>
        <p:txBody>
          <a:bodyPr lIns="0" bIns="0" anchor="b"/>
          <a:lstStyle>
            <a:lvl1pPr marL="10584" indent="0">
              <a:buNone/>
              <a:defRPr sz="1200" cap="all" spc="0" baseline="0">
                <a:solidFill>
                  <a:schemeClr val="tx1"/>
                </a:solidFill>
              </a:defRPr>
            </a:lvl1pPr>
          </a:lstStyle>
          <a:p>
            <a:pPr lvl="0"/>
            <a:r>
              <a:rPr lang="en-US"/>
              <a:t>NAME HERE. ALL CAPS. WHITE. 9 PT.</a:t>
            </a:r>
          </a:p>
        </p:txBody>
      </p:sp>
      <p:sp>
        <p:nvSpPr>
          <p:cNvPr id="31" name="Text Placeholder 59">
            <a:extLst>
              <a:ext uri="{FF2B5EF4-FFF2-40B4-BE49-F238E27FC236}">
                <a16:creationId xmlns:a16="http://schemas.microsoft.com/office/drawing/2014/main" id="{01FF4553-5F63-074B-8CB3-DF55725FEFB3}"/>
              </a:ext>
            </a:extLst>
          </p:cNvPr>
          <p:cNvSpPr>
            <a:spLocks noGrp="1"/>
          </p:cNvSpPr>
          <p:nvPr>
            <p:ph type="body" sz="quarter" idx="68" hasCustomPrompt="1"/>
          </p:nvPr>
        </p:nvSpPr>
        <p:spPr>
          <a:xfrm>
            <a:off x="6339840" y="3712305"/>
            <a:ext cx="2072640" cy="322287"/>
          </a:xfrm>
        </p:spPr>
        <p:txBody>
          <a:bodyPr lIns="0" bIns="0" anchor="t" anchorCtr="0"/>
          <a:lstStyle>
            <a:lvl1pPr marL="10584" indent="0">
              <a:buNone/>
              <a:defRPr sz="1200" cap="none" spc="0" baseline="0">
                <a:solidFill>
                  <a:schemeClr val="accent1"/>
                </a:solidFill>
                <a:latin typeface="+mj-lt"/>
              </a:defRPr>
            </a:lvl1pPr>
          </a:lstStyle>
          <a:p>
            <a:pPr lvl="0"/>
            <a:r>
              <a:rPr lang="en-US"/>
              <a:t>Title Here. Lowercase. 9 pt.</a:t>
            </a:r>
          </a:p>
        </p:txBody>
      </p:sp>
      <p:sp>
        <p:nvSpPr>
          <p:cNvPr id="32" name="Text Placeholder 59">
            <a:extLst>
              <a:ext uri="{FF2B5EF4-FFF2-40B4-BE49-F238E27FC236}">
                <a16:creationId xmlns:a16="http://schemas.microsoft.com/office/drawing/2014/main" id="{2ACC479D-100C-AB4A-B437-FFCD18495B7E}"/>
              </a:ext>
            </a:extLst>
          </p:cNvPr>
          <p:cNvSpPr>
            <a:spLocks noGrp="1"/>
          </p:cNvSpPr>
          <p:nvPr>
            <p:ph type="body" sz="quarter" idx="71" hasCustomPrompt="1"/>
          </p:nvPr>
        </p:nvSpPr>
        <p:spPr>
          <a:xfrm>
            <a:off x="2917848" y="3194665"/>
            <a:ext cx="2072640" cy="486833"/>
          </a:xfrm>
        </p:spPr>
        <p:txBody>
          <a:bodyPr lIns="0" bIns="0" anchor="b"/>
          <a:lstStyle>
            <a:lvl1pPr marL="10584" indent="0">
              <a:buNone/>
              <a:defRPr sz="1200" cap="all" spc="0" baseline="0">
                <a:solidFill>
                  <a:schemeClr val="tx1"/>
                </a:solidFill>
              </a:defRPr>
            </a:lvl1pPr>
          </a:lstStyle>
          <a:p>
            <a:pPr lvl="0"/>
            <a:r>
              <a:rPr lang="en-US"/>
              <a:t>NAME HERE. ALL CAPS. WHITE. 9 PT.</a:t>
            </a:r>
          </a:p>
        </p:txBody>
      </p:sp>
      <p:sp>
        <p:nvSpPr>
          <p:cNvPr id="33" name="Text Placeholder 59">
            <a:extLst>
              <a:ext uri="{FF2B5EF4-FFF2-40B4-BE49-F238E27FC236}">
                <a16:creationId xmlns:a16="http://schemas.microsoft.com/office/drawing/2014/main" id="{F88A7EF7-25F7-5349-8978-9A5DA5F31094}"/>
              </a:ext>
            </a:extLst>
          </p:cNvPr>
          <p:cNvSpPr>
            <a:spLocks noGrp="1"/>
          </p:cNvSpPr>
          <p:nvPr>
            <p:ph type="body" sz="quarter" idx="72" hasCustomPrompt="1"/>
          </p:nvPr>
        </p:nvSpPr>
        <p:spPr>
          <a:xfrm>
            <a:off x="2917848" y="3699061"/>
            <a:ext cx="2072640" cy="322287"/>
          </a:xfrm>
        </p:spPr>
        <p:txBody>
          <a:bodyPr lIns="0" bIns="0" anchor="t" anchorCtr="0"/>
          <a:lstStyle>
            <a:lvl1pPr marL="10584" indent="0">
              <a:buNone/>
              <a:defRPr sz="1200" cap="none" spc="0" baseline="0">
                <a:solidFill>
                  <a:schemeClr val="accent1"/>
                </a:solidFill>
                <a:latin typeface="+mj-lt"/>
              </a:defRPr>
            </a:lvl1pPr>
          </a:lstStyle>
          <a:p>
            <a:pPr lvl="0"/>
            <a:r>
              <a:rPr lang="en-US"/>
              <a:t>Title Here. Lowercase. 9 pt.</a:t>
            </a:r>
          </a:p>
        </p:txBody>
      </p:sp>
      <p:sp>
        <p:nvSpPr>
          <p:cNvPr id="34" name="Text Placeholder 59">
            <a:extLst>
              <a:ext uri="{FF2B5EF4-FFF2-40B4-BE49-F238E27FC236}">
                <a16:creationId xmlns:a16="http://schemas.microsoft.com/office/drawing/2014/main" id="{F442EBC6-A1C6-C446-97E7-801C6B76BA9D}"/>
              </a:ext>
            </a:extLst>
          </p:cNvPr>
          <p:cNvSpPr>
            <a:spLocks noGrp="1"/>
          </p:cNvSpPr>
          <p:nvPr>
            <p:ph type="body" sz="quarter" idx="73" hasCustomPrompt="1"/>
          </p:nvPr>
        </p:nvSpPr>
        <p:spPr>
          <a:xfrm>
            <a:off x="9859736" y="3186213"/>
            <a:ext cx="2072640" cy="486833"/>
          </a:xfrm>
        </p:spPr>
        <p:txBody>
          <a:bodyPr lIns="0" bIns="0" anchor="b"/>
          <a:lstStyle>
            <a:lvl1pPr marL="10584" indent="0">
              <a:buNone/>
              <a:defRPr sz="1200" cap="all" spc="0" baseline="0">
                <a:solidFill>
                  <a:schemeClr val="tx1"/>
                </a:solidFill>
              </a:defRPr>
            </a:lvl1pPr>
          </a:lstStyle>
          <a:p>
            <a:pPr lvl="0"/>
            <a:r>
              <a:rPr lang="en-US"/>
              <a:t>NAME HERE. ALL CAPS. WHITE. 9 PT.</a:t>
            </a:r>
          </a:p>
        </p:txBody>
      </p:sp>
      <p:sp>
        <p:nvSpPr>
          <p:cNvPr id="35" name="Text Placeholder 59">
            <a:extLst>
              <a:ext uri="{FF2B5EF4-FFF2-40B4-BE49-F238E27FC236}">
                <a16:creationId xmlns:a16="http://schemas.microsoft.com/office/drawing/2014/main" id="{AB54CC23-A2BA-0E4F-BE56-2BD32D275D06}"/>
              </a:ext>
            </a:extLst>
          </p:cNvPr>
          <p:cNvSpPr>
            <a:spLocks noGrp="1"/>
          </p:cNvSpPr>
          <p:nvPr>
            <p:ph type="body" sz="quarter" idx="74" hasCustomPrompt="1"/>
          </p:nvPr>
        </p:nvSpPr>
        <p:spPr>
          <a:xfrm>
            <a:off x="9859736" y="3690609"/>
            <a:ext cx="2072640" cy="322287"/>
          </a:xfrm>
        </p:spPr>
        <p:txBody>
          <a:bodyPr lIns="0" bIns="0" anchor="t" anchorCtr="0"/>
          <a:lstStyle>
            <a:lvl1pPr marL="10584" indent="0">
              <a:buNone/>
              <a:defRPr sz="1200" cap="none" spc="0" baseline="0">
                <a:solidFill>
                  <a:schemeClr val="accent1"/>
                </a:solidFill>
                <a:latin typeface="+mj-lt"/>
              </a:defRPr>
            </a:lvl1pPr>
          </a:lstStyle>
          <a:p>
            <a:pPr lvl="0"/>
            <a:r>
              <a:rPr lang="en-US"/>
              <a:t>Title Here. Lowercase. 9 pt.</a:t>
            </a:r>
          </a:p>
        </p:txBody>
      </p:sp>
      <p:sp>
        <p:nvSpPr>
          <p:cNvPr id="37" name="Slide Number Placeholder 36">
            <a:extLst>
              <a:ext uri="{FF2B5EF4-FFF2-40B4-BE49-F238E27FC236}">
                <a16:creationId xmlns:a16="http://schemas.microsoft.com/office/drawing/2014/main" id="{EB862910-D742-4D11-A987-CE16A6571602}"/>
              </a:ext>
            </a:extLst>
          </p:cNvPr>
          <p:cNvSpPr>
            <a:spLocks noGrp="1"/>
          </p:cNvSpPr>
          <p:nvPr>
            <p:ph type="sldNum" sz="quarter" idx="75"/>
          </p:nvPr>
        </p:nvSpPr>
        <p:spPr/>
        <p:txBody>
          <a:bodyPr/>
          <a:lstStyle>
            <a:lvl1pPr>
              <a:defRPr spc="0"/>
            </a:lvl1pPr>
          </a:lstStyle>
          <a:p>
            <a:fld id="{4644D924-5A8E-4AEE-85EF-4FA2A7E4AC52}" type="slidenum">
              <a:rPr lang="en-US" smtClean="0"/>
              <a:t>‹#›</a:t>
            </a:fld>
            <a:endParaRPr lang="en-US"/>
          </a:p>
        </p:txBody>
      </p:sp>
    </p:spTree>
    <p:extLst>
      <p:ext uri="{BB962C8B-B14F-4D97-AF65-F5344CB8AC3E}">
        <p14:creationId xmlns:p14="http://schemas.microsoft.com/office/powerpoint/2010/main" val="2762158315"/>
      </p:ext>
    </p:extLst>
  </p:cSld>
  <p:clrMapOvr>
    <a:masterClrMapping/>
  </p:clrMapOvr>
  <p:transition>
    <p:wipe dir="r"/>
  </p:transition>
</p:sldLayout>
</file>

<file path=ppt/slideLayouts/slideLayout151.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0"/>
            <a:ext cx="2743200" cy="365125"/>
          </a:xfrm>
          <a:prstGeom prst="rect">
            <a:avLst/>
          </a:prstGeom>
        </p:spPr>
        <p:txBody>
          <a:bodyPr/>
          <a:lstStyle/>
          <a:p>
            <a:endParaRPr lang="en-US"/>
          </a:p>
        </p:txBody>
      </p:sp>
      <p:sp>
        <p:nvSpPr>
          <p:cNvPr id="3" name="Footer Placeholder 2"/>
          <p:cNvSpPr>
            <a:spLocks noGrp="1"/>
          </p:cNvSpPr>
          <p:nvPr>
            <p:ph type="ftr" sz="quarter" idx="11"/>
          </p:nvPr>
        </p:nvSpPr>
        <p:spPr/>
        <p:txBody>
          <a:bodyPr/>
          <a:lstStyle/>
          <a:p>
            <a:r>
              <a:rPr lang="en-US"/>
              <a:t>CS Agentic Development</a:t>
            </a:r>
          </a:p>
        </p:txBody>
      </p:sp>
      <p:sp>
        <p:nvSpPr>
          <p:cNvPr id="4" name="Slide Number Placeholder 3"/>
          <p:cNvSpPr>
            <a:spLocks noGrp="1"/>
          </p:cNvSpPr>
          <p:nvPr>
            <p:ph type="sldNum" sz="quarter" idx="12"/>
          </p:nvPr>
        </p:nvSpPr>
        <p:spPr/>
        <p:txBody>
          <a:bodyPr/>
          <a:lstStyle/>
          <a:p>
            <a:fld id="{4644D924-5A8E-4AEE-85EF-4FA2A7E4AC52}" type="slidenum">
              <a:rPr lang="en-US" smtClean="0"/>
              <a:t>‹#›</a:t>
            </a:fld>
            <a:endParaRPr lang="en-US"/>
          </a:p>
        </p:txBody>
      </p:sp>
    </p:spTree>
    <p:extLst>
      <p:ext uri="{BB962C8B-B14F-4D97-AF65-F5344CB8AC3E}">
        <p14:creationId xmlns:p14="http://schemas.microsoft.com/office/powerpoint/2010/main" val="2085700506"/>
      </p:ext>
    </p:extLst>
  </p:cSld>
  <p:clrMapOvr>
    <a:masterClrMapping/>
  </p:clrMapOvr>
  <p:transition>
    <p:wipe dir="r"/>
  </p:transition>
</p:sldLayout>
</file>

<file path=ppt/slideLayouts/slideLayout152.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6"/>
          <p:cNvSpPr>
            <a:spLocks noGrp="1" noChangeArrowheads="1"/>
          </p:cNvSpPr>
          <p:nvPr>
            <p:ph type="sldNum" sz="quarter" idx="10"/>
          </p:nvPr>
        </p:nvSpPr>
        <p:spPr>
          <a:ln/>
        </p:spPr>
        <p:txBody>
          <a:bodyPr/>
          <a:lstStyle>
            <a:lvl1pPr>
              <a:defRPr/>
            </a:lvl1pPr>
          </a:lstStyle>
          <a:p>
            <a:pPr>
              <a:defRPr/>
            </a:pPr>
            <a:fld id="{0913AD8B-6753-4D8D-9DCF-DBA38AAB592C}" type="slidenum">
              <a:rPr lang="en-US"/>
              <a:pPr>
                <a:defRPr/>
              </a:pPr>
              <a:t>‹#›</a:t>
            </a:fld>
            <a:endParaRPr lang="en-US"/>
          </a:p>
        </p:txBody>
      </p:sp>
    </p:spTree>
    <p:extLst>
      <p:ext uri="{BB962C8B-B14F-4D97-AF65-F5344CB8AC3E}">
        <p14:creationId xmlns:p14="http://schemas.microsoft.com/office/powerpoint/2010/main" val="1828636874"/>
      </p:ext>
    </p:extLst>
  </p:cSld>
  <p:clrMapOvr>
    <a:masterClrMapping/>
  </p:clrMapOvr>
  <p:transition>
    <p:wipe dir="r"/>
  </p:transition>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5.xml"/><Relationship Id="rId3" Type="http://schemas.openxmlformats.org/officeDocument/2006/relationships/slideLayout" Target="../slideLayouts/slideLayout10.xml"/><Relationship Id="rId7" Type="http://schemas.openxmlformats.org/officeDocument/2006/relationships/slideLayout" Target="../slideLayouts/slideLayout14.xml"/><Relationship Id="rId2" Type="http://schemas.openxmlformats.org/officeDocument/2006/relationships/slideLayout" Target="../slideLayouts/slideLayout9.xml"/><Relationship Id="rId1" Type="http://schemas.openxmlformats.org/officeDocument/2006/relationships/slideLayout" Target="../slideLayouts/slideLayout8.xml"/><Relationship Id="rId6" Type="http://schemas.openxmlformats.org/officeDocument/2006/relationships/slideLayout" Target="../slideLayouts/slideLayout13.xml"/><Relationship Id="rId5" Type="http://schemas.openxmlformats.org/officeDocument/2006/relationships/slideLayout" Target="../slideLayouts/slideLayout12.xml"/><Relationship Id="rId10" Type="http://schemas.openxmlformats.org/officeDocument/2006/relationships/image" Target="../media/image7.svg"/><Relationship Id="rId4" Type="http://schemas.openxmlformats.org/officeDocument/2006/relationships/slideLayout" Target="../slideLayouts/slideLayout11.xml"/><Relationship Id="rId9"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theme" Target="../theme/theme3.xml"/><Relationship Id="rId1" Type="http://schemas.openxmlformats.org/officeDocument/2006/relationships/slideLayout" Target="../slideLayouts/slideLayout16.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24.xml"/><Relationship Id="rId13" Type="http://schemas.openxmlformats.org/officeDocument/2006/relationships/image" Target="../media/image8.svg"/><Relationship Id="rId3" Type="http://schemas.openxmlformats.org/officeDocument/2006/relationships/slideLayout" Target="../slideLayouts/slideLayout19.xml"/><Relationship Id="rId7" Type="http://schemas.openxmlformats.org/officeDocument/2006/relationships/slideLayout" Target="../slideLayouts/slideLayout23.xml"/><Relationship Id="rId12" Type="http://schemas.openxmlformats.org/officeDocument/2006/relationships/theme" Target="../theme/theme4.xml"/><Relationship Id="rId2" Type="http://schemas.openxmlformats.org/officeDocument/2006/relationships/slideLayout" Target="../slideLayouts/slideLayout18.xml"/><Relationship Id="rId1" Type="http://schemas.openxmlformats.org/officeDocument/2006/relationships/slideLayout" Target="../slideLayouts/slideLayout17.xml"/><Relationship Id="rId6" Type="http://schemas.openxmlformats.org/officeDocument/2006/relationships/slideLayout" Target="../slideLayouts/slideLayout22.xml"/><Relationship Id="rId11" Type="http://schemas.openxmlformats.org/officeDocument/2006/relationships/slideLayout" Target="../slideLayouts/slideLayout27.xml"/><Relationship Id="rId5" Type="http://schemas.openxmlformats.org/officeDocument/2006/relationships/slideLayout" Target="../slideLayouts/slideLayout21.xml"/><Relationship Id="rId10" Type="http://schemas.openxmlformats.org/officeDocument/2006/relationships/slideLayout" Target="../slideLayouts/slideLayout26.xml"/><Relationship Id="rId4" Type="http://schemas.openxmlformats.org/officeDocument/2006/relationships/slideLayout" Target="../slideLayouts/slideLayout20.xml"/><Relationship Id="rId9" Type="http://schemas.openxmlformats.org/officeDocument/2006/relationships/slideLayout" Target="../slideLayouts/slideLayout25.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35.xml"/><Relationship Id="rId3" Type="http://schemas.openxmlformats.org/officeDocument/2006/relationships/slideLayout" Target="../slideLayouts/slideLayout30.xml"/><Relationship Id="rId7" Type="http://schemas.openxmlformats.org/officeDocument/2006/relationships/slideLayout" Target="../slideLayouts/slideLayout34.xml"/><Relationship Id="rId2" Type="http://schemas.openxmlformats.org/officeDocument/2006/relationships/slideLayout" Target="../slideLayouts/slideLayout29.xml"/><Relationship Id="rId1" Type="http://schemas.openxmlformats.org/officeDocument/2006/relationships/slideLayout" Target="../slideLayouts/slideLayout28.xml"/><Relationship Id="rId6" Type="http://schemas.openxmlformats.org/officeDocument/2006/relationships/slideLayout" Target="../slideLayouts/slideLayout33.xml"/><Relationship Id="rId11" Type="http://schemas.openxmlformats.org/officeDocument/2006/relationships/image" Target="../media/image7.svg"/><Relationship Id="rId5" Type="http://schemas.openxmlformats.org/officeDocument/2006/relationships/slideLayout" Target="../slideLayouts/slideLayout32.xml"/><Relationship Id="rId10" Type="http://schemas.openxmlformats.org/officeDocument/2006/relationships/theme" Target="../theme/theme5.xml"/><Relationship Id="rId4" Type="http://schemas.openxmlformats.org/officeDocument/2006/relationships/slideLayout" Target="../slideLayouts/slideLayout31.xml"/><Relationship Id="rId9" Type="http://schemas.openxmlformats.org/officeDocument/2006/relationships/slideLayout" Target="../slideLayouts/slideLayout36.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44.xml"/><Relationship Id="rId3" Type="http://schemas.openxmlformats.org/officeDocument/2006/relationships/slideLayout" Target="../slideLayouts/slideLayout39.xml"/><Relationship Id="rId7" Type="http://schemas.openxmlformats.org/officeDocument/2006/relationships/slideLayout" Target="../slideLayouts/slideLayout43.xml"/><Relationship Id="rId2" Type="http://schemas.openxmlformats.org/officeDocument/2006/relationships/slideLayout" Target="../slideLayouts/slideLayout38.xml"/><Relationship Id="rId1" Type="http://schemas.openxmlformats.org/officeDocument/2006/relationships/slideLayout" Target="../slideLayouts/slideLayout37.xml"/><Relationship Id="rId6" Type="http://schemas.openxmlformats.org/officeDocument/2006/relationships/slideLayout" Target="../slideLayouts/slideLayout42.xml"/><Relationship Id="rId5" Type="http://schemas.openxmlformats.org/officeDocument/2006/relationships/slideLayout" Target="../slideLayouts/slideLayout41.xml"/><Relationship Id="rId10" Type="http://schemas.openxmlformats.org/officeDocument/2006/relationships/theme" Target="../theme/theme6.xml"/><Relationship Id="rId4" Type="http://schemas.openxmlformats.org/officeDocument/2006/relationships/slideLayout" Target="../slideLayouts/slideLayout40.xml"/><Relationship Id="rId9" Type="http://schemas.openxmlformats.org/officeDocument/2006/relationships/slideLayout" Target="../slideLayouts/slideLayout45.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53.xml"/><Relationship Id="rId3" Type="http://schemas.openxmlformats.org/officeDocument/2006/relationships/slideLayout" Target="../slideLayouts/slideLayout48.xml"/><Relationship Id="rId7" Type="http://schemas.openxmlformats.org/officeDocument/2006/relationships/slideLayout" Target="../slideLayouts/slideLayout52.xml"/><Relationship Id="rId12" Type="http://schemas.openxmlformats.org/officeDocument/2006/relationships/theme" Target="../theme/theme7.xml"/><Relationship Id="rId2" Type="http://schemas.openxmlformats.org/officeDocument/2006/relationships/slideLayout" Target="../slideLayouts/slideLayout47.xml"/><Relationship Id="rId1" Type="http://schemas.openxmlformats.org/officeDocument/2006/relationships/slideLayout" Target="../slideLayouts/slideLayout46.xml"/><Relationship Id="rId6" Type="http://schemas.openxmlformats.org/officeDocument/2006/relationships/slideLayout" Target="../slideLayouts/slideLayout51.xml"/><Relationship Id="rId11" Type="http://schemas.openxmlformats.org/officeDocument/2006/relationships/slideLayout" Target="../slideLayouts/slideLayout56.xml"/><Relationship Id="rId5" Type="http://schemas.openxmlformats.org/officeDocument/2006/relationships/slideLayout" Target="../slideLayouts/slideLayout50.xml"/><Relationship Id="rId10" Type="http://schemas.openxmlformats.org/officeDocument/2006/relationships/slideLayout" Target="../slideLayouts/slideLayout55.xml"/><Relationship Id="rId4" Type="http://schemas.openxmlformats.org/officeDocument/2006/relationships/slideLayout" Target="../slideLayouts/slideLayout49.xml"/><Relationship Id="rId9" Type="http://schemas.openxmlformats.org/officeDocument/2006/relationships/slideLayout" Target="../slideLayouts/slideLayout54.xml"/></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64.xml"/><Relationship Id="rId13" Type="http://schemas.openxmlformats.org/officeDocument/2006/relationships/slideLayout" Target="../slideLayouts/slideLayout69.xml"/><Relationship Id="rId18" Type="http://schemas.openxmlformats.org/officeDocument/2006/relationships/slideLayout" Target="../slideLayouts/slideLayout74.xml"/><Relationship Id="rId26" Type="http://schemas.openxmlformats.org/officeDocument/2006/relationships/slideLayout" Target="../slideLayouts/slideLayout82.xml"/><Relationship Id="rId3" Type="http://schemas.openxmlformats.org/officeDocument/2006/relationships/slideLayout" Target="../slideLayouts/slideLayout59.xml"/><Relationship Id="rId21" Type="http://schemas.openxmlformats.org/officeDocument/2006/relationships/slideLayout" Target="../slideLayouts/slideLayout77.xml"/><Relationship Id="rId7" Type="http://schemas.openxmlformats.org/officeDocument/2006/relationships/slideLayout" Target="../slideLayouts/slideLayout63.xml"/><Relationship Id="rId12" Type="http://schemas.openxmlformats.org/officeDocument/2006/relationships/slideLayout" Target="../slideLayouts/slideLayout68.xml"/><Relationship Id="rId17" Type="http://schemas.openxmlformats.org/officeDocument/2006/relationships/slideLayout" Target="../slideLayouts/slideLayout73.xml"/><Relationship Id="rId25" Type="http://schemas.openxmlformats.org/officeDocument/2006/relationships/slideLayout" Target="../slideLayouts/slideLayout81.xml"/><Relationship Id="rId2" Type="http://schemas.openxmlformats.org/officeDocument/2006/relationships/slideLayout" Target="../slideLayouts/slideLayout58.xml"/><Relationship Id="rId16" Type="http://schemas.openxmlformats.org/officeDocument/2006/relationships/slideLayout" Target="../slideLayouts/slideLayout72.xml"/><Relationship Id="rId20" Type="http://schemas.openxmlformats.org/officeDocument/2006/relationships/slideLayout" Target="../slideLayouts/slideLayout76.xml"/><Relationship Id="rId29" Type="http://schemas.openxmlformats.org/officeDocument/2006/relationships/slideLayout" Target="../slideLayouts/slideLayout85.xml"/><Relationship Id="rId1" Type="http://schemas.openxmlformats.org/officeDocument/2006/relationships/slideLayout" Target="../slideLayouts/slideLayout57.xml"/><Relationship Id="rId6" Type="http://schemas.openxmlformats.org/officeDocument/2006/relationships/slideLayout" Target="../slideLayouts/slideLayout62.xml"/><Relationship Id="rId11" Type="http://schemas.openxmlformats.org/officeDocument/2006/relationships/slideLayout" Target="../slideLayouts/slideLayout67.xml"/><Relationship Id="rId24" Type="http://schemas.openxmlformats.org/officeDocument/2006/relationships/slideLayout" Target="../slideLayouts/slideLayout80.xml"/><Relationship Id="rId5" Type="http://schemas.openxmlformats.org/officeDocument/2006/relationships/slideLayout" Target="../slideLayouts/slideLayout61.xml"/><Relationship Id="rId15" Type="http://schemas.openxmlformats.org/officeDocument/2006/relationships/slideLayout" Target="../slideLayouts/slideLayout71.xml"/><Relationship Id="rId23" Type="http://schemas.openxmlformats.org/officeDocument/2006/relationships/slideLayout" Target="../slideLayouts/slideLayout79.xml"/><Relationship Id="rId28" Type="http://schemas.openxmlformats.org/officeDocument/2006/relationships/slideLayout" Target="../slideLayouts/slideLayout84.xml"/><Relationship Id="rId10" Type="http://schemas.openxmlformats.org/officeDocument/2006/relationships/slideLayout" Target="../slideLayouts/slideLayout66.xml"/><Relationship Id="rId19" Type="http://schemas.openxmlformats.org/officeDocument/2006/relationships/slideLayout" Target="../slideLayouts/slideLayout75.xml"/><Relationship Id="rId31" Type="http://schemas.openxmlformats.org/officeDocument/2006/relationships/theme" Target="../theme/theme8.xml"/><Relationship Id="rId4" Type="http://schemas.openxmlformats.org/officeDocument/2006/relationships/slideLayout" Target="../slideLayouts/slideLayout60.xml"/><Relationship Id="rId9" Type="http://schemas.openxmlformats.org/officeDocument/2006/relationships/slideLayout" Target="../slideLayouts/slideLayout65.xml"/><Relationship Id="rId14" Type="http://schemas.openxmlformats.org/officeDocument/2006/relationships/slideLayout" Target="../slideLayouts/slideLayout70.xml"/><Relationship Id="rId22" Type="http://schemas.openxmlformats.org/officeDocument/2006/relationships/slideLayout" Target="../slideLayouts/slideLayout78.xml"/><Relationship Id="rId27" Type="http://schemas.openxmlformats.org/officeDocument/2006/relationships/slideLayout" Target="../slideLayouts/slideLayout83.xml"/><Relationship Id="rId30" Type="http://schemas.openxmlformats.org/officeDocument/2006/relationships/slideLayout" Target="../slideLayouts/slideLayout86.xml"/></Relationships>
</file>

<file path=ppt/slideMasters/_rels/slideMaster9.xml.rels><?xml version="1.0" encoding="UTF-8" standalone="yes"?>
<Relationships xmlns="http://schemas.openxmlformats.org/package/2006/relationships"><Relationship Id="rId13" Type="http://schemas.openxmlformats.org/officeDocument/2006/relationships/slideLayout" Target="../slideLayouts/slideLayout99.xml"/><Relationship Id="rId18" Type="http://schemas.openxmlformats.org/officeDocument/2006/relationships/slideLayout" Target="../slideLayouts/slideLayout104.xml"/><Relationship Id="rId26" Type="http://schemas.openxmlformats.org/officeDocument/2006/relationships/slideLayout" Target="../slideLayouts/slideLayout112.xml"/><Relationship Id="rId3" Type="http://schemas.openxmlformats.org/officeDocument/2006/relationships/slideLayout" Target="../slideLayouts/slideLayout89.xml"/><Relationship Id="rId21" Type="http://schemas.openxmlformats.org/officeDocument/2006/relationships/slideLayout" Target="../slideLayouts/slideLayout107.xml"/><Relationship Id="rId34" Type="http://schemas.openxmlformats.org/officeDocument/2006/relationships/slideLayout" Target="../slideLayouts/slideLayout120.xml"/><Relationship Id="rId7" Type="http://schemas.openxmlformats.org/officeDocument/2006/relationships/slideLayout" Target="../slideLayouts/slideLayout93.xml"/><Relationship Id="rId12" Type="http://schemas.openxmlformats.org/officeDocument/2006/relationships/slideLayout" Target="../slideLayouts/slideLayout98.xml"/><Relationship Id="rId17" Type="http://schemas.openxmlformats.org/officeDocument/2006/relationships/slideLayout" Target="../slideLayouts/slideLayout103.xml"/><Relationship Id="rId25" Type="http://schemas.openxmlformats.org/officeDocument/2006/relationships/slideLayout" Target="../slideLayouts/slideLayout111.xml"/><Relationship Id="rId33" Type="http://schemas.openxmlformats.org/officeDocument/2006/relationships/slideLayout" Target="../slideLayouts/slideLayout119.xml"/><Relationship Id="rId2" Type="http://schemas.openxmlformats.org/officeDocument/2006/relationships/slideLayout" Target="../slideLayouts/slideLayout88.xml"/><Relationship Id="rId16" Type="http://schemas.openxmlformats.org/officeDocument/2006/relationships/slideLayout" Target="../slideLayouts/slideLayout102.xml"/><Relationship Id="rId20" Type="http://schemas.openxmlformats.org/officeDocument/2006/relationships/slideLayout" Target="../slideLayouts/slideLayout106.xml"/><Relationship Id="rId29" Type="http://schemas.openxmlformats.org/officeDocument/2006/relationships/slideLayout" Target="../slideLayouts/slideLayout115.xml"/><Relationship Id="rId1" Type="http://schemas.openxmlformats.org/officeDocument/2006/relationships/slideLayout" Target="../slideLayouts/slideLayout87.xml"/><Relationship Id="rId6" Type="http://schemas.openxmlformats.org/officeDocument/2006/relationships/slideLayout" Target="../slideLayouts/slideLayout92.xml"/><Relationship Id="rId11" Type="http://schemas.openxmlformats.org/officeDocument/2006/relationships/slideLayout" Target="../slideLayouts/slideLayout97.xml"/><Relationship Id="rId24" Type="http://schemas.openxmlformats.org/officeDocument/2006/relationships/slideLayout" Target="../slideLayouts/slideLayout110.xml"/><Relationship Id="rId32" Type="http://schemas.openxmlformats.org/officeDocument/2006/relationships/slideLayout" Target="../slideLayouts/slideLayout118.xml"/><Relationship Id="rId5" Type="http://schemas.openxmlformats.org/officeDocument/2006/relationships/slideLayout" Target="../slideLayouts/slideLayout91.xml"/><Relationship Id="rId15" Type="http://schemas.openxmlformats.org/officeDocument/2006/relationships/slideLayout" Target="../slideLayouts/slideLayout101.xml"/><Relationship Id="rId23" Type="http://schemas.openxmlformats.org/officeDocument/2006/relationships/slideLayout" Target="../slideLayouts/slideLayout109.xml"/><Relationship Id="rId28" Type="http://schemas.openxmlformats.org/officeDocument/2006/relationships/slideLayout" Target="../slideLayouts/slideLayout114.xml"/><Relationship Id="rId10" Type="http://schemas.openxmlformats.org/officeDocument/2006/relationships/slideLayout" Target="../slideLayouts/slideLayout96.xml"/><Relationship Id="rId19" Type="http://schemas.openxmlformats.org/officeDocument/2006/relationships/slideLayout" Target="../slideLayouts/slideLayout105.xml"/><Relationship Id="rId31" Type="http://schemas.openxmlformats.org/officeDocument/2006/relationships/slideLayout" Target="../slideLayouts/slideLayout117.xml"/><Relationship Id="rId4" Type="http://schemas.openxmlformats.org/officeDocument/2006/relationships/slideLayout" Target="../slideLayouts/slideLayout90.xml"/><Relationship Id="rId9" Type="http://schemas.openxmlformats.org/officeDocument/2006/relationships/slideLayout" Target="../slideLayouts/slideLayout95.xml"/><Relationship Id="rId14" Type="http://schemas.openxmlformats.org/officeDocument/2006/relationships/slideLayout" Target="../slideLayouts/slideLayout100.xml"/><Relationship Id="rId22" Type="http://schemas.openxmlformats.org/officeDocument/2006/relationships/slideLayout" Target="../slideLayouts/slideLayout108.xml"/><Relationship Id="rId27" Type="http://schemas.openxmlformats.org/officeDocument/2006/relationships/slideLayout" Target="../slideLayouts/slideLayout113.xml"/><Relationship Id="rId30" Type="http://schemas.openxmlformats.org/officeDocument/2006/relationships/slideLayout" Target="../slideLayouts/slideLayout116.xml"/><Relationship Id="rId35" Type="http://schemas.openxmlformats.org/officeDocument/2006/relationships/theme" Target="../theme/theme9.xml"/><Relationship Id="rId8" Type="http://schemas.openxmlformats.org/officeDocument/2006/relationships/slideLayout" Target="../slideLayouts/slideLayout94.xml"/></Relationships>
</file>

<file path=ppt/slideMasters/_rels/slideMaster10.xml.rels><?xml version="1.0" encoding="UTF-8" standalone="yes"?>
<Relationships xmlns="http://schemas.openxmlformats.org/package/2006/relationships"><Relationship Id="rId13" Type="http://schemas.openxmlformats.org/officeDocument/2006/relationships/slideLayout" Target="../slideLayouts/slideLayout133.xml"/><Relationship Id="rId18" Type="http://schemas.openxmlformats.org/officeDocument/2006/relationships/slideLayout" Target="../slideLayouts/slideLayout138.xml"/><Relationship Id="rId26" Type="http://schemas.openxmlformats.org/officeDocument/2006/relationships/slideLayout" Target="../slideLayouts/slideLayout146.xml"/><Relationship Id="rId3" Type="http://schemas.openxmlformats.org/officeDocument/2006/relationships/slideLayout" Target="../slideLayouts/slideLayout123.xml"/><Relationship Id="rId21" Type="http://schemas.openxmlformats.org/officeDocument/2006/relationships/slideLayout" Target="../slideLayouts/slideLayout141.xml"/><Relationship Id="rId7" Type="http://schemas.openxmlformats.org/officeDocument/2006/relationships/slideLayout" Target="../slideLayouts/slideLayout127.xml"/><Relationship Id="rId12" Type="http://schemas.openxmlformats.org/officeDocument/2006/relationships/slideLayout" Target="../slideLayouts/slideLayout132.xml"/><Relationship Id="rId17" Type="http://schemas.openxmlformats.org/officeDocument/2006/relationships/slideLayout" Target="../slideLayouts/slideLayout137.xml"/><Relationship Id="rId25" Type="http://schemas.openxmlformats.org/officeDocument/2006/relationships/slideLayout" Target="../slideLayouts/slideLayout145.xml"/><Relationship Id="rId33" Type="http://schemas.openxmlformats.org/officeDocument/2006/relationships/theme" Target="../theme/theme10.xml"/><Relationship Id="rId2" Type="http://schemas.openxmlformats.org/officeDocument/2006/relationships/slideLayout" Target="../slideLayouts/slideLayout122.xml"/><Relationship Id="rId16" Type="http://schemas.openxmlformats.org/officeDocument/2006/relationships/slideLayout" Target="../slideLayouts/slideLayout136.xml"/><Relationship Id="rId20" Type="http://schemas.openxmlformats.org/officeDocument/2006/relationships/slideLayout" Target="../slideLayouts/slideLayout140.xml"/><Relationship Id="rId29" Type="http://schemas.openxmlformats.org/officeDocument/2006/relationships/slideLayout" Target="../slideLayouts/slideLayout149.xml"/><Relationship Id="rId1" Type="http://schemas.openxmlformats.org/officeDocument/2006/relationships/slideLayout" Target="../slideLayouts/slideLayout121.xml"/><Relationship Id="rId6" Type="http://schemas.openxmlformats.org/officeDocument/2006/relationships/slideLayout" Target="../slideLayouts/slideLayout126.xml"/><Relationship Id="rId11" Type="http://schemas.openxmlformats.org/officeDocument/2006/relationships/slideLayout" Target="../slideLayouts/slideLayout131.xml"/><Relationship Id="rId24" Type="http://schemas.openxmlformats.org/officeDocument/2006/relationships/slideLayout" Target="../slideLayouts/slideLayout144.xml"/><Relationship Id="rId32" Type="http://schemas.openxmlformats.org/officeDocument/2006/relationships/slideLayout" Target="../slideLayouts/slideLayout152.xml"/><Relationship Id="rId5" Type="http://schemas.openxmlformats.org/officeDocument/2006/relationships/slideLayout" Target="../slideLayouts/slideLayout125.xml"/><Relationship Id="rId15" Type="http://schemas.openxmlformats.org/officeDocument/2006/relationships/slideLayout" Target="../slideLayouts/slideLayout135.xml"/><Relationship Id="rId23" Type="http://schemas.openxmlformats.org/officeDocument/2006/relationships/slideLayout" Target="../slideLayouts/slideLayout143.xml"/><Relationship Id="rId28" Type="http://schemas.openxmlformats.org/officeDocument/2006/relationships/slideLayout" Target="../slideLayouts/slideLayout148.xml"/><Relationship Id="rId10" Type="http://schemas.openxmlformats.org/officeDocument/2006/relationships/slideLayout" Target="../slideLayouts/slideLayout130.xml"/><Relationship Id="rId19" Type="http://schemas.openxmlformats.org/officeDocument/2006/relationships/slideLayout" Target="../slideLayouts/slideLayout139.xml"/><Relationship Id="rId31" Type="http://schemas.openxmlformats.org/officeDocument/2006/relationships/slideLayout" Target="../slideLayouts/slideLayout151.xml"/><Relationship Id="rId4" Type="http://schemas.openxmlformats.org/officeDocument/2006/relationships/slideLayout" Target="../slideLayouts/slideLayout124.xml"/><Relationship Id="rId9" Type="http://schemas.openxmlformats.org/officeDocument/2006/relationships/slideLayout" Target="../slideLayouts/slideLayout129.xml"/><Relationship Id="rId14" Type="http://schemas.openxmlformats.org/officeDocument/2006/relationships/slideLayout" Target="../slideLayouts/slideLayout134.xml"/><Relationship Id="rId22" Type="http://schemas.openxmlformats.org/officeDocument/2006/relationships/slideLayout" Target="../slideLayouts/slideLayout142.xml"/><Relationship Id="rId27" Type="http://schemas.openxmlformats.org/officeDocument/2006/relationships/slideLayout" Target="../slideLayouts/slideLayout147.xml"/><Relationship Id="rId30" Type="http://schemas.openxmlformats.org/officeDocument/2006/relationships/slideLayout" Target="../slideLayouts/slideLayout150.xml"/><Relationship Id="rId8" Type="http://schemas.openxmlformats.org/officeDocument/2006/relationships/slideLayout" Target="../slideLayouts/slideLayout12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CED78ED9-C903-F04F-AC60-C1FB157222EC}"/>
              </a:ext>
            </a:extLst>
          </p:cNvPr>
          <p:cNvSpPr>
            <a:spLocks noGrp="1"/>
          </p:cNvSpPr>
          <p:nvPr>
            <p:ph type="ftr" sz="quarter" idx="3"/>
          </p:nvPr>
        </p:nvSpPr>
        <p:spPr>
          <a:xfrm>
            <a:off x="85293" y="6583702"/>
            <a:ext cx="10072498" cy="274298"/>
          </a:xfrm>
          <a:prstGeom prst="rect">
            <a:avLst/>
          </a:prstGeom>
        </p:spPr>
        <p:txBody>
          <a:bodyPr vert="horz" lIns="91440" tIns="45720" rIns="91440" bIns="45720" rtlCol="0" anchor="t" anchorCtr="0"/>
          <a:lstStyle>
            <a:lvl1pPr algn="l">
              <a:defRPr sz="600">
                <a:solidFill>
                  <a:schemeClr val="tx1"/>
                </a:solidFill>
              </a:defRPr>
            </a:lvl1pPr>
          </a:lstStyle>
          <a:p>
            <a:r>
              <a:rPr lang="en-US">
                <a:cs typeface="DIN-Light"/>
              </a:rPr>
              <a:t>CS Agentic Development</a:t>
            </a:r>
            <a:endParaRPr lang="en-US"/>
          </a:p>
        </p:txBody>
      </p:sp>
      <p:sp>
        <p:nvSpPr>
          <p:cNvPr id="3" name="Presenters"/>
          <p:cNvSpPr>
            <a:spLocks noGrp="1"/>
          </p:cNvSpPr>
          <p:nvPr>
            <p:ph type="body" idx="1"/>
          </p:nvPr>
        </p:nvSpPr>
        <p:spPr>
          <a:xfrm>
            <a:off x="647700" y="3811347"/>
            <a:ext cx="3581400" cy="333933"/>
          </a:xfrm>
          <a:prstGeom prst="rect">
            <a:avLst/>
          </a:prstGeom>
        </p:spPr>
        <p:txBody>
          <a:bodyPr vert="horz" lIns="0" tIns="0" rIns="0" bIns="0" rtlCol="0">
            <a:noAutofit/>
          </a:bodyPr>
          <a:lstStyle/>
          <a:p>
            <a:pPr lvl="0"/>
            <a:r>
              <a:rPr lang="en-US"/>
              <a:t>Edit Master text styles</a:t>
            </a:r>
          </a:p>
        </p:txBody>
      </p:sp>
      <p:sp>
        <p:nvSpPr>
          <p:cNvPr id="2" name="Title"/>
          <p:cNvSpPr>
            <a:spLocks noGrp="1"/>
          </p:cNvSpPr>
          <p:nvPr>
            <p:ph type="title"/>
          </p:nvPr>
        </p:nvSpPr>
        <p:spPr>
          <a:xfrm>
            <a:off x="647700" y="2743200"/>
            <a:ext cx="10896600" cy="701842"/>
          </a:xfrm>
          <a:prstGeom prst="rect">
            <a:avLst/>
          </a:prstGeom>
        </p:spPr>
        <p:txBody>
          <a:bodyPr vert="horz" lIns="0" tIns="0" rIns="0" bIns="0" rtlCol="0" anchor="b" anchorCtr="0">
            <a:noAutofit/>
          </a:bodyPr>
          <a:lstStyle/>
          <a:p>
            <a:r>
              <a:rPr lang="en-US"/>
              <a:t>Click to edit Master title style</a:t>
            </a:r>
          </a:p>
        </p:txBody>
      </p:sp>
      <p:sp>
        <p:nvSpPr>
          <p:cNvPr id="9" name="Copyright"/>
          <p:cNvSpPr txBox="1">
            <a:spLocks noChangeArrowheads="1"/>
          </p:cNvSpPr>
          <p:nvPr userDrawn="1"/>
        </p:nvSpPr>
        <p:spPr bwMode="auto">
          <a:xfrm>
            <a:off x="4963949" y="6956980"/>
            <a:ext cx="2264102" cy="92333"/>
          </a:xfrm>
          <a:prstGeom prst="rect">
            <a:avLst/>
          </a:prstGeom>
          <a:solidFill>
            <a:srgbClr val="E6E6E6"/>
          </a:solid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spAutoFit/>
          </a:bodyPr>
          <a:lstStyle>
            <a:lvl1pPr marL="230188" indent="-230188">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20000"/>
              </a:spcBef>
              <a:spcAft>
                <a:spcPct val="0"/>
              </a:spcAft>
              <a:buClr>
                <a:schemeClr val="tx1"/>
              </a:buClr>
              <a:buSzPct val="110000"/>
              <a:defRPr sz="2400">
                <a:solidFill>
                  <a:schemeClr val="tx1"/>
                </a:solidFill>
                <a:latin typeface="Arial" charset="0"/>
                <a:ea typeface="ＭＳ Ｐゴシック" charset="0"/>
              </a:defRPr>
            </a:lvl6pPr>
            <a:lvl7pPr marL="2971800" indent="-228600" eaLnBrk="0" fontAlgn="base" hangingPunct="0">
              <a:spcBef>
                <a:spcPct val="20000"/>
              </a:spcBef>
              <a:spcAft>
                <a:spcPct val="0"/>
              </a:spcAft>
              <a:buClr>
                <a:schemeClr val="tx1"/>
              </a:buClr>
              <a:buSzPct val="110000"/>
              <a:defRPr sz="2400">
                <a:solidFill>
                  <a:schemeClr val="tx1"/>
                </a:solidFill>
                <a:latin typeface="Arial" charset="0"/>
                <a:ea typeface="ＭＳ Ｐゴシック" charset="0"/>
              </a:defRPr>
            </a:lvl7pPr>
            <a:lvl8pPr marL="3429000" indent="-228600" eaLnBrk="0" fontAlgn="base" hangingPunct="0">
              <a:spcBef>
                <a:spcPct val="20000"/>
              </a:spcBef>
              <a:spcAft>
                <a:spcPct val="0"/>
              </a:spcAft>
              <a:buClr>
                <a:schemeClr val="tx1"/>
              </a:buClr>
              <a:buSzPct val="110000"/>
              <a:defRPr sz="2400">
                <a:solidFill>
                  <a:schemeClr val="tx1"/>
                </a:solidFill>
                <a:latin typeface="Arial" charset="0"/>
                <a:ea typeface="ＭＳ Ｐゴシック" charset="0"/>
              </a:defRPr>
            </a:lvl8pPr>
            <a:lvl9pPr marL="3886200" indent="-228600" eaLnBrk="0" fontAlgn="base" hangingPunct="0">
              <a:spcBef>
                <a:spcPct val="20000"/>
              </a:spcBef>
              <a:spcAft>
                <a:spcPct val="0"/>
              </a:spcAft>
              <a:buClr>
                <a:schemeClr val="tx1"/>
              </a:buClr>
              <a:buSzPct val="110000"/>
              <a:defRPr sz="2400">
                <a:solidFill>
                  <a:schemeClr val="tx1"/>
                </a:solidFill>
                <a:latin typeface="Arial" charset="0"/>
                <a:ea typeface="ＭＳ Ｐゴシック" charset="0"/>
              </a:defRPr>
            </a:lvl9pPr>
          </a:lstStyle>
          <a:p>
            <a:pPr marL="0" indent="0" algn="ctr"/>
            <a:endParaRPr lang="en-US" sz="600">
              <a:solidFill>
                <a:schemeClr val="bg1"/>
              </a:solidFill>
            </a:endParaRPr>
          </a:p>
        </p:txBody>
      </p:sp>
    </p:spTree>
    <p:extLst>
      <p:ext uri="{BB962C8B-B14F-4D97-AF65-F5344CB8AC3E}">
        <p14:creationId xmlns:p14="http://schemas.microsoft.com/office/powerpoint/2010/main" val="1815982091"/>
      </p:ext>
    </p:extLst>
  </p:cSld>
  <p:clrMap bg1="lt1" tx1="dk1" bg2="lt2" tx2="dk2" accent1="accent1" accent2="accent2" accent3="accent3" accent4="accent4" accent5="accent5" accent6="accent6" hlink="hlink" folHlink="folHlink"/>
  <p:sldLayoutIdLst>
    <p:sldLayoutId id="2147483683" r:id="rId1"/>
    <p:sldLayoutId id="2147483682" r:id="rId2"/>
    <p:sldLayoutId id="2147483675" r:id="rId3"/>
    <p:sldLayoutId id="2147483684" r:id="rId4"/>
    <p:sldLayoutId id="2147483693" r:id="rId5"/>
    <p:sldLayoutId id="2147483685" r:id="rId6"/>
    <p:sldLayoutId id="2147483694" r:id="rId7"/>
  </p:sldLayoutIdLst>
  <p:hf sldNum="0" hdr="0" dt="0"/>
  <p:txStyles>
    <p:titleStyle>
      <a:lvl1pPr algn="l" defTabSz="914400" rtl="0" eaLnBrk="1" latinLnBrk="0" hangingPunct="1">
        <a:lnSpc>
          <a:spcPct val="90000"/>
        </a:lnSpc>
        <a:spcBef>
          <a:spcPct val="0"/>
        </a:spcBef>
        <a:buNone/>
        <a:defRPr sz="4000" b="0" kern="1200" cap="all" spc="300" baseline="0">
          <a:solidFill>
            <a:schemeClr val="tx1"/>
          </a:solidFill>
          <a:latin typeface="+mj-lt"/>
          <a:ea typeface="+mj-ea"/>
          <a:cs typeface="+mj-cs"/>
        </a:defRPr>
      </a:lvl1pPr>
    </p:titleStyle>
    <p:bodyStyle>
      <a:lvl1pPr marL="0" indent="0" algn="l" defTabSz="0" rtl="0" eaLnBrk="1" latinLnBrk="0" hangingPunct="1">
        <a:lnSpc>
          <a:spcPct val="90000"/>
        </a:lnSpc>
        <a:spcBef>
          <a:spcPts val="0"/>
        </a:spcBef>
        <a:buSzPct val="115000"/>
        <a:buFont typeface="Arial" panose="020B0604020202020204" pitchFamily="34" charset="0"/>
        <a:buNone/>
        <a:defRPr sz="2000" b="1" kern="1200">
          <a:solidFill>
            <a:schemeClr val="tx1"/>
          </a:solidFill>
          <a:latin typeface="+mn-lt"/>
          <a:ea typeface="+mn-ea"/>
          <a:cs typeface="+mn-cs"/>
        </a:defRPr>
      </a:lvl1pPr>
      <a:lvl2pPr marL="365760" indent="-182880" algn="l" defTabSz="914400" rtl="0" eaLnBrk="1" latinLnBrk="0" hangingPunct="1">
        <a:lnSpc>
          <a:spcPct val="90000"/>
        </a:lnSpc>
        <a:spcBef>
          <a:spcPts val="500"/>
        </a:spcBef>
        <a:buSzPct val="100000"/>
        <a:buFont typeface="Arial" panose="020B0604020202020204" pitchFamily="34" charset="0"/>
        <a:buChar char="–"/>
        <a:defRPr sz="2000" b="1" kern="1200">
          <a:solidFill>
            <a:schemeClr val="tx1"/>
          </a:solidFill>
          <a:latin typeface="+mn-lt"/>
          <a:ea typeface="+mn-ea"/>
          <a:cs typeface="+mn-cs"/>
        </a:defRPr>
      </a:lvl2pPr>
      <a:lvl3pPr marL="548640" indent="-182880" algn="l" defTabSz="914400" rtl="0" eaLnBrk="1" latinLnBrk="0" hangingPunct="1">
        <a:lnSpc>
          <a:spcPct val="90000"/>
        </a:lnSpc>
        <a:spcBef>
          <a:spcPts val="500"/>
        </a:spcBef>
        <a:buSzPct val="115000"/>
        <a:buFont typeface="Arial" panose="020B0604020202020204" pitchFamily="34" charset="0"/>
        <a:buChar char="•"/>
        <a:defRPr sz="2000" b="1" kern="1200">
          <a:solidFill>
            <a:schemeClr val="tx1"/>
          </a:solidFill>
          <a:latin typeface="+mn-lt"/>
          <a:ea typeface="+mn-ea"/>
          <a:cs typeface="+mn-cs"/>
        </a:defRPr>
      </a:lvl3pPr>
      <a:lvl4pPr marL="731520" indent="-182880" algn="l" defTabSz="914400" rtl="0" eaLnBrk="1" latinLnBrk="0" hangingPunct="1">
        <a:lnSpc>
          <a:spcPct val="90000"/>
        </a:lnSpc>
        <a:spcBef>
          <a:spcPts val="500"/>
        </a:spcBef>
        <a:buSzPct val="100000"/>
        <a:buFont typeface="Arial" panose="020B0604020202020204" pitchFamily="34" charset="0"/>
        <a:buChar char="–"/>
        <a:defRPr sz="2000" b="1" kern="1200">
          <a:solidFill>
            <a:schemeClr val="tx1"/>
          </a:solidFill>
          <a:latin typeface="+mn-lt"/>
          <a:ea typeface="+mn-ea"/>
          <a:cs typeface="+mn-cs"/>
        </a:defRPr>
      </a:lvl4pPr>
      <a:lvl5pPr marL="914400" indent="-182880" algn="l" defTabSz="914400" rtl="0" eaLnBrk="1" latinLnBrk="0" hangingPunct="1">
        <a:lnSpc>
          <a:spcPct val="90000"/>
        </a:lnSpc>
        <a:spcBef>
          <a:spcPts val="500"/>
        </a:spcBef>
        <a:buSzPct val="115000"/>
        <a:buFont typeface="Arial" panose="020B0604020202020204" pitchFamily="34" charset="0"/>
        <a:buChar char="•"/>
        <a:defRPr sz="2000" b="1"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432" userDrawn="1">
          <p15:clr>
            <a:srgbClr val="A4A3A4"/>
          </p15:clr>
        </p15:guide>
        <p15:guide id="3" pos="7248" userDrawn="1">
          <p15:clr>
            <a:srgbClr val="A4A3A4"/>
          </p15:clr>
        </p15:guide>
        <p15:guide id="5" pos="1416" userDrawn="1">
          <p15:clr>
            <a:srgbClr val="A4A3A4"/>
          </p15:clr>
        </p15:guide>
        <p15:guide id="6" pos="1608" userDrawn="1">
          <p15:clr>
            <a:srgbClr val="A4A3A4"/>
          </p15:clr>
        </p15:guide>
        <p15:guide id="7" pos="2592" userDrawn="1">
          <p15:clr>
            <a:srgbClr val="A4A3A4"/>
          </p15:clr>
        </p15:guide>
        <p15:guide id="8" pos="2760" userDrawn="1">
          <p15:clr>
            <a:srgbClr val="A4A3A4"/>
          </p15:clr>
        </p15:guide>
        <p15:guide id="9" pos="3744" userDrawn="1">
          <p15:clr>
            <a:srgbClr val="A4A3A4"/>
          </p15:clr>
        </p15:guide>
        <p15:guide id="10" pos="3936" userDrawn="1">
          <p15:clr>
            <a:srgbClr val="A4A3A4"/>
          </p15:clr>
        </p15:guide>
        <p15:guide id="11" pos="4920" userDrawn="1">
          <p15:clr>
            <a:srgbClr val="A4A3A4"/>
          </p15:clr>
        </p15:guide>
        <p15:guide id="12" pos="5088" userDrawn="1">
          <p15:clr>
            <a:srgbClr val="A4A3A4"/>
          </p15:clr>
        </p15:guide>
        <p15:guide id="13" pos="6072" userDrawn="1">
          <p15:clr>
            <a:srgbClr val="A4A3A4"/>
          </p15:clr>
        </p15:guide>
        <p15:guide id="14" pos="6264" userDrawn="1">
          <p15:clr>
            <a:srgbClr val="A4A3A4"/>
          </p15:clr>
        </p15:guide>
        <p15:guide id="15" orient="horz" pos="3888" userDrawn="1">
          <p15:clr>
            <a:srgbClr val="547EBF"/>
          </p15:clr>
        </p15:guide>
        <p15:guide id="16" orient="horz" pos="1296" userDrawn="1">
          <p15:clr>
            <a:srgbClr val="547EBF"/>
          </p15:clr>
        </p15:guide>
        <p15:guide id="17" orient="horz" pos="2592" userDrawn="1">
          <p15:clr>
            <a:srgbClr val="547EBF"/>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4" name="Graphic 3">
            <a:extLst>
              <a:ext uri="{FF2B5EF4-FFF2-40B4-BE49-F238E27FC236}">
                <a16:creationId xmlns:a16="http://schemas.microsoft.com/office/drawing/2014/main" id="{78B6C8E1-5162-A049-A9C3-1F56E4D8CBFF}"/>
              </a:ext>
            </a:extLst>
          </p:cNvPr>
          <p:cNvPicPr>
            <a:picLocks noChangeAspect="1"/>
          </p:cNvPicPr>
          <p:nvPr userDrawn="1"/>
        </p:nvPicPr>
        <p:blipFill>
          <a:blip>
            <a:extLst>
              <a:ext uri="{96DAC541-7B7A-43D3-8B79-37D633B846F1}">
                <asvg:svgBlip xmlns:asvg="http://schemas.microsoft.com/office/drawing/2016/SVG/main" r:embed="rId10"/>
              </a:ext>
            </a:extLst>
          </a:blip>
          <a:stretch>
            <a:fillRect/>
          </a:stretch>
        </p:blipFill>
        <p:spPr>
          <a:xfrm>
            <a:off x="439469" y="6282751"/>
            <a:ext cx="1307035" cy="216396"/>
          </a:xfrm>
          <a:prstGeom prst="rect">
            <a:avLst/>
          </a:prstGeom>
        </p:spPr>
      </p:pic>
      <p:sp>
        <p:nvSpPr>
          <p:cNvPr id="6" name="Slide number"/>
          <p:cNvSpPr>
            <a:spLocks noGrp="1"/>
          </p:cNvSpPr>
          <p:nvPr>
            <p:ph type="sldNum" sz="quarter" idx="4"/>
          </p:nvPr>
        </p:nvSpPr>
        <p:spPr>
          <a:xfrm>
            <a:off x="10983397" y="6380414"/>
            <a:ext cx="531946" cy="365125"/>
          </a:xfrm>
          <a:prstGeom prst="rect">
            <a:avLst/>
          </a:prstGeom>
        </p:spPr>
        <p:txBody>
          <a:bodyPr vert="horz" lIns="0" tIns="0" rIns="0" bIns="0" rtlCol="0" anchor="t" anchorCtr="0"/>
          <a:lstStyle>
            <a:lvl1pPr algn="r">
              <a:defRPr lang="en-US" sz="1200" kern="1200" smtClean="0">
                <a:solidFill>
                  <a:schemeClr val="tx1">
                    <a:tint val="75000"/>
                  </a:schemeClr>
                </a:solidFill>
                <a:latin typeface="+mn-lt"/>
                <a:ea typeface="+mn-ea"/>
                <a:cs typeface="+mn-cs"/>
              </a:defRPr>
            </a:lvl1pPr>
          </a:lstStyle>
          <a:p>
            <a:fld id="{07165E6F-54ED-4977-A15E-D44BE7238A65}" type="slidenum">
              <a:rPr lang="en-US" smtClean="0"/>
              <a:pPr/>
              <a:t>‹#›</a:t>
            </a:fld>
            <a:endParaRPr lang="en-US"/>
          </a:p>
        </p:txBody>
      </p:sp>
      <p:sp>
        <p:nvSpPr>
          <p:cNvPr id="3" name="Body"/>
          <p:cNvSpPr>
            <a:spLocks noGrp="1"/>
          </p:cNvSpPr>
          <p:nvPr>
            <p:ph type="body" idx="1"/>
          </p:nvPr>
        </p:nvSpPr>
        <p:spPr>
          <a:xfrm>
            <a:off x="685800" y="1465711"/>
            <a:ext cx="10821419" cy="4229100"/>
          </a:xfrm>
          <a:prstGeom prst="rect">
            <a:avLst/>
          </a:prstGeom>
        </p:spPr>
        <p:txBody>
          <a:bodyPr vert="horz" lIns="0" tIns="0" rIns="0" bIns="0" rtlCol="0">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itle Placeholder 14"/>
          <p:cNvSpPr>
            <a:spLocks noGrp="1"/>
          </p:cNvSpPr>
          <p:nvPr>
            <p:ph type="title"/>
          </p:nvPr>
        </p:nvSpPr>
        <p:spPr>
          <a:xfrm>
            <a:off x="694944" y="492841"/>
            <a:ext cx="10811256" cy="679745"/>
          </a:xfrm>
          <a:prstGeom prst="rect">
            <a:avLst/>
          </a:prstGeom>
        </p:spPr>
        <p:txBody>
          <a:bodyPr vert="horz" lIns="0" tIns="0" rIns="0" bIns="0" rtlCol="0" anchor="t" anchorCtr="0">
            <a:noAutofit/>
          </a:bodyPr>
          <a:lstStyle/>
          <a:p>
            <a:r>
              <a:rPr lang="en-US"/>
              <a:t>CLICK TO EDIT MASTER TITLE STYLE</a:t>
            </a:r>
          </a:p>
        </p:txBody>
      </p:sp>
      <p:cxnSp>
        <p:nvCxnSpPr>
          <p:cNvPr id="8" name="Straight Connector 7">
            <a:extLst>
              <a:ext uri="{FF2B5EF4-FFF2-40B4-BE49-F238E27FC236}">
                <a16:creationId xmlns:a16="http://schemas.microsoft.com/office/drawing/2014/main" id="{B76676FC-D680-2646-8177-363F9684694B}"/>
              </a:ext>
            </a:extLst>
          </p:cNvPr>
          <p:cNvCxnSpPr>
            <a:cxnSpLocks/>
          </p:cNvCxnSpPr>
          <p:nvPr userDrawn="1"/>
        </p:nvCxnSpPr>
        <p:spPr>
          <a:xfrm>
            <a:off x="752528" y="275372"/>
            <a:ext cx="11436297" cy="0"/>
          </a:xfrm>
          <a:prstGeom prst="line">
            <a:avLst/>
          </a:prstGeom>
          <a:ln w="19050" cap="sq">
            <a:solidFill>
              <a:srgbClr val="CE1126"/>
            </a:solidFill>
            <a:headEnd type="oval" w="sm" len="sm"/>
          </a:ln>
          <a:effectLst/>
        </p:spPr>
        <p:style>
          <a:lnRef idx="2">
            <a:schemeClr val="accent1"/>
          </a:lnRef>
          <a:fillRef idx="0">
            <a:schemeClr val="accent1"/>
          </a:fillRef>
          <a:effectRef idx="1">
            <a:schemeClr val="accent1"/>
          </a:effectRef>
          <a:fontRef idx="minor">
            <a:schemeClr val="tx1"/>
          </a:fontRef>
        </p:style>
      </p:cxnSp>
      <p:sp>
        <p:nvSpPr>
          <p:cNvPr id="11" name="Footer Placeholder 3">
            <a:extLst>
              <a:ext uri="{FF2B5EF4-FFF2-40B4-BE49-F238E27FC236}">
                <a16:creationId xmlns:a16="http://schemas.microsoft.com/office/drawing/2014/main" id="{3BE96872-F016-3945-917E-2289792C5C73}"/>
              </a:ext>
            </a:extLst>
          </p:cNvPr>
          <p:cNvSpPr>
            <a:spLocks noGrp="1"/>
          </p:cNvSpPr>
          <p:nvPr>
            <p:ph type="ftr" sz="quarter" idx="3"/>
          </p:nvPr>
        </p:nvSpPr>
        <p:spPr>
          <a:xfrm>
            <a:off x="85293" y="6583702"/>
            <a:ext cx="10072498" cy="274298"/>
          </a:xfrm>
          <a:prstGeom prst="rect">
            <a:avLst/>
          </a:prstGeom>
        </p:spPr>
        <p:txBody>
          <a:bodyPr vert="horz" lIns="91440" tIns="45720" rIns="91440" bIns="45720" rtlCol="0" anchor="t" anchorCtr="0"/>
          <a:lstStyle>
            <a:lvl1pPr algn="l">
              <a:defRPr sz="600">
                <a:solidFill>
                  <a:schemeClr val="tx1"/>
                </a:solidFill>
              </a:defRPr>
            </a:lvl1pPr>
          </a:lstStyle>
          <a:p>
            <a:r>
              <a:rPr lang="en-US">
                <a:cs typeface="DIN-Light"/>
              </a:rPr>
              <a:t>CS Agentic Development</a:t>
            </a:r>
            <a:endParaRPr lang="en-US"/>
          </a:p>
        </p:txBody>
      </p:sp>
    </p:spTree>
    <p:extLst>
      <p:ext uri="{BB962C8B-B14F-4D97-AF65-F5344CB8AC3E}">
        <p14:creationId xmlns:p14="http://schemas.microsoft.com/office/powerpoint/2010/main" val="4080327739"/>
      </p:ext>
    </p:extLst>
  </p:cSld>
  <p:clrMap bg1="lt1" tx1="dk1" bg2="lt2" tx2="dk2" accent1="accent1" accent2="accent2" accent3="accent3" accent4="accent4" accent5="accent5" accent6="accent6" hlink="hlink" folHlink="folHlink"/>
  <p:sldLayoutIdLst>
    <p:sldLayoutId id="2147483691" r:id="rId1"/>
    <p:sldLayoutId id="2147483669" r:id="rId2"/>
    <p:sldLayoutId id="2147483650" r:id="rId3"/>
    <p:sldLayoutId id="2147483664" r:id="rId4"/>
    <p:sldLayoutId id="2147483665" r:id="rId5"/>
    <p:sldLayoutId id="2147483678" r:id="rId6"/>
    <p:sldLayoutId id="2147483666" r:id="rId7"/>
    <p:sldLayoutId id="2147483753" r:id="rId8"/>
  </p:sldLayoutIdLst>
  <p:hf sldNum="0" hdr="0" dt="0"/>
  <p:txStyles>
    <p:titleStyle>
      <a:lvl1pPr marL="0" algn="l" defTabSz="914400" rtl="0" eaLnBrk="1" latinLnBrk="0" hangingPunct="1">
        <a:lnSpc>
          <a:spcPct val="80000"/>
        </a:lnSpc>
        <a:spcBef>
          <a:spcPct val="0"/>
        </a:spcBef>
        <a:buNone/>
        <a:defRPr lang="en-US" sz="3200" b="0" kern="1200" cap="all" spc="300" baseline="0" dirty="0">
          <a:solidFill>
            <a:schemeClr val="tx1"/>
          </a:solidFill>
          <a:latin typeface="Arial" panose="020B0604020202020204" pitchFamily="34" charset="0"/>
          <a:ea typeface="+mj-ea"/>
          <a:cs typeface="Arial" panose="020B0604020202020204" pitchFamily="34" charset="0"/>
        </a:defRPr>
      </a:lvl1pPr>
    </p:titleStyle>
    <p:bodyStyle>
      <a:lvl1pPr marL="219456" indent="-219456" algn="l" defTabSz="914400" rtl="0" eaLnBrk="1" latinLnBrk="0" hangingPunct="1">
        <a:lnSpc>
          <a:spcPct val="100000"/>
        </a:lnSpc>
        <a:spcBef>
          <a:spcPts val="0"/>
        </a:spcBef>
        <a:spcAft>
          <a:spcPts val="600"/>
        </a:spcAft>
        <a:buClr>
          <a:schemeClr val="tx2"/>
        </a:buClr>
        <a:buSzPct val="75000"/>
        <a:buFont typeface="Arial" panose="020B0604020202020204" pitchFamily="34" charset="0"/>
        <a:buChar char="•"/>
        <a:defRPr sz="2200" kern="1200" baseline="0">
          <a:solidFill>
            <a:schemeClr val="tx1"/>
          </a:solidFill>
          <a:latin typeface="Arial" panose="020B0604020202020204" pitchFamily="34" charset="0"/>
          <a:ea typeface="+mn-ea"/>
          <a:cs typeface="+mn-cs"/>
        </a:defRPr>
      </a:lvl1pPr>
      <a:lvl2pPr marL="438912" indent="-219456" algn="l" defTabSz="914400" rtl="0" eaLnBrk="1" latinLnBrk="0" hangingPunct="1">
        <a:lnSpc>
          <a:spcPct val="100000"/>
        </a:lnSpc>
        <a:spcBef>
          <a:spcPts val="0"/>
        </a:spcBef>
        <a:spcAft>
          <a:spcPts val="600"/>
        </a:spcAft>
        <a:buSzPct val="100000"/>
        <a:buFont typeface="Arial" panose="020B0604020202020204" pitchFamily="34" charset="0"/>
        <a:buChar char="–"/>
        <a:defRPr sz="2000" kern="1200">
          <a:solidFill>
            <a:schemeClr val="tx1"/>
          </a:solidFill>
          <a:latin typeface="+mn-lt"/>
          <a:ea typeface="+mn-ea"/>
          <a:cs typeface="+mn-cs"/>
        </a:defRPr>
      </a:lvl2pPr>
      <a:lvl3pPr marL="621792" indent="-219456" algn="l" defTabSz="914400" rtl="0" eaLnBrk="1" latinLnBrk="0" hangingPunct="1">
        <a:lnSpc>
          <a:spcPct val="100000"/>
        </a:lnSpc>
        <a:spcBef>
          <a:spcPts val="0"/>
        </a:spcBef>
        <a:spcAft>
          <a:spcPts val="600"/>
        </a:spcAft>
        <a:buClr>
          <a:schemeClr val="tx2"/>
        </a:buClr>
        <a:buSzPct val="75000"/>
        <a:buFont typeface="Arial" panose="020B0604020202020204" pitchFamily="34" charset="0"/>
        <a:buChar char="•"/>
        <a:defRPr sz="1800" kern="1200">
          <a:solidFill>
            <a:schemeClr val="tx1"/>
          </a:solidFill>
          <a:latin typeface="+mn-lt"/>
          <a:ea typeface="+mn-ea"/>
          <a:cs typeface="+mn-cs"/>
        </a:defRPr>
      </a:lvl3pPr>
      <a:lvl4pPr marL="841248" indent="-219456" algn="l" defTabSz="914400" rtl="0" eaLnBrk="1" latinLnBrk="0" hangingPunct="1">
        <a:lnSpc>
          <a:spcPct val="100000"/>
        </a:lnSpc>
        <a:spcBef>
          <a:spcPts val="0"/>
        </a:spcBef>
        <a:spcAft>
          <a:spcPts val="600"/>
        </a:spcAft>
        <a:buSzPct val="100000"/>
        <a:buFont typeface="Arial" panose="020B0604020202020204" pitchFamily="34" charset="0"/>
        <a:buChar char="–"/>
        <a:defRPr sz="1600" kern="1200">
          <a:solidFill>
            <a:schemeClr val="tx1"/>
          </a:solidFill>
          <a:latin typeface="+mn-lt"/>
          <a:ea typeface="+mn-ea"/>
          <a:cs typeface="+mn-cs"/>
        </a:defRPr>
      </a:lvl4pPr>
      <a:lvl5pPr marL="1060704" indent="-219456" algn="l" defTabSz="914400" rtl="0" eaLnBrk="1" latinLnBrk="0" hangingPunct="1">
        <a:lnSpc>
          <a:spcPct val="100000"/>
        </a:lnSpc>
        <a:spcBef>
          <a:spcPts val="0"/>
        </a:spcBef>
        <a:spcAft>
          <a:spcPts val="600"/>
        </a:spcAft>
        <a:buClr>
          <a:schemeClr val="tx2"/>
        </a:buClr>
        <a:buSzPct val="7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7248" userDrawn="1">
          <p15:clr>
            <a:srgbClr val="547EBF"/>
          </p15:clr>
        </p15:guide>
        <p15:guide id="3" pos="432" userDrawn="1">
          <p15:clr>
            <a:srgbClr val="547EBF"/>
          </p15:clr>
        </p15:guide>
        <p15:guide id="4" orient="horz" pos="3888" userDrawn="1">
          <p15:clr>
            <a:srgbClr val="547EBF"/>
          </p15:clr>
        </p15:guide>
        <p15:guide id="5" orient="horz" pos="288" userDrawn="1">
          <p15:clr>
            <a:srgbClr val="547EBF"/>
          </p15:clr>
        </p15:guide>
        <p15:guide id="6" pos="1416" userDrawn="1">
          <p15:clr>
            <a:srgbClr val="A4A3A4"/>
          </p15:clr>
        </p15:guide>
        <p15:guide id="7" pos="1608" userDrawn="1">
          <p15:clr>
            <a:srgbClr val="A4A3A4"/>
          </p15:clr>
        </p15:guide>
        <p15:guide id="8" pos="3744" userDrawn="1">
          <p15:clr>
            <a:srgbClr val="A4A3A4"/>
          </p15:clr>
        </p15:guide>
        <p15:guide id="9" pos="3936" userDrawn="1">
          <p15:clr>
            <a:srgbClr val="A4A3A4"/>
          </p15:clr>
        </p15:guide>
        <p15:guide id="10" pos="4920" userDrawn="1">
          <p15:clr>
            <a:srgbClr val="A4A3A4"/>
          </p15:clr>
        </p15:guide>
        <p15:guide id="11" pos="5088" userDrawn="1">
          <p15:clr>
            <a:srgbClr val="A4A3A4"/>
          </p15:clr>
        </p15:guide>
        <p15:guide id="12" pos="6072" userDrawn="1">
          <p15:clr>
            <a:srgbClr val="A4A3A4"/>
          </p15:clr>
        </p15:guide>
        <p15:guide id="13" pos="6264" userDrawn="1">
          <p15:clr>
            <a:srgbClr val="A4A3A4"/>
          </p15:clr>
        </p15:guide>
        <p15:guide id="14" pos="2592" userDrawn="1">
          <p15:clr>
            <a:srgbClr val="A4A3A4"/>
          </p15:clr>
        </p15:guide>
        <p15:guide id="15" pos="2760" userDrawn="1">
          <p15:clr>
            <a:srgbClr val="A4A3A4"/>
          </p15:clr>
        </p15:guide>
        <p15:guide id="16" orient="horz" pos="720" userDrawn="1">
          <p15:clr>
            <a:srgbClr val="547EBF"/>
          </p15:clr>
        </p15:guide>
        <p15:guide id="17" orient="horz" pos="480" userDrawn="1">
          <p15:clr>
            <a:srgbClr val="547EBF"/>
          </p15:clr>
        </p15:guide>
        <p15:guide id="18" orient="horz" pos="984" userDrawn="1">
          <p15:clr>
            <a:srgbClr val="F26B43"/>
          </p15:clr>
        </p15:guide>
        <p15:guide id="19" orient="horz" pos="3648" userDrawn="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Presenters"/>
          <p:cNvSpPr>
            <a:spLocks noGrp="1"/>
          </p:cNvSpPr>
          <p:nvPr>
            <p:ph type="body" idx="1"/>
          </p:nvPr>
        </p:nvSpPr>
        <p:spPr>
          <a:xfrm>
            <a:off x="685800" y="3900728"/>
            <a:ext cx="3581400" cy="333933"/>
          </a:xfrm>
          <a:prstGeom prst="rect">
            <a:avLst/>
          </a:prstGeom>
        </p:spPr>
        <p:txBody>
          <a:bodyPr vert="horz" lIns="0" tIns="0" rIns="0" bIns="0" rtlCol="0">
            <a:noAutofit/>
          </a:bodyPr>
          <a:lstStyle/>
          <a:p>
            <a:pPr lvl="0"/>
            <a:r>
              <a:rPr lang="en-US"/>
              <a:t>Edit Master text styles</a:t>
            </a:r>
          </a:p>
        </p:txBody>
      </p:sp>
      <p:sp>
        <p:nvSpPr>
          <p:cNvPr id="2" name="Title"/>
          <p:cNvSpPr>
            <a:spLocks noGrp="1"/>
          </p:cNvSpPr>
          <p:nvPr>
            <p:ph type="title"/>
          </p:nvPr>
        </p:nvSpPr>
        <p:spPr>
          <a:xfrm>
            <a:off x="685800" y="1874225"/>
            <a:ext cx="10820400" cy="1661993"/>
          </a:xfrm>
          <a:prstGeom prst="rect">
            <a:avLst/>
          </a:prstGeom>
        </p:spPr>
        <p:txBody>
          <a:bodyPr vert="horz" lIns="0" tIns="0" rIns="0" bIns="0" rtlCol="0" anchor="b" anchorCtr="0">
            <a:noAutofit/>
          </a:bodyPr>
          <a:lstStyle/>
          <a:p>
            <a:r>
              <a:rPr lang="en-US"/>
              <a:t>CLICK TO EDIT MASTER TITLE STYLE</a:t>
            </a:r>
          </a:p>
        </p:txBody>
      </p:sp>
      <p:sp>
        <p:nvSpPr>
          <p:cNvPr id="7" name="Slide number"/>
          <p:cNvSpPr>
            <a:spLocks noGrp="1"/>
          </p:cNvSpPr>
          <p:nvPr>
            <p:ph type="sldNum" sz="quarter" idx="4"/>
          </p:nvPr>
        </p:nvSpPr>
        <p:spPr>
          <a:xfrm>
            <a:off x="10983397" y="6380414"/>
            <a:ext cx="531946" cy="365125"/>
          </a:xfrm>
          <a:prstGeom prst="rect">
            <a:avLst/>
          </a:prstGeom>
        </p:spPr>
        <p:txBody>
          <a:bodyPr vert="horz" lIns="0" tIns="0" rIns="0" bIns="0" rtlCol="0" anchor="t" anchorCtr="0"/>
          <a:lstStyle>
            <a:lvl1pPr algn="r">
              <a:defRPr lang="en-US" sz="1200" kern="1200" smtClean="0">
                <a:solidFill>
                  <a:schemeClr val="tx1">
                    <a:tint val="75000"/>
                  </a:schemeClr>
                </a:solidFill>
                <a:latin typeface="+mn-lt"/>
                <a:ea typeface="+mn-ea"/>
                <a:cs typeface="+mn-cs"/>
              </a:defRPr>
            </a:lvl1pPr>
          </a:lstStyle>
          <a:p>
            <a:fld id="{07165E6F-54ED-4977-A15E-D44BE7238A65}" type="slidenum">
              <a:rPr lang="en-US" smtClean="0"/>
              <a:pPr/>
              <a:t>‹#›</a:t>
            </a:fld>
            <a:endParaRPr lang="en-US"/>
          </a:p>
        </p:txBody>
      </p:sp>
      <p:pic>
        <p:nvPicPr>
          <p:cNvPr id="9" name="Graphic 8">
            <a:extLst>
              <a:ext uri="{FF2B5EF4-FFF2-40B4-BE49-F238E27FC236}">
                <a16:creationId xmlns:a16="http://schemas.microsoft.com/office/drawing/2014/main" id="{DF79D0E3-2AE1-ED43-B502-F8E71D1DBB85}"/>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439469" y="6282751"/>
            <a:ext cx="1307035" cy="216396"/>
          </a:xfrm>
          <a:prstGeom prst="rect">
            <a:avLst/>
          </a:prstGeom>
        </p:spPr>
      </p:pic>
      <p:sp>
        <p:nvSpPr>
          <p:cNvPr id="10" name="Footer Placeholder 3">
            <a:extLst>
              <a:ext uri="{FF2B5EF4-FFF2-40B4-BE49-F238E27FC236}">
                <a16:creationId xmlns:a16="http://schemas.microsoft.com/office/drawing/2014/main" id="{0B060C4E-8FED-064C-9F17-A4627CEA40CC}"/>
              </a:ext>
            </a:extLst>
          </p:cNvPr>
          <p:cNvSpPr>
            <a:spLocks noGrp="1"/>
          </p:cNvSpPr>
          <p:nvPr>
            <p:ph type="ftr" sz="quarter" idx="3"/>
          </p:nvPr>
        </p:nvSpPr>
        <p:spPr>
          <a:xfrm>
            <a:off x="85293" y="6583702"/>
            <a:ext cx="10072498" cy="274298"/>
          </a:xfrm>
          <a:prstGeom prst="rect">
            <a:avLst/>
          </a:prstGeom>
        </p:spPr>
        <p:txBody>
          <a:bodyPr vert="horz" lIns="91440" tIns="45720" rIns="91440" bIns="45720" rtlCol="0" anchor="t" anchorCtr="0"/>
          <a:lstStyle>
            <a:lvl1pPr algn="l">
              <a:defRPr sz="600">
                <a:solidFill>
                  <a:schemeClr val="tx1"/>
                </a:solidFill>
              </a:defRPr>
            </a:lvl1pPr>
          </a:lstStyle>
          <a:p>
            <a:r>
              <a:rPr lang="en-US">
                <a:cs typeface="DIN-Light"/>
              </a:rPr>
              <a:t>CS Agentic Development</a:t>
            </a:r>
            <a:endParaRPr lang="en-US"/>
          </a:p>
        </p:txBody>
      </p:sp>
    </p:spTree>
    <p:extLst>
      <p:ext uri="{BB962C8B-B14F-4D97-AF65-F5344CB8AC3E}">
        <p14:creationId xmlns:p14="http://schemas.microsoft.com/office/powerpoint/2010/main" val="1495502049"/>
      </p:ext>
    </p:extLst>
  </p:cSld>
  <p:clrMap bg1="lt1" tx1="dk1" bg2="lt2" tx2="dk2" accent1="accent1" accent2="accent2" accent3="accent3" accent4="accent4" accent5="accent5" accent6="accent6" hlink="hlink" folHlink="folHlink"/>
  <p:sldLayoutIdLst>
    <p:sldLayoutId id="2147483686" r:id="rId1"/>
  </p:sldLayoutIdLst>
  <p:hf sldNum="0" hdr="0" dt="0"/>
  <p:txStyles>
    <p:titleStyle>
      <a:lvl1pPr algn="l" defTabSz="914400" rtl="0" eaLnBrk="1" latinLnBrk="0" hangingPunct="1">
        <a:lnSpc>
          <a:spcPct val="90000"/>
        </a:lnSpc>
        <a:spcBef>
          <a:spcPct val="0"/>
        </a:spcBef>
        <a:buNone/>
        <a:defRPr sz="4000" b="0" kern="1200">
          <a:solidFill>
            <a:schemeClr val="tx1"/>
          </a:solidFill>
          <a:latin typeface="+mj-lt"/>
          <a:ea typeface="+mj-ea"/>
          <a:cs typeface="+mj-cs"/>
        </a:defRPr>
      </a:lvl1pPr>
    </p:titleStyle>
    <p:bodyStyle>
      <a:lvl1pPr marL="0" indent="0" algn="l" defTabSz="0" rtl="0" eaLnBrk="1" latinLnBrk="0" hangingPunct="1">
        <a:lnSpc>
          <a:spcPct val="90000"/>
        </a:lnSpc>
        <a:spcBef>
          <a:spcPts val="0"/>
        </a:spcBef>
        <a:buSzPct val="115000"/>
        <a:buFont typeface="Arial" panose="020B0604020202020204" pitchFamily="34" charset="0"/>
        <a:buNone/>
        <a:defRPr sz="2000" b="1" kern="1200">
          <a:solidFill>
            <a:schemeClr val="tx1"/>
          </a:solidFill>
          <a:latin typeface="+mn-lt"/>
          <a:ea typeface="+mn-ea"/>
          <a:cs typeface="+mn-cs"/>
        </a:defRPr>
      </a:lvl1pPr>
      <a:lvl2pPr marL="365760" indent="-182880" algn="l" defTabSz="914400" rtl="0" eaLnBrk="1" latinLnBrk="0" hangingPunct="1">
        <a:lnSpc>
          <a:spcPct val="90000"/>
        </a:lnSpc>
        <a:spcBef>
          <a:spcPts val="500"/>
        </a:spcBef>
        <a:buSzPct val="100000"/>
        <a:buFont typeface="Arial" panose="020B0604020202020204" pitchFamily="34" charset="0"/>
        <a:buChar char="–"/>
        <a:defRPr sz="2000" b="1" kern="1200">
          <a:solidFill>
            <a:schemeClr val="tx1"/>
          </a:solidFill>
          <a:latin typeface="+mn-lt"/>
          <a:ea typeface="+mn-ea"/>
          <a:cs typeface="+mn-cs"/>
        </a:defRPr>
      </a:lvl2pPr>
      <a:lvl3pPr marL="548640" indent="-182880" algn="l" defTabSz="914400" rtl="0" eaLnBrk="1" latinLnBrk="0" hangingPunct="1">
        <a:lnSpc>
          <a:spcPct val="90000"/>
        </a:lnSpc>
        <a:spcBef>
          <a:spcPts val="500"/>
        </a:spcBef>
        <a:buSzPct val="115000"/>
        <a:buFont typeface="Arial" panose="020B0604020202020204" pitchFamily="34" charset="0"/>
        <a:buChar char="•"/>
        <a:defRPr sz="2000" b="1" kern="1200">
          <a:solidFill>
            <a:schemeClr val="tx1"/>
          </a:solidFill>
          <a:latin typeface="+mn-lt"/>
          <a:ea typeface="+mn-ea"/>
          <a:cs typeface="+mn-cs"/>
        </a:defRPr>
      </a:lvl3pPr>
      <a:lvl4pPr marL="731520" indent="-182880" algn="l" defTabSz="914400" rtl="0" eaLnBrk="1" latinLnBrk="0" hangingPunct="1">
        <a:lnSpc>
          <a:spcPct val="90000"/>
        </a:lnSpc>
        <a:spcBef>
          <a:spcPts val="500"/>
        </a:spcBef>
        <a:buSzPct val="100000"/>
        <a:buFont typeface="Arial" panose="020B0604020202020204" pitchFamily="34" charset="0"/>
        <a:buChar char="–"/>
        <a:defRPr sz="2000" b="1" kern="1200">
          <a:solidFill>
            <a:schemeClr val="tx1"/>
          </a:solidFill>
          <a:latin typeface="+mn-lt"/>
          <a:ea typeface="+mn-ea"/>
          <a:cs typeface="+mn-cs"/>
        </a:defRPr>
      </a:lvl4pPr>
      <a:lvl5pPr marL="914400" indent="-182880" algn="l" defTabSz="914400" rtl="0" eaLnBrk="1" latinLnBrk="0" hangingPunct="1">
        <a:lnSpc>
          <a:spcPct val="90000"/>
        </a:lnSpc>
        <a:spcBef>
          <a:spcPts val="500"/>
        </a:spcBef>
        <a:buSzPct val="115000"/>
        <a:buFont typeface="Arial" panose="020B0604020202020204" pitchFamily="34" charset="0"/>
        <a:buChar char="•"/>
        <a:defRPr sz="2000" b="1"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432">
          <p15:clr>
            <a:srgbClr val="A4A3A4"/>
          </p15:clr>
        </p15:guide>
        <p15:guide id="3" pos="7248">
          <p15:clr>
            <a:srgbClr val="A4A3A4"/>
          </p15:clr>
        </p15:guide>
        <p15:guide id="5" pos="1416">
          <p15:clr>
            <a:srgbClr val="A4A3A4"/>
          </p15:clr>
        </p15:guide>
        <p15:guide id="6" pos="1608">
          <p15:clr>
            <a:srgbClr val="A4A3A4"/>
          </p15:clr>
        </p15:guide>
        <p15:guide id="7" pos="2592">
          <p15:clr>
            <a:srgbClr val="A4A3A4"/>
          </p15:clr>
        </p15:guide>
        <p15:guide id="8" pos="2760">
          <p15:clr>
            <a:srgbClr val="A4A3A4"/>
          </p15:clr>
        </p15:guide>
        <p15:guide id="9" pos="3744">
          <p15:clr>
            <a:srgbClr val="A4A3A4"/>
          </p15:clr>
        </p15:guide>
        <p15:guide id="10" pos="3936">
          <p15:clr>
            <a:srgbClr val="A4A3A4"/>
          </p15:clr>
        </p15:guide>
        <p15:guide id="11" pos="4920">
          <p15:clr>
            <a:srgbClr val="A4A3A4"/>
          </p15:clr>
        </p15:guide>
        <p15:guide id="12" pos="5088">
          <p15:clr>
            <a:srgbClr val="A4A3A4"/>
          </p15:clr>
        </p15:guide>
        <p15:guide id="13" pos="6072">
          <p15:clr>
            <a:srgbClr val="A4A3A4"/>
          </p15:clr>
        </p15:guide>
        <p15:guide id="14" pos="6264">
          <p15:clr>
            <a:srgbClr val="A4A3A4"/>
          </p15:clr>
        </p15:guide>
        <p15:guide id="15" orient="horz" pos="3888">
          <p15:clr>
            <a:srgbClr val="547EBF"/>
          </p15:clr>
        </p15:guide>
        <p15:guide id="16" orient="horz" pos="1296">
          <p15:clr>
            <a:srgbClr val="547EBF"/>
          </p15:clr>
        </p15:guide>
        <p15:guide id="17" orient="horz" pos="2592">
          <p15:clr>
            <a:srgbClr val="547EBF"/>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4" name="Graphic 3">
            <a:extLst>
              <a:ext uri="{FF2B5EF4-FFF2-40B4-BE49-F238E27FC236}">
                <a16:creationId xmlns:a16="http://schemas.microsoft.com/office/drawing/2014/main" id="{78B6C8E1-5162-A049-A9C3-1F56E4D8CBFF}"/>
              </a:ext>
            </a:extLst>
          </p:cNvPr>
          <p:cNvPicPr>
            <a:picLocks noChangeAspect="1"/>
          </p:cNvPicPr>
          <p:nvPr userDrawn="1"/>
        </p:nvPicPr>
        <p:blipFill>
          <a:blip>
            <a:extLst>
              <a:ext uri="{96DAC541-7B7A-43D3-8B79-37D633B846F1}">
                <asvg:svgBlip xmlns:asvg="http://schemas.microsoft.com/office/drawing/2016/SVG/main" r:embed="rId13"/>
              </a:ext>
            </a:extLst>
          </a:blip>
          <a:stretch>
            <a:fillRect/>
          </a:stretch>
        </p:blipFill>
        <p:spPr>
          <a:xfrm>
            <a:off x="439469" y="6282751"/>
            <a:ext cx="1307035" cy="216396"/>
          </a:xfrm>
          <a:prstGeom prst="rect">
            <a:avLst/>
          </a:prstGeom>
        </p:spPr>
      </p:pic>
      <p:sp>
        <p:nvSpPr>
          <p:cNvPr id="3" name="Body"/>
          <p:cNvSpPr>
            <a:spLocks noGrp="1"/>
          </p:cNvSpPr>
          <p:nvPr>
            <p:ph type="body" idx="1"/>
          </p:nvPr>
        </p:nvSpPr>
        <p:spPr>
          <a:xfrm>
            <a:off x="685800" y="1465711"/>
            <a:ext cx="10821419" cy="4229100"/>
          </a:xfrm>
          <a:prstGeom prst="rect">
            <a:avLst/>
          </a:prstGeom>
        </p:spPr>
        <p:txBody>
          <a:bodyPr vert="horz" lIns="0" tIns="0" rIns="0" bIns="0" rtlCol="0">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itle Placeholder 14"/>
          <p:cNvSpPr>
            <a:spLocks noGrp="1"/>
          </p:cNvSpPr>
          <p:nvPr>
            <p:ph type="title"/>
          </p:nvPr>
        </p:nvSpPr>
        <p:spPr>
          <a:xfrm>
            <a:off x="694944" y="492841"/>
            <a:ext cx="10811256" cy="679745"/>
          </a:xfrm>
          <a:prstGeom prst="rect">
            <a:avLst/>
          </a:prstGeom>
        </p:spPr>
        <p:txBody>
          <a:bodyPr vert="horz" lIns="0" tIns="0" rIns="0" bIns="0" rtlCol="0" anchor="t" anchorCtr="0">
            <a:noAutofit/>
          </a:bodyPr>
          <a:lstStyle/>
          <a:p>
            <a:r>
              <a:rPr lang="en-US"/>
              <a:t>CLICK TO EDIT MASTER TITLE STYLE</a:t>
            </a:r>
          </a:p>
        </p:txBody>
      </p:sp>
      <p:cxnSp>
        <p:nvCxnSpPr>
          <p:cNvPr id="8" name="Straight Connector 7">
            <a:extLst>
              <a:ext uri="{FF2B5EF4-FFF2-40B4-BE49-F238E27FC236}">
                <a16:creationId xmlns:a16="http://schemas.microsoft.com/office/drawing/2014/main" id="{B76676FC-D680-2646-8177-363F9684694B}"/>
              </a:ext>
            </a:extLst>
          </p:cNvPr>
          <p:cNvCxnSpPr>
            <a:cxnSpLocks/>
          </p:cNvCxnSpPr>
          <p:nvPr userDrawn="1"/>
        </p:nvCxnSpPr>
        <p:spPr>
          <a:xfrm>
            <a:off x="752528" y="275372"/>
            <a:ext cx="11436297" cy="0"/>
          </a:xfrm>
          <a:prstGeom prst="line">
            <a:avLst/>
          </a:prstGeom>
          <a:ln w="19050" cap="sq">
            <a:solidFill>
              <a:srgbClr val="CE1126"/>
            </a:solidFill>
            <a:headEnd type="oval" w="sm" len="sm"/>
          </a:ln>
          <a:effectLst/>
        </p:spPr>
        <p:style>
          <a:lnRef idx="2">
            <a:schemeClr val="accent1"/>
          </a:lnRef>
          <a:fillRef idx="0">
            <a:schemeClr val="accent1"/>
          </a:fillRef>
          <a:effectRef idx="1">
            <a:schemeClr val="accent1"/>
          </a:effectRef>
          <a:fontRef idx="minor">
            <a:schemeClr val="tx1"/>
          </a:fontRef>
        </p:style>
      </p:cxnSp>
      <p:sp>
        <p:nvSpPr>
          <p:cNvPr id="11" name="Footer Placeholder 3">
            <a:extLst>
              <a:ext uri="{FF2B5EF4-FFF2-40B4-BE49-F238E27FC236}">
                <a16:creationId xmlns:a16="http://schemas.microsoft.com/office/drawing/2014/main" id="{94D8FADD-4D40-1045-A2FF-0FCA746982F1}"/>
              </a:ext>
            </a:extLst>
          </p:cNvPr>
          <p:cNvSpPr>
            <a:spLocks noGrp="1"/>
          </p:cNvSpPr>
          <p:nvPr>
            <p:ph type="ftr" sz="quarter" idx="3"/>
          </p:nvPr>
        </p:nvSpPr>
        <p:spPr>
          <a:xfrm>
            <a:off x="85006" y="6594130"/>
            <a:ext cx="10251186" cy="263870"/>
          </a:xfrm>
          <a:prstGeom prst="rect">
            <a:avLst/>
          </a:prstGeom>
        </p:spPr>
        <p:txBody>
          <a:bodyPr vert="horz" lIns="91440" tIns="45720" rIns="91440" bIns="45720" rtlCol="0" anchor="t" anchorCtr="0"/>
          <a:lstStyle>
            <a:lvl1pPr algn="l">
              <a:defRPr sz="600">
                <a:solidFill>
                  <a:schemeClr val="tx1"/>
                </a:solidFill>
              </a:defRPr>
            </a:lvl1pPr>
          </a:lstStyle>
          <a:p>
            <a:r>
              <a:rPr lang="en-US">
                <a:cs typeface="DIN-Light"/>
              </a:rPr>
              <a:t>CS Agentic Development</a:t>
            </a:r>
            <a:endParaRPr lang="en-US"/>
          </a:p>
        </p:txBody>
      </p:sp>
      <p:sp>
        <p:nvSpPr>
          <p:cNvPr id="2" name="Slide Number Placeholder 1">
            <a:extLst>
              <a:ext uri="{FF2B5EF4-FFF2-40B4-BE49-F238E27FC236}">
                <a16:creationId xmlns:a16="http://schemas.microsoft.com/office/drawing/2014/main" id="{B757300A-6754-491D-A59E-ABEC115D5DC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050">
                <a:solidFill>
                  <a:schemeClr val="tx1"/>
                </a:solidFill>
              </a:defRPr>
            </a:lvl1pPr>
          </a:lstStyle>
          <a:p>
            <a:fld id="{93687093-6F40-42C6-88BB-0CB915023E84}" type="slidenum">
              <a:rPr lang="en-US" smtClean="0"/>
              <a:pPr/>
              <a:t>‹#›</a:t>
            </a:fld>
            <a:endParaRPr lang="en-US"/>
          </a:p>
        </p:txBody>
      </p:sp>
    </p:spTree>
    <p:extLst>
      <p:ext uri="{BB962C8B-B14F-4D97-AF65-F5344CB8AC3E}">
        <p14:creationId xmlns:p14="http://schemas.microsoft.com/office/powerpoint/2010/main" val="4067964056"/>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hf sldNum="0" hdr="0" dt="0"/>
  <p:txStyles>
    <p:titleStyle>
      <a:lvl1pPr marL="0" algn="l" defTabSz="914400" rtl="0" eaLnBrk="1" latinLnBrk="0" hangingPunct="1">
        <a:lnSpc>
          <a:spcPct val="80000"/>
        </a:lnSpc>
        <a:spcBef>
          <a:spcPct val="0"/>
        </a:spcBef>
        <a:buNone/>
        <a:defRPr lang="en-US" sz="3200" b="0" kern="1200" cap="all" spc="300" baseline="0" dirty="0">
          <a:solidFill>
            <a:schemeClr val="tx1"/>
          </a:solidFill>
          <a:latin typeface="Arial" panose="020B0604020202020204" pitchFamily="34" charset="0"/>
          <a:ea typeface="+mj-ea"/>
          <a:cs typeface="Arial" panose="020B0604020202020204" pitchFamily="34" charset="0"/>
        </a:defRPr>
      </a:lvl1pPr>
    </p:titleStyle>
    <p:bodyStyle>
      <a:lvl1pPr marL="219456" indent="-219456" algn="l" defTabSz="914400" rtl="0" eaLnBrk="1" latinLnBrk="0" hangingPunct="1">
        <a:lnSpc>
          <a:spcPct val="100000"/>
        </a:lnSpc>
        <a:spcBef>
          <a:spcPts val="0"/>
        </a:spcBef>
        <a:spcAft>
          <a:spcPts val="600"/>
        </a:spcAft>
        <a:buClr>
          <a:schemeClr val="tx2"/>
        </a:buClr>
        <a:buSzPct val="75000"/>
        <a:buFont typeface="Arial" panose="020B0604020202020204" pitchFamily="34" charset="0"/>
        <a:buChar char="•"/>
        <a:defRPr sz="2200" kern="1200" baseline="0">
          <a:solidFill>
            <a:schemeClr val="tx1"/>
          </a:solidFill>
          <a:latin typeface="Arial" panose="020B0604020202020204" pitchFamily="34" charset="0"/>
          <a:ea typeface="+mn-ea"/>
          <a:cs typeface="+mn-cs"/>
        </a:defRPr>
      </a:lvl1pPr>
      <a:lvl2pPr marL="438912" indent="-219456" algn="l" defTabSz="914400" rtl="0" eaLnBrk="1" latinLnBrk="0" hangingPunct="1">
        <a:lnSpc>
          <a:spcPct val="100000"/>
        </a:lnSpc>
        <a:spcBef>
          <a:spcPts val="0"/>
        </a:spcBef>
        <a:spcAft>
          <a:spcPts val="600"/>
        </a:spcAft>
        <a:buSzPct val="100000"/>
        <a:buFont typeface="Arial" panose="020B0604020202020204" pitchFamily="34" charset="0"/>
        <a:buChar char="–"/>
        <a:defRPr sz="2000" kern="1200">
          <a:solidFill>
            <a:schemeClr val="tx1"/>
          </a:solidFill>
          <a:latin typeface="+mn-lt"/>
          <a:ea typeface="+mn-ea"/>
          <a:cs typeface="+mn-cs"/>
        </a:defRPr>
      </a:lvl2pPr>
      <a:lvl3pPr marL="621792" indent="-219456" algn="l" defTabSz="914400" rtl="0" eaLnBrk="1" latinLnBrk="0" hangingPunct="1">
        <a:lnSpc>
          <a:spcPct val="100000"/>
        </a:lnSpc>
        <a:spcBef>
          <a:spcPts val="0"/>
        </a:spcBef>
        <a:spcAft>
          <a:spcPts val="600"/>
        </a:spcAft>
        <a:buClr>
          <a:schemeClr val="tx2"/>
        </a:buClr>
        <a:buSzPct val="75000"/>
        <a:buFont typeface="Arial" panose="020B0604020202020204" pitchFamily="34" charset="0"/>
        <a:buChar char="•"/>
        <a:defRPr sz="1800" kern="1200">
          <a:solidFill>
            <a:schemeClr val="tx1"/>
          </a:solidFill>
          <a:latin typeface="+mn-lt"/>
          <a:ea typeface="+mn-ea"/>
          <a:cs typeface="+mn-cs"/>
        </a:defRPr>
      </a:lvl3pPr>
      <a:lvl4pPr marL="841248" indent="-219456" algn="l" defTabSz="914400" rtl="0" eaLnBrk="1" latinLnBrk="0" hangingPunct="1">
        <a:lnSpc>
          <a:spcPct val="100000"/>
        </a:lnSpc>
        <a:spcBef>
          <a:spcPts val="0"/>
        </a:spcBef>
        <a:spcAft>
          <a:spcPts val="600"/>
        </a:spcAft>
        <a:buSzPct val="100000"/>
        <a:buFont typeface="Arial" panose="020B0604020202020204" pitchFamily="34" charset="0"/>
        <a:buChar char="–"/>
        <a:defRPr sz="1600" kern="1200">
          <a:solidFill>
            <a:schemeClr val="tx1"/>
          </a:solidFill>
          <a:latin typeface="+mn-lt"/>
          <a:ea typeface="+mn-ea"/>
          <a:cs typeface="+mn-cs"/>
        </a:defRPr>
      </a:lvl4pPr>
      <a:lvl5pPr marL="1060704" indent="-219456" algn="l" defTabSz="914400" rtl="0" eaLnBrk="1" latinLnBrk="0" hangingPunct="1">
        <a:lnSpc>
          <a:spcPct val="100000"/>
        </a:lnSpc>
        <a:spcBef>
          <a:spcPts val="0"/>
        </a:spcBef>
        <a:spcAft>
          <a:spcPts val="600"/>
        </a:spcAft>
        <a:buClr>
          <a:schemeClr val="tx2"/>
        </a:buClr>
        <a:buSzPct val="7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7248">
          <p15:clr>
            <a:srgbClr val="547EBF"/>
          </p15:clr>
        </p15:guide>
        <p15:guide id="3" pos="432">
          <p15:clr>
            <a:srgbClr val="547EBF"/>
          </p15:clr>
        </p15:guide>
        <p15:guide id="4" orient="horz" pos="3888">
          <p15:clr>
            <a:srgbClr val="547EBF"/>
          </p15:clr>
        </p15:guide>
        <p15:guide id="5" orient="horz" pos="288">
          <p15:clr>
            <a:srgbClr val="547EBF"/>
          </p15:clr>
        </p15:guide>
        <p15:guide id="6" pos="1416">
          <p15:clr>
            <a:srgbClr val="A4A3A4"/>
          </p15:clr>
        </p15:guide>
        <p15:guide id="7" pos="1608">
          <p15:clr>
            <a:srgbClr val="A4A3A4"/>
          </p15:clr>
        </p15:guide>
        <p15:guide id="8" pos="3744">
          <p15:clr>
            <a:srgbClr val="A4A3A4"/>
          </p15:clr>
        </p15:guide>
        <p15:guide id="9" pos="3936">
          <p15:clr>
            <a:srgbClr val="A4A3A4"/>
          </p15:clr>
        </p15:guide>
        <p15:guide id="10" pos="4920">
          <p15:clr>
            <a:srgbClr val="A4A3A4"/>
          </p15:clr>
        </p15:guide>
        <p15:guide id="11" pos="5088">
          <p15:clr>
            <a:srgbClr val="A4A3A4"/>
          </p15:clr>
        </p15:guide>
        <p15:guide id="12" pos="6072">
          <p15:clr>
            <a:srgbClr val="A4A3A4"/>
          </p15:clr>
        </p15:guide>
        <p15:guide id="13" pos="6264">
          <p15:clr>
            <a:srgbClr val="A4A3A4"/>
          </p15:clr>
        </p15:guide>
        <p15:guide id="14" pos="2592">
          <p15:clr>
            <a:srgbClr val="A4A3A4"/>
          </p15:clr>
        </p15:guide>
        <p15:guide id="15" pos="2760">
          <p15:clr>
            <a:srgbClr val="A4A3A4"/>
          </p15:clr>
        </p15:guide>
        <p15:guide id="16" orient="horz" pos="720">
          <p15:clr>
            <a:srgbClr val="547EBF"/>
          </p15:clr>
        </p15:guide>
        <p15:guide id="17" orient="horz" pos="480">
          <p15:clr>
            <a:srgbClr val="547EBF"/>
          </p15:clr>
        </p15:guide>
        <p15:guide id="18" orient="horz" pos="984">
          <p15:clr>
            <a:srgbClr val="F26B43"/>
          </p15:clr>
        </p15:guide>
        <p15:guide id="19" orient="horz" pos="3648">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4" name="Graphic 3">
            <a:extLst>
              <a:ext uri="{FF2B5EF4-FFF2-40B4-BE49-F238E27FC236}">
                <a16:creationId xmlns:a16="http://schemas.microsoft.com/office/drawing/2014/main" id="{78B6C8E1-5162-A049-A9C3-1F56E4D8CBFF}"/>
              </a:ext>
            </a:extLst>
          </p:cNvPr>
          <p:cNvPicPr>
            <a:picLocks noChangeAspect="1"/>
          </p:cNvPicPr>
          <p:nvPr userDrawn="1"/>
        </p:nvPicPr>
        <p:blipFill>
          <a:blip>
            <a:extLst>
              <a:ext uri="{96DAC541-7B7A-43D3-8B79-37D633B846F1}">
                <asvg:svgBlip xmlns:asvg="http://schemas.microsoft.com/office/drawing/2016/SVG/main" r:embed="rId11"/>
              </a:ext>
            </a:extLst>
          </a:blip>
          <a:stretch>
            <a:fillRect/>
          </a:stretch>
        </p:blipFill>
        <p:spPr>
          <a:xfrm>
            <a:off x="439469" y="6282751"/>
            <a:ext cx="1307035" cy="216396"/>
          </a:xfrm>
          <a:prstGeom prst="rect">
            <a:avLst/>
          </a:prstGeom>
        </p:spPr>
      </p:pic>
      <p:sp>
        <p:nvSpPr>
          <p:cNvPr id="6" name="Slide number"/>
          <p:cNvSpPr>
            <a:spLocks noGrp="1"/>
          </p:cNvSpPr>
          <p:nvPr>
            <p:ph type="sldNum" sz="quarter" idx="4"/>
          </p:nvPr>
        </p:nvSpPr>
        <p:spPr>
          <a:xfrm>
            <a:off x="10983397" y="6380414"/>
            <a:ext cx="531946" cy="365125"/>
          </a:xfrm>
          <a:prstGeom prst="rect">
            <a:avLst/>
          </a:prstGeom>
        </p:spPr>
        <p:txBody>
          <a:bodyPr vert="horz" lIns="0" tIns="0" rIns="0" bIns="0" rtlCol="0" anchor="t" anchorCtr="0"/>
          <a:lstStyle>
            <a:lvl1pPr algn="r">
              <a:defRPr lang="en-US" sz="1200" kern="1200" smtClean="0">
                <a:solidFill>
                  <a:schemeClr val="tx1">
                    <a:tint val="75000"/>
                  </a:schemeClr>
                </a:solidFill>
                <a:latin typeface="+mn-lt"/>
                <a:ea typeface="+mn-ea"/>
                <a:cs typeface="+mn-cs"/>
              </a:defRPr>
            </a:lvl1pPr>
          </a:lstStyle>
          <a:p>
            <a:fld id="{07165E6F-54ED-4977-A15E-D44BE7238A65}" type="slidenum">
              <a:rPr lang="en-US" smtClean="0"/>
              <a:pPr/>
              <a:t>‹#›</a:t>
            </a:fld>
            <a:endParaRPr lang="en-US"/>
          </a:p>
        </p:txBody>
      </p:sp>
      <p:sp>
        <p:nvSpPr>
          <p:cNvPr id="3" name="Body"/>
          <p:cNvSpPr>
            <a:spLocks noGrp="1"/>
          </p:cNvSpPr>
          <p:nvPr>
            <p:ph type="body" idx="1"/>
          </p:nvPr>
        </p:nvSpPr>
        <p:spPr>
          <a:xfrm>
            <a:off x="685800" y="1465711"/>
            <a:ext cx="10821419" cy="4229100"/>
          </a:xfrm>
          <a:prstGeom prst="rect">
            <a:avLst/>
          </a:prstGeom>
        </p:spPr>
        <p:txBody>
          <a:bodyPr vert="horz" lIns="0" tIns="0" rIns="0" bIns="0" rtlCol="0">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itle Placeholder 14"/>
          <p:cNvSpPr>
            <a:spLocks noGrp="1"/>
          </p:cNvSpPr>
          <p:nvPr>
            <p:ph type="title"/>
          </p:nvPr>
        </p:nvSpPr>
        <p:spPr>
          <a:xfrm>
            <a:off x="694944" y="492841"/>
            <a:ext cx="10811256" cy="679745"/>
          </a:xfrm>
          <a:prstGeom prst="rect">
            <a:avLst/>
          </a:prstGeom>
        </p:spPr>
        <p:txBody>
          <a:bodyPr vert="horz" lIns="0" tIns="0" rIns="0" bIns="0" rtlCol="0" anchor="t" anchorCtr="0">
            <a:noAutofit/>
          </a:bodyPr>
          <a:lstStyle/>
          <a:p>
            <a:r>
              <a:rPr lang="en-US"/>
              <a:t>CLICK TO EDIT MASTER TITLE STYLE</a:t>
            </a:r>
          </a:p>
        </p:txBody>
      </p:sp>
      <p:cxnSp>
        <p:nvCxnSpPr>
          <p:cNvPr id="8" name="Straight Connector 7">
            <a:extLst>
              <a:ext uri="{FF2B5EF4-FFF2-40B4-BE49-F238E27FC236}">
                <a16:creationId xmlns:a16="http://schemas.microsoft.com/office/drawing/2014/main" id="{B76676FC-D680-2646-8177-363F9684694B}"/>
              </a:ext>
            </a:extLst>
          </p:cNvPr>
          <p:cNvCxnSpPr>
            <a:cxnSpLocks/>
          </p:cNvCxnSpPr>
          <p:nvPr userDrawn="1"/>
        </p:nvCxnSpPr>
        <p:spPr>
          <a:xfrm>
            <a:off x="752528" y="275372"/>
            <a:ext cx="11436297" cy="0"/>
          </a:xfrm>
          <a:prstGeom prst="line">
            <a:avLst/>
          </a:prstGeom>
          <a:ln w="19050" cap="sq">
            <a:solidFill>
              <a:srgbClr val="CE1126"/>
            </a:solidFill>
            <a:headEnd type="oval" w="sm" len="sm"/>
          </a:ln>
          <a:effectLst/>
        </p:spPr>
        <p:style>
          <a:lnRef idx="2">
            <a:schemeClr val="accent1"/>
          </a:lnRef>
          <a:fillRef idx="0">
            <a:schemeClr val="accent1"/>
          </a:fillRef>
          <a:effectRef idx="1">
            <a:schemeClr val="accent1"/>
          </a:effectRef>
          <a:fontRef idx="minor">
            <a:schemeClr val="tx1"/>
          </a:fontRef>
        </p:style>
      </p:cxnSp>
      <p:sp>
        <p:nvSpPr>
          <p:cNvPr id="9" name="Copyright">
            <a:extLst>
              <a:ext uri="{FF2B5EF4-FFF2-40B4-BE49-F238E27FC236}">
                <a16:creationId xmlns:a16="http://schemas.microsoft.com/office/drawing/2014/main" id="{62272573-A22E-0143-95A3-EDAAE6F44114}"/>
              </a:ext>
            </a:extLst>
          </p:cNvPr>
          <p:cNvSpPr txBox="1">
            <a:spLocks noChangeArrowheads="1"/>
          </p:cNvSpPr>
          <p:nvPr userDrawn="1"/>
        </p:nvSpPr>
        <p:spPr bwMode="auto">
          <a:xfrm>
            <a:off x="183390" y="6579155"/>
            <a:ext cx="4934520" cy="9233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spAutoFit/>
          </a:bodyPr>
          <a:lstStyle>
            <a:lvl1pPr marL="230188" indent="-230188">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20000"/>
              </a:spcBef>
              <a:spcAft>
                <a:spcPct val="0"/>
              </a:spcAft>
              <a:buClr>
                <a:schemeClr val="tx1"/>
              </a:buClr>
              <a:buSzPct val="110000"/>
              <a:defRPr sz="2400">
                <a:solidFill>
                  <a:schemeClr val="tx1"/>
                </a:solidFill>
                <a:latin typeface="Arial" charset="0"/>
                <a:ea typeface="ＭＳ Ｐゴシック" charset="0"/>
              </a:defRPr>
            </a:lvl6pPr>
            <a:lvl7pPr marL="2971800" indent="-228600" eaLnBrk="0" fontAlgn="base" hangingPunct="0">
              <a:spcBef>
                <a:spcPct val="20000"/>
              </a:spcBef>
              <a:spcAft>
                <a:spcPct val="0"/>
              </a:spcAft>
              <a:buClr>
                <a:schemeClr val="tx1"/>
              </a:buClr>
              <a:buSzPct val="110000"/>
              <a:defRPr sz="2400">
                <a:solidFill>
                  <a:schemeClr val="tx1"/>
                </a:solidFill>
                <a:latin typeface="Arial" charset="0"/>
                <a:ea typeface="ＭＳ Ｐゴシック" charset="0"/>
              </a:defRPr>
            </a:lvl7pPr>
            <a:lvl8pPr marL="3429000" indent="-228600" eaLnBrk="0" fontAlgn="base" hangingPunct="0">
              <a:spcBef>
                <a:spcPct val="20000"/>
              </a:spcBef>
              <a:spcAft>
                <a:spcPct val="0"/>
              </a:spcAft>
              <a:buClr>
                <a:schemeClr val="tx1"/>
              </a:buClr>
              <a:buSzPct val="110000"/>
              <a:defRPr sz="2400">
                <a:solidFill>
                  <a:schemeClr val="tx1"/>
                </a:solidFill>
                <a:latin typeface="Arial" charset="0"/>
                <a:ea typeface="ＭＳ Ｐゴシック" charset="0"/>
              </a:defRPr>
            </a:lvl8pPr>
            <a:lvl9pPr marL="3886200" indent="-228600" eaLnBrk="0" fontAlgn="base" hangingPunct="0">
              <a:spcBef>
                <a:spcPct val="20000"/>
              </a:spcBef>
              <a:spcAft>
                <a:spcPct val="0"/>
              </a:spcAft>
              <a:buClr>
                <a:schemeClr val="tx1"/>
              </a:buClr>
              <a:buSzPct val="110000"/>
              <a:defRPr sz="2400">
                <a:solidFill>
                  <a:schemeClr val="tx1"/>
                </a:solidFill>
                <a:latin typeface="Arial" charset="0"/>
                <a:ea typeface="ＭＳ Ｐゴシック" charset="0"/>
              </a:defRPr>
            </a:lvl9p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600" spc="0" baseline="0">
                <a:solidFill>
                  <a:schemeClr val="tx1"/>
                </a:solidFill>
                <a:cs typeface="DIN-Light"/>
              </a:rPr>
              <a:t>© 2022 Collins</a:t>
            </a:r>
            <a:r>
              <a:rPr lang="en-US" sz="600" spc="0" baseline="0">
                <a:solidFill>
                  <a:schemeClr val="tx1"/>
                </a:solidFill>
              </a:rPr>
              <a:t> Aerospace.  </a:t>
            </a:r>
            <a:r>
              <a:rPr lang="en-US" sz="600" spc="0" baseline="0">
                <a:solidFill>
                  <a:srgbClr val="CE1126"/>
                </a:solidFill>
              </a:rPr>
              <a:t>|</a:t>
            </a:r>
            <a:r>
              <a:rPr lang="en-US" sz="600" spc="0" baseline="0">
                <a:solidFill>
                  <a:schemeClr val="tx1"/>
                </a:solidFill>
              </a:rPr>
              <a:t>  </a:t>
            </a:r>
            <a:r>
              <a:rPr lang="en-US" sz="600" spc="0"/>
              <a:t>This document does not include any export controlled technical data.</a:t>
            </a:r>
            <a:endParaRPr lang="en-US" sz="600" b="0" spc="0"/>
          </a:p>
        </p:txBody>
      </p:sp>
    </p:spTree>
    <p:extLst>
      <p:ext uri="{BB962C8B-B14F-4D97-AF65-F5344CB8AC3E}">
        <p14:creationId xmlns:p14="http://schemas.microsoft.com/office/powerpoint/2010/main" val="12046144"/>
      </p:ext>
    </p:extLst>
  </p:cSld>
  <p:clrMap bg1="lt1" tx1="dk1" bg2="lt2" tx2="dk2" accent1="accent1" accent2="accent2" accent3="accent3" accent4="accent4" accent5="accent5" accent6="accent6" hlink="hlink" folHlink="folHlink"/>
  <p:sldLayoutIdLst>
    <p:sldLayoutId id="2147483710" r:id="rId1"/>
    <p:sldLayoutId id="2147483711" r:id="rId2"/>
    <p:sldLayoutId id="2147483712" r:id="rId3"/>
    <p:sldLayoutId id="2147483713" r:id="rId4"/>
    <p:sldLayoutId id="2147483714" r:id="rId5"/>
    <p:sldLayoutId id="2147483715" r:id="rId6"/>
    <p:sldLayoutId id="2147483716" r:id="rId7"/>
    <p:sldLayoutId id="2147483717" r:id="rId8"/>
    <p:sldLayoutId id="2147483719" r:id="rId9"/>
  </p:sldLayoutIdLst>
  <p:hf sldNum="0" hdr="0" dt="0"/>
  <p:txStyles>
    <p:titleStyle>
      <a:lvl1pPr marL="0" algn="l" defTabSz="914400" rtl="0" eaLnBrk="1" latinLnBrk="0" hangingPunct="1">
        <a:lnSpc>
          <a:spcPct val="80000"/>
        </a:lnSpc>
        <a:spcBef>
          <a:spcPct val="0"/>
        </a:spcBef>
        <a:buNone/>
        <a:defRPr lang="en-US" sz="3200" b="0" kern="1200" cap="all" spc="300" baseline="0" dirty="0">
          <a:solidFill>
            <a:schemeClr val="tx1"/>
          </a:solidFill>
          <a:latin typeface="Arial" panose="020B0604020202020204" pitchFamily="34" charset="0"/>
          <a:ea typeface="+mj-ea"/>
          <a:cs typeface="Arial" panose="020B0604020202020204" pitchFamily="34" charset="0"/>
        </a:defRPr>
      </a:lvl1pPr>
    </p:titleStyle>
    <p:bodyStyle>
      <a:lvl1pPr marL="219456" indent="-219456" algn="l" defTabSz="914400" rtl="0" eaLnBrk="1" latinLnBrk="0" hangingPunct="1">
        <a:lnSpc>
          <a:spcPct val="100000"/>
        </a:lnSpc>
        <a:spcBef>
          <a:spcPts val="0"/>
        </a:spcBef>
        <a:spcAft>
          <a:spcPts val="600"/>
        </a:spcAft>
        <a:buClr>
          <a:schemeClr val="tx2"/>
        </a:buClr>
        <a:buSzPct val="75000"/>
        <a:buFont typeface="Arial" panose="020B0604020202020204" pitchFamily="34" charset="0"/>
        <a:buChar char="•"/>
        <a:defRPr sz="2200" kern="1200" baseline="0">
          <a:solidFill>
            <a:schemeClr val="tx1"/>
          </a:solidFill>
          <a:latin typeface="Arial" panose="020B0604020202020204" pitchFamily="34" charset="0"/>
          <a:ea typeface="+mn-ea"/>
          <a:cs typeface="+mn-cs"/>
        </a:defRPr>
      </a:lvl1pPr>
      <a:lvl2pPr marL="438912" indent="-219456" algn="l" defTabSz="914400" rtl="0" eaLnBrk="1" latinLnBrk="0" hangingPunct="1">
        <a:lnSpc>
          <a:spcPct val="100000"/>
        </a:lnSpc>
        <a:spcBef>
          <a:spcPts val="0"/>
        </a:spcBef>
        <a:spcAft>
          <a:spcPts val="600"/>
        </a:spcAft>
        <a:buSzPct val="100000"/>
        <a:buFont typeface="Arial" panose="020B0604020202020204" pitchFamily="34" charset="0"/>
        <a:buChar char="–"/>
        <a:defRPr sz="2000" kern="1200">
          <a:solidFill>
            <a:schemeClr val="tx1"/>
          </a:solidFill>
          <a:latin typeface="+mn-lt"/>
          <a:ea typeface="+mn-ea"/>
          <a:cs typeface="+mn-cs"/>
        </a:defRPr>
      </a:lvl2pPr>
      <a:lvl3pPr marL="621792" indent="-219456" algn="l" defTabSz="914400" rtl="0" eaLnBrk="1" latinLnBrk="0" hangingPunct="1">
        <a:lnSpc>
          <a:spcPct val="100000"/>
        </a:lnSpc>
        <a:spcBef>
          <a:spcPts val="0"/>
        </a:spcBef>
        <a:spcAft>
          <a:spcPts val="600"/>
        </a:spcAft>
        <a:buClr>
          <a:schemeClr val="tx2"/>
        </a:buClr>
        <a:buSzPct val="75000"/>
        <a:buFont typeface="Arial" panose="020B0604020202020204" pitchFamily="34" charset="0"/>
        <a:buChar char="•"/>
        <a:defRPr sz="1800" kern="1200">
          <a:solidFill>
            <a:schemeClr val="tx1"/>
          </a:solidFill>
          <a:latin typeface="+mn-lt"/>
          <a:ea typeface="+mn-ea"/>
          <a:cs typeface="+mn-cs"/>
        </a:defRPr>
      </a:lvl3pPr>
      <a:lvl4pPr marL="841248" indent="-219456" algn="l" defTabSz="914400" rtl="0" eaLnBrk="1" latinLnBrk="0" hangingPunct="1">
        <a:lnSpc>
          <a:spcPct val="100000"/>
        </a:lnSpc>
        <a:spcBef>
          <a:spcPts val="0"/>
        </a:spcBef>
        <a:spcAft>
          <a:spcPts val="600"/>
        </a:spcAft>
        <a:buSzPct val="100000"/>
        <a:buFont typeface="Arial" panose="020B0604020202020204" pitchFamily="34" charset="0"/>
        <a:buChar char="–"/>
        <a:defRPr sz="1600" kern="1200">
          <a:solidFill>
            <a:schemeClr val="tx1"/>
          </a:solidFill>
          <a:latin typeface="+mn-lt"/>
          <a:ea typeface="+mn-ea"/>
          <a:cs typeface="+mn-cs"/>
        </a:defRPr>
      </a:lvl4pPr>
      <a:lvl5pPr marL="1060704" indent="-219456" algn="l" defTabSz="914400" rtl="0" eaLnBrk="1" latinLnBrk="0" hangingPunct="1">
        <a:lnSpc>
          <a:spcPct val="100000"/>
        </a:lnSpc>
        <a:spcBef>
          <a:spcPts val="0"/>
        </a:spcBef>
        <a:spcAft>
          <a:spcPts val="600"/>
        </a:spcAft>
        <a:buClr>
          <a:schemeClr val="tx2"/>
        </a:buClr>
        <a:buSzPct val="7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7248">
          <p15:clr>
            <a:srgbClr val="547EBF"/>
          </p15:clr>
        </p15:guide>
        <p15:guide id="3" pos="432">
          <p15:clr>
            <a:srgbClr val="547EBF"/>
          </p15:clr>
        </p15:guide>
        <p15:guide id="4" orient="horz" pos="3888">
          <p15:clr>
            <a:srgbClr val="547EBF"/>
          </p15:clr>
        </p15:guide>
        <p15:guide id="5" orient="horz" pos="288">
          <p15:clr>
            <a:srgbClr val="547EBF"/>
          </p15:clr>
        </p15:guide>
        <p15:guide id="6" pos="1416">
          <p15:clr>
            <a:srgbClr val="A4A3A4"/>
          </p15:clr>
        </p15:guide>
        <p15:guide id="7" pos="1608">
          <p15:clr>
            <a:srgbClr val="A4A3A4"/>
          </p15:clr>
        </p15:guide>
        <p15:guide id="8" pos="3744">
          <p15:clr>
            <a:srgbClr val="A4A3A4"/>
          </p15:clr>
        </p15:guide>
        <p15:guide id="9" pos="3936">
          <p15:clr>
            <a:srgbClr val="A4A3A4"/>
          </p15:clr>
        </p15:guide>
        <p15:guide id="10" pos="4920">
          <p15:clr>
            <a:srgbClr val="A4A3A4"/>
          </p15:clr>
        </p15:guide>
        <p15:guide id="11" pos="5088">
          <p15:clr>
            <a:srgbClr val="A4A3A4"/>
          </p15:clr>
        </p15:guide>
        <p15:guide id="12" pos="6072">
          <p15:clr>
            <a:srgbClr val="A4A3A4"/>
          </p15:clr>
        </p15:guide>
        <p15:guide id="13" pos="6264">
          <p15:clr>
            <a:srgbClr val="A4A3A4"/>
          </p15:clr>
        </p15:guide>
        <p15:guide id="14" pos="2592">
          <p15:clr>
            <a:srgbClr val="A4A3A4"/>
          </p15:clr>
        </p15:guide>
        <p15:guide id="15" pos="2760">
          <p15:clr>
            <a:srgbClr val="A4A3A4"/>
          </p15:clr>
        </p15:guide>
        <p15:guide id="16" orient="horz" pos="720">
          <p15:clr>
            <a:srgbClr val="547EBF"/>
          </p15:clr>
        </p15:guide>
        <p15:guide id="17" orient="horz" pos="480">
          <p15:clr>
            <a:srgbClr val="547EBF"/>
          </p15:clr>
        </p15:guide>
        <p15:guide id="18" orient="horz" pos="984">
          <p15:clr>
            <a:srgbClr val="F26B43"/>
          </p15:clr>
        </p15:guide>
        <p15:guide id="19" orient="horz" pos="3648">
          <p15:clr>
            <a:srgbClr val="F26B43"/>
          </p15:clr>
        </p15:guide>
      </p15:sldGuideLst>
    </p:ext>
  </p:extLst>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09600" y="1402080"/>
            <a:ext cx="10972800" cy="4707296"/>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p:txBody>
      </p:sp>
      <p:sp>
        <p:nvSpPr>
          <p:cNvPr id="2" name="Title Placeholder 1"/>
          <p:cNvSpPr>
            <a:spLocks noGrp="1"/>
          </p:cNvSpPr>
          <p:nvPr>
            <p:ph type="title"/>
          </p:nvPr>
        </p:nvSpPr>
        <p:spPr>
          <a:xfrm>
            <a:off x="609600" y="466827"/>
            <a:ext cx="10972800" cy="758500"/>
          </a:xfrm>
          <a:prstGeom prst="rect">
            <a:avLst/>
          </a:prstGeom>
        </p:spPr>
        <p:txBody>
          <a:bodyPr vert="horz" lIns="91440" tIns="45720" rIns="91440" bIns="45720" rtlCol="0" anchor="ctr">
            <a:noAutofit/>
          </a:bodyPr>
          <a:lstStyle/>
          <a:p>
            <a:r>
              <a:rPr lang="en-US"/>
              <a:t>TITLE HERE. ALL CAPS. WHITE. 24 PT.</a:t>
            </a:r>
          </a:p>
        </p:txBody>
      </p:sp>
      <p:sp>
        <p:nvSpPr>
          <p:cNvPr id="4" name="Footer Placeholder 3">
            <a:extLst>
              <a:ext uri="{FF2B5EF4-FFF2-40B4-BE49-F238E27FC236}">
                <a16:creationId xmlns:a16="http://schemas.microsoft.com/office/drawing/2014/main" id="{2FE60F46-2E67-474C-9893-046DAFD1D828}"/>
              </a:ext>
            </a:extLst>
          </p:cNvPr>
          <p:cNvSpPr>
            <a:spLocks noGrp="1"/>
          </p:cNvSpPr>
          <p:nvPr>
            <p:ph type="ftr" sz="quarter" idx="3"/>
          </p:nvPr>
        </p:nvSpPr>
        <p:spPr>
          <a:xfrm>
            <a:off x="5547360" y="6446011"/>
            <a:ext cx="5791200" cy="375284"/>
          </a:xfrm>
          <a:prstGeom prst="rect">
            <a:avLst/>
          </a:prstGeom>
        </p:spPr>
        <p:txBody>
          <a:bodyPr vert="horz" lIns="0" tIns="0" rIns="0" bIns="0" rtlCol="0" anchor="t" anchorCtr="0"/>
          <a:lstStyle>
            <a:lvl1pPr algn="r">
              <a:defRPr lang="en-US" sz="800" spc="0" baseline="0" dirty="0">
                <a:solidFill>
                  <a:schemeClr val="accent1"/>
                </a:solidFill>
              </a:defRPr>
            </a:lvl1pPr>
          </a:lstStyle>
          <a:p>
            <a:r>
              <a:rPr lang="en-US"/>
              <a:t>CS Agentic Development</a:t>
            </a:r>
          </a:p>
        </p:txBody>
      </p:sp>
      <p:sp>
        <p:nvSpPr>
          <p:cNvPr id="6" name="Slide Number Placeholder 5">
            <a:extLst>
              <a:ext uri="{FF2B5EF4-FFF2-40B4-BE49-F238E27FC236}">
                <a16:creationId xmlns:a16="http://schemas.microsoft.com/office/drawing/2014/main" id="{E7226748-83C3-467A-9DF6-CC369EE24DDF}"/>
              </a:ext>
            </a:extLst>
          </p:cNvPr>
          <p:cNvSpPr>
            <a:spLocks noGrp="1"/>
          </p:cNvSpPr>
          <p:nvPr>
            <p:ph type="sldNum" sz="quarter" idx="4"/>
          </p:nvPr>
        </p:nvSpPr>
        <p:spPr>
          <a:xfrm>
            <a:off x="11338560" y="6343070"/>
            <a:ext cx="304800" cy="235898"/>
          </a:xfrm>
          <a:prstGeom prst="rect">
            <a:avLst/>
          </a:prstGeom>
        </p:spPr>
        <p:txBody>
          <a:bodyPr wrap="square" lIns="0" rIns="0" anchor="ctr">
            <a:spAutoFit/>
          </a:bodyPr>
          <a:lstStyle>
            <a:lvl1pPr>
              <a:defRPr lang="en-US" sz="933" b="0" i="0" smtClean="0">
                <a:latin typeface="Arial Regular"/>
                <a:cs typeface="DIN-Light"/>
              </a:defRPr>
            </a:lvl1pPr>
          </a:lstStyle>
          <a:p>
            <a:pPr algn="r"/>
            <a:fld id="{01517C5A-21C8-4A78-AA4B-D0D5DD5ADE52}" type="slidenum">
              <a:rPr lang="en-US" smtClean="0"/>
              <a:pPr algn="r"/>
              <a:t>‹#›</a:t>
            </a:fld>
            <a:endParaRPr lang="en-US"/>
          </a:p>
        </p:txBody>
      </p:sp>
      <p:sp>
        <p:nvSpPr>
          <p:cNvPr id="39" name="Footer Placeholder 3">
            <a:extLst>
              <a:ext uri="{FF2B5EF4-FFF2-40B4-BE49-F238E27FC236}">
                <a16:creationId xmlns:a16="http://schemas.microsoft.com/office/drawing/2014/main" id="{15BF577F-DD63-462C-8D95-AD4D3295C9A9}"/>
              </a:ext>
            </a:extLst>
          </p:cNvPr>
          <p:cNvSpPr txBox="1">
            <a:spLocks/>
          </p:cNvSpPr>
          <p:nvPr userDrawn="1"/>
        </p:nvSpPr>
        <p:spPr>
          <a:xfrm>
            <a:off x="5296102" y="6279969"/>
            <a:ext cx="5997303" cy="183091"/>
          </a:xfrm>
          <a:prstGeom prst="rect">
            <a:avLst/>
          </a:prstGeom>
        </p:spPr>
        <p:txBody>
          <a:bodyPr vert="horz" lIns="0" tIns="0" rIns="0" bIns="0" rtlCol="0" anchor="ctr"/>
          <a:lstStyle>
            <a:defPPr>
              <a:defRPr lang="en-US"/>
            </a:defPPr>
            <a:lvl1pPr marL="0" algn="r" defTabSz="457200" rtl="0" eaLnBrk="1" latinLnBrk="0" hangingPunct="1">
              <a:defRPr sz="600" b="0" kern="800" spc="40" baseline="0">
                <a:solidFill>
                  <a:schemeClr val="tx2"/>
                </a:solidFill>
                <a:latin typeface="+mj-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800" spc="0" baseline="0">
                <a:solidFill>
                  <a:schemeClr val="tx1"/>
                </a:solidFill>
                <a:cs typeface="DIN-Light"/>
              </a:rPr>
              <a:t>© 2021 </a:t>
            </a:r>
            <a:r>
              <a:rPr lang="en-US" sz="800" spc="0" baseline="0">
                <a:solidFill>
                  <a:schemeClr val="tx1"/>
                </a:solidFill>
              </a:rPr>
              <a:t>Collins Aerospace</a:t>
            </a:r>
            <a:endParaRPr lang="en-US" sz="800" spc="0" baseline="0">
              <a:solidFill>
                <a:schemeClr val="accent1"/>
              </a:solidFill>
              <a:cs typeface="DIN-Light"/>
              <a:sym typeface="Verdana"/>
            </a:endParaRPr>
          </a:p>
        </p:txBody>
      </p:sp>
      <p:sp>
        <p:nvSpPr>
          <p:cNvPr id="40" name="Logo">
            <a:extLst>
              <a:ext uri="{FF2B5EF4-FFF2-40B4-BE49-F238E27FC236}">
                <a16:creationId xmlns:a16="http://schemas.microsoft.com/office/drawing/2014/main" id="{B4023E06-5263-4C9E-8BEF-4E169EF2921B}"/>
              </a:ext>
            </a:extLst>
          </p:cNvPr>
          <p:cNvSpPr>
            <a:spLocks noChangeAspect="1" noEditPoints="1"/>
          </p:cNvSpPr>
          <p:nvPr userDrawn="1"/>
        </p:nvSpPr>
        <p:spPr bwMode="auto">
          <a:xfrm>
            <a:off x="623147" y="6264635"/>
            <a:ext cx="2087917" cy="353568"/>
          </a:xfrm>
          <a:custGeom>
            <a:avLst/>
            <a:gdLst>
              <a:gd name="T0" fmla="*/ 1871 w 1887"/>
              <a:gd name="T1" fmla="*/ 204 h 319"/>
              <a:gd name="T2" fmla="*/ 1811 w 1887"/>
              <a:gd name="T3" fmla="*/ 126 h 319"/>
              <a:gd name="T4" fmla="*/ 1886 w 1887"/>
              <a:gd name="T5" fmla="*/ 168 h 319"/>
              <a:gd name="T6" fmla="*/ 1779 w 1887"/>
              <a:gd name="T7" fmla="*/ 204 h 319"/>
              <a:gd name="T8" fmla="*/ 1728 w 1887"/>
              <a:gd name="T9" fmla="*/ 126 h 319"/>
              <a:gd name="T10" fmla="*/ 1751 w 1887"/>
              <a:gd name="T11" fmla="*/ 146 h 319"/>
              <a:gd name="T12" fmla="*/ 1656 w 1887"/>
              <a:gd name="T13" fmla="*/ 179 h 319"/>
              <a:gd name="T14" fmla="*/ 1643 w 1887"/>
              <a:gd name="T15" fmla="*/ 174 h 319"/>
              <a:gd name="T16" fmla="*/ 1611 w 1887"/>
              <a:gd name="T17" fmla="*/ 141 h 319"/>
              <a:gd name="T18" fmla="*/ 1703 w 1887"/>
              <a:gd name="T19" fmla="*/ 115 h 319"/>
              <a:gd name="T20" fmla="*/ 1562 w 1887"/>
              <a:gd name="T21" fmla="*/ 174 h 319"/>
              <a:gd name="T22" fmla="*/ 1549 w 1887"/>
              <a:gd name="T23" fmla="*/ 179 h 319"/>
              <a:gd name="T24" fmla="*/ 1587 w 1887"/>
              <a:gd name="T25" fmla="*/ 126 h 319"/>
              <a:gd name="T26" fmla="*/ 1543 w 1887"/>
              <a:gd name="T27" fmla="*/ 204 h 319"/>
              <a:gd name="T28" fmla="*/ 1448 w 1887"/>
              <a:gd name="T29" fmla="*/ 145 h 319"/>
              <a:gd name="T30" fmla="*/ 1414 w 1887"/>
              <a:gd name="T31" fmla="*/ 198 h 319"/>
              <a:gd name="T32" fmla="*/ 1452 w 1887"/>
              <a:gd name="T33" fmla="*/ 173 h 319"/>
              <a:gd name="T34" fmla="*/ 1453 w 1887"/>
              <a:gd name="T35" fmla="*/ 113 h 319"/>
              <a:gd name="T36" fmla="*/ 1370 w 1887"/>
              <a:gd name="T37" fmla="*/ 175 h 319"/>
              <a:gd name="T38" fmla="*/ 1356 w 1887"/>
              <a:gd name="T39" fmla="*/ 181 h 319"/>
              <a:gd name="T40" fmla="*/ 1321 w 1887"/>
              <a:gd name="T41" fmla="*/ 126 h 319"/>
              <a:gd name="T42" fmla="*/ 1401 w 1887"/>
              <a:gd name="T43" fmla="*/ 178 h 319"/>
              <a:gd name="T44" fmla="*/ 1278 w 1887"/>
              <a:gd name="T45" fmla="*/ 118 h 319"/>
              <a:gd name="T46" fmla="*/ 1270 w 1887"/>
              <a:gd name="T47" fmla="*/ 204 h 319"/>
              <a:gd name="T48" fmla="*/ 1195 w 1887"/>
              <a:gd name="T49" fmla="*/ 150 h 319"/>
              <a:gd name="T50" fmla="*/ 1134 w 1887"/>
              <a:gd name="T51" fmla="*/ 160 h 319"/>
              <a:gd name="T52" fmla="*/ 1221 w 1887"/>
              <a:gd name="T53" fmla="*/ 138 h 319"/>
              <a:gd name="T54" fmla="*/ 1224 w 1887"/>
              <a:gd name="T55" fmla="*/ 197 h 319"/>
              <a:gd name="T56" fmla="*/ 1133 w 1887"/>
              <a:gd name="T57" fmla="*/ 204 h 319"/>
              <a:gd name="T58" fmla="*/ 921 w 1887"/>
              <a:gd name="T59" fmla="*/ 135 h 319"/>
              <a:gd name="T60" fmla="*/ 915 w 1887"/>
              <a:gd name="T61" fmla="*/ 207 h 319"/>
              <a:gd name="T62" fmla="*/ 924 w 1887"/>
              <a:gd name="T63" fmla="*/ 176 h 319"/>
              <a:gd name="T64" fmla="*/ 881 w 1887"/>
              <a:gd name="T65" fmla="*/ 141 h 319"/>
              <a:gd name="T66" fmla="*/ 921 w 1887"/>
              <a:gd name="T67" fmla="*/ 135 h 319"/>
              <a:gd name="T68" fmla="*/ 866 w 1887"/>
              <a:gd name="T69" fmla="*/ 150 h 319"/>
              <a:gd name="T70" fmla="*/ 810 w 1887"/>
              <a:gd name="T71" fmla="*/ 204 h 319"/>
              <a:gd name="T72" fmla="*/ 729 w 1887"/>
              <a:gd name="T73" fmla="*/ 115 h 319"/>
              <a:gd name="T74" fmla="*/ 762 w 1887"/>
              <a:gd name="T75" fmla="*/ 85 h 319"/>
              <a:gd name="T76" fmla="*/ 676 w 1887"/>
              <a:gd name="T77" fmla="*/ 73 h 319"/>
              <a:gd name="T78" fmla="*/ 578 w 1887"/>
              <a:gd name="T79" fmla="*/ 175 h 319"/>
              <a:gd name="T80" fmla="*/ 564 w 1887"/>
              <a:gd name="T81" fmla="*/ 181 h 319"/>
              <a:gd name="T82" fmla="*/ 529 w 1887"/>
              <a:gd name="T83" fmla="*/ 125 h 319"/>
              <a:gd name="T84" fmla="*/ 609 w 1887"/>
              <a:gd name="T85" fmla="*/ 178 h 319"/>
              <a:gd name="T86" fmla="*/ 432 w 1887"/>
              <a:gd name="T87" fmla="*/ 201 h 319"/>
              <a:gd name="T88" fmla="*/ 464 w 1887"/>
              <a:gd name="T89" fmla="*/ 72 h 319"/>
              <a:gd name="T90" fmla="*/ 480 w 1887"/>
              <a:gd name="T91" fmla="*/ 104 h 319"/>
              <a:gd name="T92" fmla="*/ 449 w 1887"/>
              <a:gd name="T93" fmla="*/ 173 h 319"/>
              <a:gd name="T94" fmla="*/ 154 w 1887"/>
              <a:gd name="T95" fmla="*/ 95 h 319"/>
              <a:gd name="T96" fmla="*/ 122 w 1887"/>
              <a:gd name="T97" fmla="*/ 107 h 319"/>
              <a:gd name="T98" fmla="*/ 95 w 1887"/>
              <a:gd name="T99" fmla="*/ 160 h 319"/>
              <a:gd name="T100" fmla="*/ 30 w 1887"/>
              <a:gd name="T101" fmla="*/ 253 h 319"/>
              <a:gd name="T102" fmla="*/ 146 w 1887"/>
              <a:gd name="T103" fmla="*/ 319 h 319"/>
              <a:gd name="T104" fmla="*/ 220 w 1887"/>
              <a:gd name="T105" fmla="*/ 231 h 319"/>
              <a:gd name="T106" fmla="*/ 318 w 1887"/>
              <a:gd name="T107" fmla="*/ 177 h 319"/>
              <a:gd name="T108" fmla="*/ 13 w 1887"/>
              <a:gd name="T109" fmla="*/ 96 h 319"/>
              <a:gd name="T110" fmla="*/ 280 w 1887"/>
              <a:gd name="T111" fmla="*/ 54 h 319"/>
              <a:gd name="T112" fmla="*/ 42 w 1887"/>
              <a:gd name="T113" fmla="*/ 50 h 319"/>
              <a:gd name="T114" fmla="*/ 183 w 1887"/>
              <a:gd name="T115" fmla="*/ 0 h 3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887" h="319">
                <a:moveTo>
                  <a:pt x="1859" y="150"/>
                </a:moveTo>
                <a:cubicBezTo>
                  <a:pt x="1858" y="145"/>
                  <a:pt x="1856" y="142"/>
                  <a:pt x="1854" y="139"/>
                </a:cubicBezTo>
                <a:cubicBezTo>
                  <a:pt x="1851" y="136"/>
                  <a:pt x="1848" y="135"/>
                  <a:pt x="1844" y="135"/>
                </a:cubicBezTo>
                <a:cubicBezTo>
                  <a:pt x="1835" y="135"/>
                  <a:pt x="1830" y="140"/>
                  <a:pt x="1828" y="150"/>
                </a:cubicBezTo>
                <a:lnTo>
                  <a:pt x="1859" y="150"/>
                </a:lnTo>
                <a:close/>
                <a:moveTo>
                  <a:pt x="1887" y="197"/>
                </a:moveTo>
                <a:cubicBezTo>
                  <a:pt x="1883" y="200"/>
                  <a:pt x="1877" y="203"/>
                  <a:pt x="1871" y="204"/>
                </a:cubicBezTo>
                <a:cubicBezTo>
                  <a:pt x="1865" y="206"/>
                  <a:pt x="1858" y="207"/>
                  <a:pt x="1851" y="207"/>
                </a:cubicBezTo>
                <a:cubicBezTo>
                  <a:pt x="1843" y="207"/>
                  <a:pt x="1835" y="206"/>
                  <a:pt x="1829" y="203"/>
                </a:cubicBezTo>
                <a:cubicBezTo>
                  <a:pt x="1822" y="201"/>
                  <a:pt x="1817" y="198"/>
                  <a:pt x="1812" y="194"/>
                </a:cubicBezTo>
                <a:cubicBezTo>
                  <a:pt x="1807" y="190"/>
                  <a:pt x="1804" y="185"/>
                  <a:pt x="1801" y="179"/>
                </a:cubicBezTo>
                <a:cubicBezTo>
                  <a:pt x="1799" y="173"/>
                  <a:pt x="1798" y="167"/>
                  <a:pt x="1798" y="160"/>
                </a:cubicBezTo>
                <a:cubicBezTo>
                  <a:pt x="1798" y="153"/>
                  <a:pt x="1799" y="146"/>
                  <a:pt x="1801" y="141"/>
                </a:cubicBezTo>
                <a:cubicBezTo>
                  <a:pt x="1803" y="135"/>
                  <a:pt x="1806" y="130"/>
                  <a:pt x="1811" y="126"/>
                </a:cubicBezTo>
                <a:cubicBezTo>
                  <a:pt x="1815" y="122"/>
                  <a:pt x="1820" y="118"/>
                  <a:pt x="1825" y="116"/>
                </a:cubicBezTo>
                <a:cubicBezTo>
                  <a:pt x="1831" y="114"/>
                  <a:pt x="1837" y="113"/>
                  <a:pt x="1844" y="113"/>
                </a:cubicBezTo>
                <a:cubicBezTo>
                  <a:pt x="1851" y="113"/>
                  <a:pt x="1857" y="114"/>
                  <a:pt x="1862" y="116"/>
                </a:cubicBezTo>
                <a:cubicBezTo>
                  <a:pt x="1867" y="118"/>
                  <a:pt x="1872" y="121"/>
                  <a:pt x="1876" y="125"/>
                </a:cubicBezTo>
                <a:cubicBezTo>
                  <a:pt x="1880" y="128"/>
                  <a:pt x="1882" y="133"/>
                  <a:pt x="1884" y="138"/>
                </a:cubicBezTo>
                <a:cubicBezTo>
                  <a:pt x="1886" y="144"/>
                  <a:pt x="1887" y="150"/>
                  <a:pt x="1887" y="157"/>
                </a:cubicBezTo>
                <a:cubicBezTo>
                  <a:pt x="1887" y="161"/>
                  <a:pt x="1887" y="165"/>
                  <a:pt x="1886" y="168"/>
                </a:cubicBezTo>
                <a:cubicBezTo>
                  <a:pt x="1828" y="168"/>
                  <a:pt x="1828" y="168"/>
                  <a:pt x="1828" y="168"/>
                </a:cubicBezTo>
                <a:cubicBezTo>
                  <a:pt x="1831" y="178"/>
                  <a:pt x="1840" y="183"/>
                  <a:pt x="1854" y="183"/>
                </a:cubicBezTo>
                <a:cubicBezTo>
                  <a:pt x="1858" y="183"/>
                  <a:pt x="1862" y="182"/>
                  <a:pt x="1866" y="181"/>
                </a:cubicBezTo>
                <a:cubicBezTo>
                  <a:pt x="1870" y="180"/>
                  <a:pt x="1874" y="179"/>
                  <a:pt x="1877" y="178"/>
                </a:cubicBezTo>
                <a:lnTo>
                  <a:pt x="1887" y="197"/>
                </a:lnTo>
                <a:close/>
                <a:moveTo>
                  <a:pt x="1794" y="198"/>
                </a:moveTo>
                <a:cubicBezTo>
                  <a:pt x="1790" y="201"/>
                  <a:pt x="1785" y="203"/>
                  <a:pt x="1779" y="204"/>
                </a:cubicBezTo>
                <a:cubicBezTo>
                  <a:pt x="1774" y="206"/>
                  <a:pt x="1769" y="206"/>
                  <a:pt x="1763" y="206"/>
                </a:cubicBezTo>
                <a:cubicBezTo>
                  <a:pt x="1755" y="206"/>
                  <a:pt x="1748" y="205"/>
                  <a:pt x="1742" y="203"/>
                </a:cubicBezTo>
                <a:cubicBezTo>
                  <a:pt x="1736" y="201"/>
                  <a:pt x="1731" y="198"/>
                  <a:pt x="1727" y="194"/>
                </a:cubicBezTo>
                <a:cubicBezTo>
                  <a:pt x="1723" y="190"/>
                  <a:pt x="1719" y="185"/>
                  <a:pt x="1717" y="179"/>
                </a:cubicBezTo>
                <a:cubicBezTo>
                  <a:pt x="1715" y="173"/>
                  <a:pt x="1714" y="167"/>
                  <a:pt x="1714" y="160"/>
                </a:cubicBezTo>
                <a:cubicBezTo>
                  <a:pt x="1714" y="153"/>
                  <a:pt x="1715" y="147"/>
                  <a:pt x="1718" y="141"/>
                </a:cubicBezTo>
                <a:cubicBezTo>
                  <a:pt x="1720" y="135"/>
                  <a:pt x="1723" y="130"/>
                  <a:pt x="1728" y="126"/>
                </a:cubicBezTo>
                <a:cubicBezTo>
                  <a:pt x="1732" y="122"/>
                  <a:pt x="1737" y="119"/>
                  <a:pt x="1743" y="116"/>
                </a:cubicBezTo>
                <a:cubicBezTo>
                  <a:pt x="1749" y="114"/>
                  <a:pt x="1756" y="113"/>
                  <a:pt x="1763" y="113"/>
                </a:cubicBezTo>
                <a:cubicBezTo>
                  <a:pt x="1773" y="113"/>
                  <a:pt x="1781" y="115"/>
                  <a:pt x="1788" y="118"/>
                </a:cubicBezTo>
                <a:cubicBezTo>
                  <a:pt x="1784" y="144"/>
                  <a:pt x="1784" y="144"/>
                  <a:pt x="1784" y="144"/>
                </a:cubicBezTo>
                <a:cubicBezTo>
                  <a:pt x="1782" y="143"/>
                  <a:pt x="1779" y="142"/>
                  <a:pt x="1775" y="141"/>
                </a:cubicBezTo>
                <a:cubicBezTo>
                  <a:pt x="1772" y="141"/>
                  <a:pt x="1769" y="140"/>
                  <a:pt x="1767" y="140"/>
                </a:cubicBezTo>
                <a:cubicBezTo>
                  <a:pt x="1760" y="140"/>
                  <a:pt x="1755" y="142"/>
                  <a:pt x="1751" y="146"/>
                </a:cubicBezTo>
                <a:cubicBezTo>
                  <a:pt x="1747" y="149"/>
                  <a:pt x="1745" y="154"/>
                  <a:pt x="1745" y="160"/>
                </a:cubicBezTo>
                <a:cubicBezTo>
                  <a:pt x="1745" y="166"/>
                  <a:pt x="1747" y="170"/>
                  <a:pt x="1751" y="174"/>
                </a:cubicBezTo>
                <a:cubicBezTo>
                  <a:pt x="1755" y="177"/>
                  <a:pt x="1760" y="179"/>
                  <a:pt x="1767" y="179"/>
                </a:cubicBezTo>
                <a:cubicBezTo>
                  <a:pt x="1770" y="179"/>
                  <a:pt x="1772" y="179"/>
                  <a:pt x="1775" y="178"/>
                </a:cubicBezTo>
                <a:cubicBezTo>
                  <a:pt x="1778" y="178"/>
                  <a:pt x="1780" y="177"/>
                  <a:pt x="1782" y="176"/>
                </a:cubicBezTo>
                <a:lnTo>
                  <a:pt x="1794" y="198"/>
                </a:lnTo>
                <a:close/>
                <a:moveTo>
                  <a:pt x="1656" y="179"/>
                </a:moveTo>
                <a:cubicBezTo>
                  <a:pt x="1662" y="179"/>
                  <a:pt x="1666" y="177"/>
                  <a:pt x="1669" y="174"/>
                </a:cubicBezTo>
                <a:cubicBezTo>
                  <a:pt x="1673" y="170"/>
                  <a:pt x="1674" y="165"/>
                  <a:pt x="1674" y="160"/>
                </a:cubicBezTo>
                <a:cubicBezTo>
                  <a:pt x="1674" y="154"/>
                  <a:pt x="1673" y="149"/>
                  <a:pt x="1669" y="145"/>
                </a:cubicBezTo>
                <a:cubicBezTo>
                  <a:pt x="1666" y="142"/>
                  <a:pt x="1662" y="140"/>
                  <a:pt x="1656" y="140"/>
                </a:cubicBezTo>
                <a:cubicBezTo>
                  <a:pt x="1651" y="140"/>
                  <a:pt x="1647" y="142"/>
                  <a:pt x="1643" y="145"/>
                </a:cubicBezTo>
                <a:cubicBezTo>
                  <a:pt x="1640" y="149"/>
                  <a:pt x="1638" y="154"/>
                  <a:pt x="1638" y="160"/>
                </a:cubicBezTo>
                <a:cubicBezTo>
                  <a:pt x="1638" y="165"/>
                  <a:pt x="1640" y="170"/>
                  <a:pt x="1643" y="174"/>
                </a:cubicBezTo>
                <a:cubicBezTo>
                  <a:pt x="1647" y="177"/>
                  <a:pt x="1651" y="179"/>
                  <a:pt x="1656" y="179"/>
                </a:cubicBezTo>
                <a:moveTo>
                  <a:pt x="1648" y="207"/>
                </a:moveTo>
                <a:cubicBezTo>
                  <a:pt x="1642" y="207"/>
                  <a:pt x="1637" y="206"/>
                  <a:pt x="1632" y="203"/>
                </a:cubicBezTo>
                <a:cubicBezTo>
                  <a:pt x="1627" y="201"/>
                  <a:pt x="1622" y="198"/>
                  <a:pt x="1619" y="194"/>
                </a:cubicBezTo>
                <a:cubicBezTo>
                  <a:pt x="1615" y="189"/>
                  <a:pt x="1613" y="185"/>
                  <a:pt x="1611" y="179"/>
                </a:cubicBezTo>
                <a:cubicBezTo>
                  <a:pt x="1609" y="173"/>
                  <a:pt x="1608" y="167"/>
                  <a:pt x="1608" y="160"/>
                </a:cubicBezTo>
                <a:cubicBezTo>
                  <a:pt x="1608" y="153"/>
                  <a:pt x="1609" y="147"/>
                  <a:pt x="1611" y="141"/>
                </a:cubicBezTo>
                <a:cubicBezTo>
                  <a:pt x="1613" y="135"/>
                  <a:pt x="1616" y="130"/>
                  <a:pt x="1619" y="126"/>
                </a:cubicBezTo>
                <a:cubicBezTo>
                  <a:pt x="1623" y="122"/>
                  <a:pt x="1627" y="119"/>
                  <a:pt x="1633" y="116"/>
                </a:cubicBezTo>
                <a:cubicBezTo>
                  <a:pt x="1638" y="114"/>
                  <a:pt x="1643" y="113"/>
                  <a:pt x="1649" y="113"/>
                </a:cubicBezTo>
                <a:cubicBezTo>
                  <a:pt x="1654" y="113"/>
                  <a:pt x="1659" y="114"/>
                  <a:pt x="1663" y="116"/>
                </a:cubicBezTo>
                <a:cubicBezTo>
                  <a:pt x="1668" y="118"/>
                  <a:pt x="1671" y="122"/>
                  <a:pt x="1674" y="126"/>
                </a:cubicBezTo>
                <a:cubicBezTo>
                  <a:pt x="1674" y="115"/>
                  <a:pt x="1674" y="115"/>
                  <a:pt x="1674" y="115"/>
                </a:cubicBezTo>
                <a:cubicBezTo>
                  <a:pt x="1703" y="115"/>
                  <a:pt x="1703" y="115"/>
                  <a:pt x="1703" y="115"/>
                </a:cubicBezTo>
                <a:cubicBezTo>
                  <a:pt x="1703" y="204"/>
                  <a:pt x="1703" y="204"/>
                  <a:pt x="1703" y="204"/>
                </a:cubicBezTo>
                <a:cubicBezTo>
                  <a:pt x="1674" y="204"/>
                  <a:pt x="1674" y="204"/>
                  <a:pt x="1674" y="204"/>
                </a:cubicBezTo>
                <a:cubicBezTo>
                  <a:pt x="1674" y="194"/>
                  <a:pt x="1674" y="194"/>
                  <a:pt x="1674" y="194"/>
                </a:cubicBezTo>
                <a:cubicBezTo>
                  <a:pt x="1671" y="198"/>
                  <a:pt x="1668" y="201"/>
                  <a:pt x="1663" y="203"/>
                </a:cubicBezTo>
                <a:cubicBezTo>
                  <a:pt x="1659" y="206"/>
                  <a:pt x="1654" y="207"/>
                  <a:pt x="1648" y="207"/>
                </a:cubicBezTo>
                <a:moveTo>
                  <a:pt x="1549" y="179"/>
                </a:moveTo>
                <a:cubicBezTo>
                  <a:pt x="1554" y="179"/>
                  <a:pt x="1559" y="177"/>
                  <a:pt x="1562" y="174"/>
                </a:cubicBezTo>
                <a:cubicBezTo>
                  <a:pt x="1565" y="170"/>
                  <a:pt x="1567" y="165"/>
                  <a:pt x="1567" y="160"/>
                </a:cubicBezTo>
                <a:cubicBezTo>
                  <a:pt x="1567" y="154"/>
                  <a:pt x="1565" y="149"/>
                  <a:pt x="1562" y="145"/>
                </a:cubicBezTo>
                <a:cubicBezTo>
                  <a:pt x="1559" y="142"/>
                  <a:pt x="1554" y="140"/>
                  <a:pt x="1549" y="140"/>
                </a:cubicBezTo>
                <a:cubicBezTo>
                  <a:pt x="1544" y="140"/>
                  <a:pt x="1540" y="142"/>
                  <a:pt x="1536" y="145"/>
                </a:cubicBezTo>
                <a:cubicBezTo>
                  <a:pt x="1533" y="149"/>
                  <a:pt x="1531" y="154"/>
                  <a:pt x="1531" y="160"/>
                </a:cubicBezTo>
                <a:cubicBezTo>
                  <a:pt x="1531" y="165"/>
                  <a:pt x="1533" y="170"/>
                  <a:pt x="1536" y="174"/>
                </a:cubicBezTo>
                <a:cubicBezTo>
                  <a:pt x="1540" y="177"/>
                  <a:pt x="1544" y="179"/>
                  <a:pt x="1549" y="179"/>
                </a:cubicBezTo>
                <a:moveTo>
                  <a:pt x="1502" y="115"/>
                </a:moveTo>
                <a:cubicBezTo>
                  <a:pt x="1531" y="115"/>
                  <a:pt x="1531" y="115"/>
                  <a:pt x="1531" y="115"/>
                </a:cubicBezTo>
                <a:cubicBezTo>
                  <a:pt x="1531" y="125"/>
                  <a:pt x="1531" y="125"/>
                  <a:pt x="1531" y="125"/>
                </a:cubicBezTo>
                <a:cubicBezTo>
                  <a:pt x="1534" y="121"/>
                  <a:pt x="1538" y="118"/>
                  <a:pt x="1542" y="116"/>
                </a:cubicBezTo>
                <a:cubicBezTo>
                  <a:pt x="1547" y="114"/>
                  <a:pt x="1552" y="113"/>
                  <a:pt x="1558" y="113"/>
                </a:cubicBezTo>
                <a:cubicBezTo>
                  <a:pt x="1563" y="113"/>
                  <a:pt x="1569" y="114"/>
                  <a:pt x="1574" y="116"/>
                </a:cubicBezTo>
                <a:cubicBezTo>
                  <a:pt x="1579" y="118"/>
                  <a:pt x="1583" y="122"/>
                  <a:pt x="1587" y="126"/>
                </a:cubicBezTo>
                <a:cubicBezTo>
                  <a:pt x="1590" y="130"/>
                  <a:pt x="1593" y="135"/>
                  <a:pt x="1595" y="140"/>
                </a:cubicBezTo>
                <a:cubicBezTo>
                  <a:pt x="1597" y="146"/>
                  <a:pt x="1598" y="152"/>
                  <a:pt x="1598" y="159"/>
                </a:cubicBezTo>
                <a:cubicBezTo>
                  <a:pt x="1598" y="166"/>
                  <a:pt x="1597" y="172"/>
                  <a:pt x="1595" y="178"/>
                </a:cubicBezTo>
                <a:cubicBezTo>
                  <a:pt x="1593" y="184"/>
                  <a:pt x="1590" y="189"/>
                  <a:pt x="1586" y="193"/>
                </a:cubicBezTo>
                <a:cubicBezTo>
                  <a:pt x="1582" y="197"/>
                  <a:pt x="1578" y="201"/>
                  <a:pt x="1573" y="203"/>
                </a:cubicBezTo>
                <a:cubicBezTo>
                  <a:pt x="1568" y="205"/>
                  <a:pt x="1563" y="207"/>
                  <a:pt x="1557" y="207"/>
                </a:cubicBezTo>
                <a:cubicBezTo>
                  <a:pt x="1552" y="207"/>
                  <a:pt x="1547" y="206"/>
                  <a:pt x="1543" y="204"/>
                </a:cubicBezTo>
                <a:cubicBezTo>
                  <a:pt x="1539" y="202"/>
                  <a:pt x="1536" y="199"/>
                  <a:pt x="1533" y="196"/>
                </a:cubicBezTo>
                <a:cubicBezTo>
                  <a:pt x="1533" y="243"/>
                  <a:pt x="1533" y="243"/>
                  <a:pt x="1533" y="243"/>
                </a:cubicBezTo>
                <a:cubicBezTo>
                  <a:pt x="1502" y="243"/>
                  <a:pt x="1502" y="243"/>
                  <a:pt x="1502" y="243"/>
                </a:cubicBezTo>
                <a:lnTo>
                  <a:pt x="1502" y="115"/>
                </a:lnTo>
                <a:close/>
                <a:moveTo>
                  <a:pt x="1455" y="135"/>
                </a:moveTo>
                <a:cubicBezTo>
                  <a:pt x="1449" y="135"/>
                  <a:pt x="1445" y="137"/>
                  <a:pt x="1445" y="140"/>
                </a:cubicBezTo>
                <a:cubicBezTo>
                  <a:pt x="1445" y="142"/>
                  <a:pt x="1446" y="144"/>
                  <a:pt x="1448" y="145"/>
                </a:cubicBezTo>
                <a:cubicBezTo>
                  <a:pt x="1450" y="146"/>
                  <a:pt x="1454" y="147"/>
                  <a:pt x="1459" y="148"/>
                </a:cubicBezTo>
                <a:cubicBezTo>
                  <a:pt x="1469" y="151"/>
                  <a:pt x="1477" y="154"/>
                  <a:pt x="1482" y="159"/>
                </a:cubicBezTo>
                <a:cubicBezTo>
                  <a:pt x="1487" y="164"/>
                  <a:pt x="1489" y="170"/>
                  <a:pt x="1489" y="179"/>
                </a:cubicBezTo>
                <a:cubicBezTo>
                  <a:pt x="1489" y="187"/>
                  <a:pt x="1486" y="194"/>
                  <a:pt x="1479" y="199"/>
                </a:cubicBezTo>
                <a:cubicBezTo>
                  <a:pt x="1472" y="204"/>
                  <a:pt x="1462" y="207"/>
                  <a:pt x="1449" y="207"/>
                </a:cubicBezTo>
                <a:cubicBezTo>
                  <a:pt x="1442" y="207"/>
                  <a:pt x="1436" y="206"/>
                  <a:pt x="1429" y="204"/>
                </a:cubicBezTo>
                <a:cubicBezTo>
                  <a:pt x="1423" y="203"/>
                  <a:pt x="1418" y="201"/>
                  <a:pt x="1414" y="198"/>
                </a:cubicBezTo>
                <a:cubicBezTo>
                  <a:pt x="1424" y="180"/>
                  <a:pt x="1424" y="180"/>
                  <a:pt x="1424" y="180"/>
                </a:cubicBezTo>
                <a:cubicBezTo>
                  <a:pt x="1427" y="181"/>
                  <a:pt x="1431" y="182"/>
                  <a:pt x="1436" y="183"/>
                </a:cubicBezTo>
                <a:cubicBezTo>
                  <a:pt x="1440" y="184"/>
                  <a:pt x="1444" y="184"/>
                  <a:pt x="1447" y="184"/>
                </a:cubicBezTo>
                <a:cubicBezTo>
                  <a:pt x="1455" y="184"/>
                  <a:pt x="1458" y="182"/>
                  <a:pt x="1458" y="179"/>
                </a:cubicBezTo>
                <a:cubicBezTo>
                  <a:pt x="1458" y="178"/>
                  <a:pt x="1458" y="177"/>
                  <a:pt x="1458" y="176"/>
                </a:cubicBezTo>
                <a:cubicBezTo>
                  <a:pt x="1458" y="176"/>
                  <a:pt x="1457" y="175"/>
                  <a:pt x="1456" y="175"/>
                </a:cubicBezTo>
                <a:cubicBezTo>
                  <a:pt x="1455" y="174"/>
                  <a:pt x="1454" y="173"/>
                  <a:pt x="1452" y="173"/>
                </a:cubicBezTo>
                <a:cubicBezTo>
                  <a:pt x="1450" y="172"/>
                  <a:pt x="1448" y="172"/>
                  <a:pt x="1445" y="171"/>
                </a:cubicBezTo>
                <a:cubicBezTo>
                  <a:pt x="1440" y="170"/>
                  <a:pt x="1435" y="168"/>
                  <a:pt x="1432" y="166"/>
                </a:cubicBezTo>
                <a:cubicBezTo>
                  <a:pt x="1428" y="164"/>
                  <a:pt x="1425" y="162"/>
                  <a:pt x="1422" y="160"/>
                </a:cubicBezTo>
                <a:cubicBezTo>
                  <a:pt x="1420" y="157"/>
                  <a:pt x="1418" y="155"/>
                  <a:pt x="1417" y="152"/>
                </a:cubicBezTo>
                <a:cubicBezTo>
                  <a:pt x="1416" y="148"/>
                  <a:pt x="1415" y="145"/>
                  <a:pt x="1415" y="141"/>
                </a:cubicBezTo>
                <a:cubicBezTo>
                  <a:pt x="1415" y="132"/>
                  <a:pt x="1418" y="125"/>
                  <a:pt x="1425" y="120"/>
                </a:cubicBezTo>
                <a:cubicBezTo>
                  <a:pt x="1432" y="115"/>
                  <a:pt x="1441" y="113"/>
                  <a:pt x="1453" y="113"/>
                </a:cubicBezTo>
                <a:cubicBezTo>
                  <a:pt x="1459" y="113"/>
                  <a:pt x="1465" y="113"/>
                  <a:pt x="1471" y="115"/>
                </a:cubicBezTo>
                <a:cubicBezTo>
                  <a:pt x="1476" y="116"/>
                  <a:pt x="1481" y="117"/>
                  <a:pt x="1485" y="120"/>
                </a:cubicBezTo>
                <a:cubicBezTo>
                  <a:pt x="1482" y="142"/>
                  <a:pt x="1482" y="142"/>
                  <a:pt x="1482" y="142"/>
                </a:cubicBezTo>
                <a:cubicBezTo>
                  <a:pt x="1478" y="140"/>
                  <a:pt x="1473" y="138"/>
                  <a:pt x="1468" y="137"/>
                </a:cubicBezTo>
                <a:cubicBezTo>
                  <a:pt x="1464" y="136"/>
                  <a:pt x="1459" y="135"/>
                  <a:pt x="1455" y="135"/>
                </a:cubicBezTo>
                <a:moveTo>
                  <a:pt x="1356" y="181"/>
                </a:moveTo>
                <a:cubicBezTo>
                  <a:pt x="1362" y="181"/>
                  <a:pt x="1366" y="179"/>
                  <a:pt x="1370" y="175"/>
                </a:cubicBezTo>
                <a:cubicBezTo>
                  <a:pt x="1373" y="171"/>
                  <a:pt x="1375" y="166"/>
                  <a:pt x="1375" y="160"/>
                </a:cubicBezTo>
                <a:cubicBezTo>
                  <a:pt x="1375" y="153"/>
                  <a:pt x="1373" y="148"/>
                  <a:pt x="1370" y="144"/>
                </a:cubicBezTo>
                <a:cubicBezTo>
                  <a:pt x="1366" y="140"/>
                  <a:pt x="1362" y="139"/>
                  <a:pt x="1356" y="139"/>
                </a:cubicBezTo>
                <a:cubicBezTo>
                  <a:pt x="1350" y="139"/>
                  <a:pt x="1345" y="140"/>
                  <a:pt x="1342" y="144"/>
                </a:cubicBezTo>
                <a:cubicBezTo>
                  <a:pt x="1338" y="148"/>
                  <a:pt x="1337" y="153"/>
                  <a:pt x="1337" y="160"/>
                </a:cubicBezTo>
                <a:cubicBezTo>
                  <a:pt x="1337" y="166"/>
                  <a:pt x="1338" y="171"/>
                  <a:pt x="1342" y="175"/>
                </a:cubicBezTo>
                <a:cubicBezTo>
                  <a:pt x="1345" y="179"/>
                  <a:pt x="1350" y="181"/>
                  <a:pt x="1356" y="181"/>
                </a:cubicBezTo>
                <a:moveTo>
                  <a:pt x="1356" y="207"/>
                </a:moveTo>
                <a:cubicBezTo>
                  <a:pt x="1349" y="207"/>
                  <a:pt x="1342" y="205"/>
                  <a:pt x="1336" y="203"/>
                </a:cubicBezTo>
                <a:cubicBezTo>
                  <a:pt x="1330" y="201"/>
                  <a:pt x="1325" y="198"/>
                  <a:pt x="1321" y="193"/>
                </a:cubicBezTo>
                <a:cubicBezTo>
                  <a:pt x="1317" y="189"/>
                  <a:pt x="1313" y="184"/>
                  <a:pt x="1311" y="178"/>
                </a:cubicBezTo>
                <a:cubicBezTo>
                  <a:pt x="1308" y="173"/>
                  <a:pt x="1307" y="166"/>
                  <a:pt x="1307" y="160"/>
                </a:cubicBezTo>
                <a:cubicBezTo>
                  <a:pt x="1307" y="153"/>
                  <a:pt x="1308" y="147"/>
                  <a:pt x="1311" y="141"/>
                </a:cubicBezTo>
                <a:cubicBezTo>
                  <a:pt x="1313" y="135"/>
                  <a:pt x="1317" y="130"/>
                  <a:pt x="1321" y="126"/>
                </a:cubicBezTo>
                <a:cubicBezTo>
                  <a:pt x="1325" y="122"/>
                  <a:pt x="1331" y="118"/>
                  <a:pt x="1337" y="116"/>
                </a:cubicBezTo>
                <a:cubicBezTo>
                  <a:pt x="1342" y="114"/>
                  <a:pt x="1349" y="113"/>
                  <a:pt x="1356" y="113"/>
                </a:cubicBezTo>
                <a:cubicBezTo>
                  <a:pt x="1363" y="113"/>
                  <a:pt x="1369" y="114"/>
                  <a:pt x="1375" y="116"/>
                </a:cubicBezTo>
                <a:cubicBezTo>
                  <a:pt x="1381" y="118"/>
                  <a:pt x="1386" y="122"/>
                  <a:pt x="1391" y="126"/>
                </a:cubicBezTo>
                <a:cubicBezTo>
                  <a:pt x="1395" y="130"/>
                  <a:pt x="1398" y="135"/>
                  <a:pt x="1401" y="141"/>
                </a:cubicBezTo>
                <a:cubicBezTo>
                  <a:pt x="1403" y="147"/>
                  <a:pt x="1404" y="153"/>
                  <a:pt x="1404" y="160"/>
                </a:cubicBezTo>
                <a:cubicBezTo>
                  <a:pt x="1404" y="166"/>
                  <a:pt x="1403" y="173"/>
                  <a:pt x="1401" y="178"/>
                </a:cubicBezTo>
                <a:cubicBezTo>
                  <a:pt x="1398" y="184"/>
                  <a:pt x="1395" y="189"/>
                  <a:pt x="1391" y="193"/>
                </a:cubicBezTo>
                <a:cubicBezTo>
                  <a:pt x="1386" y="197"/>
                  <a:pt x="1381" y="201"/>
                  <a:pt x="1375" y="203"/>
                </a:cubicBezTo>
                <a:cubicBezTo>
                  <a:pt x="1369" y="205"/>
                  <a:pt x="1363" y="207"/>
                  <a:pt x="1356" y="207"/>
                </a:cubicBezTo>
                <a:moveTo>
                  <a:pt x="1239" y="115"/>
                </a:moveTo>
                <a:cubicBezTo>
                  <a:pt x="1269" y="115"/>
                  <a:pt x="1269" y="115"/>
                  <a:pt x="1269" y="115"/>
                </a:cubicBezTo>
                <a:cubicBezTo>
                  <a:pt x="1269" y="129"/>
                  <a:pt x="1269" y="129"/>
                  <a:pt x="1269" y="129"/>
                </a:cubicBezTo>
                <a:cubicBezTo>
                  <a:pt x="1271" y="124"/>
                  <a:pt x="1274" y="120"/>
                  <a:pt x="1278" y="118"/>
                </a:cubicBezTo>
                <a:cubicBezTo>
                  <a:pt x="1282" y="115"/>
                  <a:pt x="1286" y="114"/>
                  <a:pt x="1291" y="114"/>
                </a:cubicBezTo>
                <a:cubicBezTo>
                  <a:pt x="1295" y="114"/>
                  <a:pt x="1299" y="114"/>
                  <a:pt x="1301" y="116"/>
                </a:cubicBezTo>
                <a:cubicBezTo>
                  <a:pt x="1299" y="145"/>
                  <a:pt x="1299" y="145"/>
                  <a:pt x="1299" y="145"/>
                </a:cubicBezTo>
                <a:cubicBezTo>
                  <a:pt x="1297" y="144"/>
                  <a:pt x="1296" y="143"/>
                  <a:pt x="1293" y="143"/>
                </a:cubicBezTo>
                <a:cubicBezTo>
                  <a:pt x="1291" y="143"/>
                  <a:pt x="1289" y="142"/>
                  <a:pt x="1288" y="142"/>
                </a:cubicBezTo>
                <a:cubicBezTo>
                  <a:pt x="1276" y="142"/>
                  <a:pt x="1270" y="150"/>
                  <a:pt x="1270" y="166"/>
                </a:cubicBezTo>
                <a:cubicBezTo>
                  <a:pt x="1270" y="204"/>
                  <a:pt x="1270" y="204"/>
                  <a:pt x="1270" y="204"/>
                </a:cubicBezTo>
                <a:cubicBezTo>
                  <a:pt x="1239" y="204"/>
                  <a:pt x="1239" y="204"/>
                  <a:pt x="1239" y="204"/>
                </a:cubicBezTo>
                <a:lnTo>
                  <a:pt x="1239" y="115"/>
                </a:lnTo>
                <a:close/>
                <a:moveTo>
                  <a:pt x="1195" y="150"/>
                </a:moveTo>
                <a:cubicBezTo>
                  <a:pt x="1195" y="145"/>
                  <a:pt x="1193" y="142"/>
                  <a:pt x="1191" y="139"/>
                </a:cubicBezTo>
                <a:cubicBezTo>
                  <a:pt x="1188" y="136"/>
                  <a:pt x="1184" y="135"/>
                  <a:pt x="1180" y="135"/>
                </a:cubicBezTo>
                <a:cubicBezTo>
                  <a:pt x="1172" y="135"/>
                  <a:pt x="1166" y="140"/>
                  <a:pt x="1164" y="150"/>
                </a:cubicBezTo>
                <a:lnTo>
                  <a:pt x="1195" y="150"/>
                </a:lnTo>
                <a:close/>
                <a:moveTo>
                  <a:pt x="1224" y="197"/>
                </a:moveTo>
                <a:cubicBezTo>
                  <a:pt x="1219" y="200"/>
                  <a:pt x="1214" y="203"/>
                  <a:pt x="1208" y="204"/>
                </a:cubicBezTo>
                <a:cubicBezTo>
                  <a:pt x="1201" y="206"/>
                  <a:pt x="1195" y="207"/>
                  <a:pt x="1188" y="207"/>
                </a:cubicBezTo>
                <a:cubicBezTo>
                  <a:pt x="1180" y="207"/>
                  <a:pt x="1172" y="206"/>
                  <a:pt x="1166" y="203"/>
                </a:cubicBezTo>
                <a:cubicBezTo>
                  <a:pt x="1159" y="201"/>
                  <a:pt x="1153" y="198"/>
                  <a:pt x="1149" y="194"/>
                </a:cubicBezTo>
                <a:cubicBezTo>
                  <a:pt x="1144" y="190"/>
                  <a:pt x="1141" y="185"/>
                  <a:pt x="1138" y="179"/>
                </a:cubicBezTo>
                <a:cubicBezTo>
                  <a:pt x="1136" y="173"/>
                  <a:pt x="1134" y="167"/>
                  <a:pt x="1134" y="160"/>
                </a:cubicBezTo>
                <a:cubicBezTo>
                  <a:pt x="1134" y="153"/>
                  <a:pt x="1136" y="146"/>
                  <a:pt x="1138" y="141"/>
                </a:cubicBezTo>
                <a:cubicBezTo>
                  <a:pt x="1140" y="135"/>
                  <a:pt x="1143" y="130"/>
                  <a:pt x="1147" y="126"/>
                </a:cubicBezTo>
                <a:cubicBezTo>
                  <a:pt x="1151" y="122"/>
                  <a:pt x="1156" y="118"/>
                  <a:pt x="1162" y="116"/>
                </a:cubicBezTo>
                <a:cubicBezTo>
                  <a:pt x="1168" y="114"/>
                  <a:pt x="1174" y="113"/>
                  <a:pt x="1181" y="113"/>
                </a:cubicBezTo>
                <a:cubicBezTo>
                  <a:pt x="1187" y="113"/>
                  <a:pt x="1193" y="114"/>
                  <a:pt x="1199" y="116"/>
                </a:cubicBezTo>
                <a:cubicBezTo>
                  <a:pt x="1204" y="118"/>
                  <a:pt x="1209" y="121"/>
                  <a:pt x="1212" y="125"/>
                </a:cubicBezTo>
                <a:cubicBezTo>
                  <a:pt x="1216" y="128"/>
                  <a:pt x="1219" y="133"/>
                  <a:pt x="1221" y="138"/>
                </a:cubicBezTo>
                <a:cubicBezTo>
                  <a:pt x="1223" y="144"/>
                  <a:pt x="1224" y="150"/>
                  <a:pt x="1224" y="157"/>
                </a:cubicBezTo>
                <a:cubicBezTo>
                  <a:pt x="1224" y="161"/>
                  <a:pt x="1224" y="165"/>
                  <a:pt x="1223" y="168"/>
                </a:cubicBezTo>
                <a:cubicBezTo>
                  <a:pt x="1165" y="168"/>
                  <a:pt x="1165" y="168"/>
                  <a:pt x="1165" y="168"/>
                </a:cubicBezTo>
                <a:cubicBezTo>
                  <a:pt x="1168" y="178"/>
                  <a:pt x="1176" y="183"/>
                  <a:pt x="1191" y="183"/>
                </a:cubicBezTo>
                <a:cubicBezTo>
                  <a:pt x="1194" y="183"/>
                  <a:pt x="1198" y="182"/>
                  <a:pt x="1203" y="181"/>
                </a:cubicBezTo>
                <a:cubicBezTo>
                  <a:pt x="1207" y="180"/>
                  <a:pt x="1211" y="179"/>
                  <a:pt x="1214" y="178"/>
                </a:cubicBezTo>
                <a:lnTo>
                  <a:pt x="1224" y="197"/>
                </a:lnTo>
                <a:close/>
                <a:moveTo>
                  <a:pt x="1077" y="148"/>
                </a:moveTo>
                <a:cubicBezTo>
                  <a:pt x="1062" y="103"/>
                  <a:pt x="1062" y="103"/>
                  <a:pt x="1062" y="103"/>
                </a:cubicBezTo>
                <a:cubicBezTo>
                  <a:pt x="1047" y="148"/>
                  <a:pt x="1047" y="148"/>
                  <a:pt x="1047" y="148"/>
                </a:cubicBezTo>
                <a:lnTo>
                  <a:pt x="1077" y="148"/>
                </a:lnTo>
                <a:close/>
                <a:moveTo>
                  <a:pt x="1046" y="73"/>
                </a:moveTo>
                <a:cubicBezTo>
                  <a:pt x="1081" y="73"/>
                  <a:pt x="1081" y="73"/>
                  <a:pt x="1081" y="73"/>
                </a:cubicBezTo>
                <a:cubicBezTo>
                  <a:pt x="1133" y="204"/>
                  <a:pt x="1133" y="204"/>
                  <a:pt x="1133" y="204"/>
                </a:cubicBezTo>
                <a:cubicBezTo>
                  <a:pt x="1096" y="204"/>
                  <a:pt x="1096" y="204"/>
                  <a:pt x="1096" y="204"/>
                </a:cubicBezTo>
                <a:cubicBezTo>
                  <a:pt x="1086" y="174"/>
                  <a:pt x="1086" y="174"/>
                  <a:pt x="1086" y="174"/>
                </a:cubicBezTo>
                <a:cubicBezTo>
                  <a:pt x="1039" y="174"/>
                  <a:pt x="1039" y="174"/>
                  <a:pt x="1039" y="174"/>
                </a:cubicBezTo>
                <a:cubicBezTo>
                  <a:pt x="1029" y="204"/>
                  <a:pt x="1029" y="204"/>
                  <a:pt x="1029" y="204"/>
                </a:cubicBezTo>
                <a:cubicBezTo>
                  <a:pt x="995" y="204"/>
                  <a:pt x="995" y="204"/>
                  <a:pt x="995" y="204"/>
                </a:cubicBezTo>
                <a:lnTo>
                  <a:pt x="1046" y="73"/>
                </a:lnTo>
                <a:close/>
                <a:moveTo>
                  <a:pt x="921" y="135"/>
                </a:moveTo>
                <a:cubicBezTo>
                  <a:pt x="914" y="135"/>
                  <a:pt x="911" y="137"/>
                  <a:pt x="911" y="140"/>
                </a:cubicBezTo>
                <a:cubicBezTo>
                  <a:pt x="911" y="142"/>
                  <a:pt x="912" y="144"/>
                  <a:pt x="914" y="145"/>
                </a:cubicBezTo>
                <a:cubicBezTo>
                  <a:pt x="916" y="146"/>
                  <a:pt x="919" y="147"/>
                  <a:pt x="924" y="148"/>
                </a:cubicBezTo>
                <a:cubicBezTo>
                  <a:pt x="935" y="151"/>
                  <a:pt x="943" y="154"/>
                  <a:pt x="948" y="159"/>
                </a:cubicBezTo>
                <a:cubicBezTo>
                  <a:pt x="952" y="164"/>
                  <a:pt x="955" y="170"/>
                  <a:pt x="955" y="179"/>
                </a:cubicBezTo>
                <a:cubicBezTo>
                  <a:pt x="955" y="187"/>
                  <a:pt x="951" y="194"/>
                  <a:pt x="944" y="199"/>
                </a:cubicBezTo>
                <a:cubicBezTo>
                  <a:pt x="937" y="204"/>
                  <a:pt x="928" y="207"/>
                  <a:pt x="915" y="207"/>
                </a:cubicBezTo>
                <a:cubicBezTo>
                  <a:pt x="908" y="207"/>
                  <a:pt x="901" y="206"/>
                  <a:pt x="895" y="204"/>
                </a:cubicBezTo>
                <a:cubicBezTo>
                  <a:pt x="888" y="203"/>
                  <a:pt x="883" y="201"/>
                  <a:pt x="880" y="198"/>
                </a:cubicBezTo>
                <a:cubicBezTo>
                  <a:pt x="890" y="180"/>
                  <a:pt x="890" y="180"/>
                  <a:pt x="890" y="180"/>
                </a:cubicBezTo>
                <a:cubicBezTo>
                  <a:pt x="893" y="181"/>
                  <a:pt x="897" y="182"/>
                  <a:pt x="901" y="183"/>
                </a:cubicBezTo>
                <a:cubicBezTo>
                  <a:pt x="905" y="184"/>
                  <a:pt x="909" y="184"/>
                  <a:pt x="913" y="184"/>
                </a:cubicBezTo>
                <a:cubicBezTo>
                  <a:pt x="920" y="184"/>
                  <a:pt x="924" y="182"/>
                  <a:pt x="924" y="179"/>
                </a:cubicBezTo>
                <a:cubicBezTo>
                  <a:pt x="924" y="178"/>
                  <a:pt x="924" y="177"/>
                  <a:pt x="924" y="176"/>
                </a:cubicBezTo>
                <a:cubicBezTo>
                  <a:pt x="923" y="176"/>
                  <a:pt x="923" y="175"/>
                  <a:pt x="922" y="175"/>
                </a:cubicBezTo>
                <a:cubicBezTo>
                  <a:pt x="921" y="174"/>
                  <a:pt x="919" y="173"/>
                  <a:pt x="918" y="173"/>
                </a:cubicBezTo>
                <a:cubicBezTo>
                  <a:pt x="916" y="172"/>
                  <a:pt x="914" y="172"/>
                  <a:pt x="911" y="171"/>
                </a:cubicBezTo>
                <a:cubicBezTo>
                  <a:pt x="906" y="170"/>
                  <a:pt x="901" y="168"/>
                  <a:pt x="897" y="166"/>
                </a:cubicBezTo>
                <a:cubicBezTo>
                  <a:pt x="893" y="164"/>
                  <a:pt x="890" y="162"/>
                  <a:pt x="888" y="160"/>
                </a:cubicBezTo>
                <a:cubicBezTo>
                  <a:pt x="885" y="157"/>
                  <a:pt x="884" y="155"/>
                  <a:pt x="883" y="152"/>
                </a:cubicBezTo>
                <a:cubicBezTo>
                  <a:pt x="881" y="148"/>
                  <a:pt x="881" y="145"/>
                  <a:pt x="881" y="141"/>
                </a:cubicBezTo>
                <a:cubicBezTo>
                  <a:pt x="881" y="132"/>
                  <a:pt x="884" y="125"/>
                  <a:pt x="891" y="120"/>
                </a:cubicBezTo>
                <a:cubicBezTo>
                  <a:pt x="898" y="115"/>
                  <a:pt x="907" y="113"/>
                  <a:pt x="919" y="113"/>
                </a:cubicBezTo>
                <a:cubicBezTo>
                  <a:pt x="925" y="113"/>
                  <a:pt x="931" y="113"/>
                  <a:pt x="936" y="115"/>
                </a:cubicBezTo>
                <a:cubicBezTo>
                  <a:pt x="942" y="116"/>
                  <a:pt x="947" y="117"/>
                  <a:pt x="951" y="120"/>
                </a:cubicBezTo>
                <a:cubicBezTo>
                  <a:pt x="948" y="142"/>
                  <a:pt x="948" y="142"/>
                  <a:pt x="948" y="142"/>
                </a:cubicBezTo>
                <a:cubicBezTo>
                  <a:pt x="943" y="140"/>
                  <a:pt x="939" y="138"/>
                  <a:pt x="934" y="137"/>
                </a:cubicBezTo>
                <a:cubicBezTo>
                  <a:pt x="929" y="136"/>
                  <a:pt x="925" y="135"/>
                  <a:pt x="921" y="135"/>
                </a:cubicBezTo>
                <a:moveTo>
                  <a:pt x="780" y="115"/>
                </a:moveTo>
                <a:cubicBezTo>
                  <a:pt x="810" y="115"/>
                  <a:pt x="810" y="115"/>
                  <a:pt x="810" y="115"/>
                </a:cubicBezTo>
                <a:cubicBezTo>
                  <a:pt x="810" y="126"/>
                  <a:pt x="810" y="126"/>
                  <a:pt x="810" y="126"/>
                </a:cubicBezTo>
                <a:cubicBezTo>
                  <a:pt x="812" y="122"/>
                  <a:pt x="816" y="119"/>
                  <a:pt x="820" y="116"/>
                </a:cubicBezTo>
                <a:cubicBezTo>
                  <a:pt x="825" y="114"/>
                  <a:pt x="830" y="113"/>
                  <a:pt x="836" y="113"/>
                </a:cubicBezTo>
                <a:cubicBezTo>
                  <a:pt x="846" y="113"/>
                  <a:pt x="853" y="116"/>
                  <a:pt x="859" y="122"/>
                </a:cubicBezTo>
                <a:cubicBezTo>
                  <a:pt x="864" y="128"/>
                  <a:pt x="866" y="138"/>
                  <a:pt x="866" y="150"/>
                </a:cubicBezTo>
                <a:cubicBezTo>
                  <a:pt x="866" y="204"/>
                  <a:pt x="866" y="204"/>
                  <a:pt x="866" y="204"/>
                </a:cubicBezTo>
                <a:cubicBezTo>
                  <a:pt x="836" y="204"/>
                  <a:pt x="836" y="204"/>
                  <a:pt x="836" y="204"/>
                </a:cubicBezTo>
                <a:cubicBezTo>
                  <a:pt x="836" y="156"/>
                  <a:pt x="836" y="156"/>
                  <a:pt x="836" y="156"/>
                </a:cubicBezTo>
                <a:cubicBezTo>
                  <a:pt x="836" y="145"/>
                  <a:pt x="832" y="140"/>
                  <a:pt x="824" y="140"/>
                </a:cubicBezTo>
                <a:cubicBezTo>
                  <a:pt x="819" y="140"/>
                  <a:pt x="816" y="142"/>
                  <a:pt x="814" y="144"/>
                </a:cubicBezTo>
                <a:cubicBezTo>
                  <a:pt x="812" y="147"/>
                  <a:pt x="810" y="152"/>
                  <a:pt x="810" y="157"/>
                </a:cubicBezTo>
                <a:cubicBezTo>
                  <a:pt x="810" y="204"/>
                  <a:pt x="810" y="204"/>
                  <a:pt x="810" y="204"/>
                </a:cubicBezTo>
                <a:cubicBezTo>
                  <a:pt x="780" y="204"/>
                  <a:pt x="780" y="204"/>
                  <a:pt x="780" y="204"/>
                </a:cubicBezTo>
                <a:lnTo>
                  <a:pt x="780" y="115"/>
                </a:lnTo>
                <a:close/>
                <a:moveTo>
                  <a:pt x="729" y="115"/>
                </a:moveTo>
                <a:cubicBezTo>
                  <a:pt x="760" y="115"/>
                  <a:pt x="760" y="115"/>
                  <a:pt x="760" y="115"/>
                </a:cubicBezTo>
                <a:cubicBezTo>
                  <a:pt x="760" y="204"/>
                  <a:pt x="760" y="204"/>
                  <a:pt x="760" y="204"/>
                </a:cubicBezTo>
                <a:cubicBezTo>
                  <a:pt x="729" y="204"/>
                  <a:pt x="729" y="204"/>
                  <a:pt x="729" y="204"/>
                </a:cubicBezTo>
                <a:lnTo>
                  <a:pt x="729" y="115"/>
                </a:lnTo>
                <a:close/>
                <a:moveTo>
                  <a:pt x="744" y="101"/>
                </a:moveTo>
                <a:cubicBezTo>
                  <a:pt x="739" y="101"/>
                  <a:pt x="735" y="100"/>
                  <a:pt x="732" y="97"/>
                </a:cubicBezTo>
                <a:cubicBezTo>
                  <a:pt x="729" y="94"/>
                  <a:pt x="727" y="90"/>
                  <a:pt x="727" y="85"/>
                </a:cubicBezTo>
                <a:cubicBezTo>
                  <a:pt x="727" y="80"/>
                  <a:pt x="729" y="76"/>
                  <a:pt x="732" y="73"/>
                </a:cubicBezTo>
                <a:cubicBezTo>
                  <a:pt x="735" y="70"/>
                  <a:pt x="739" y="68"/>
                  <a:pt x="744" y="68"/>
                </a:cubicBezTo>
                <a:cubicBezTo>
                  <a:pt x="749" y="68"/>
                  <a:pt x="753" y="70"/>
                  <a:pt x="757" y="73"/>
                </a:cubicBezTo>
                <a:cubicBezTo>
                  <a:pt x="760" y="76"/>
                  <a:pt x="762" y="80"/>
                  <a:pt x="762" y="85"/>
                </a:cubicBezTo>
                <a:cubicBezTo>
                  <a:pt x="762" y="90"/>
                  <a:pt x="760" y="94"/>
                  <a:pt x="757" y="97"/>
                </a:cubicBezTo>
                <a:cubicBezTo>
                  <a:pt x="753" y="100"/>
                  <a:pt x="749" y="101"/>
                  <a:pt x="744" y="101"/>
                </a:cubicBezTo>
                <a:moveTo>
                  <a:pt x="676" y="73"/>
                </a:moveTo>
                <a:cubicBezTo>
                  <a:pt x="707" y="73"/>
                  <a:pt x="707" y="73"/>
                  <a:pt x="707" y="73"/>
                </a:cubicBezTo>
                <a:cubicBezTo>
                  <a:pt x="707" y="204"/>
                  <a:pt x="707" y="204"/>
                  <a:pt x="707" y="204"/>
                </a:cubicBezTo>
                <a:cubicBezTo>
                  <a:pt x="676" y="204"/>
                  <a:pt x="676" y="204"/>
                  <a:pt x="676" y="204"/>
                </a:cubicBezTo>
                <a:lnTo>
                  <a:pt x="676" y="73"/>
                </a:lnTo>
                <a:close/>
                <a:moveTo>
                  <a:pt x="625" y="73"/>
                </a:moveTo>
                <a:cubicBezTo>
                  <a:pt x="656" y="73"/>
                  <a:pt x="656" y="73"/>
                  <a:pt x="656" y="73"/>
                </a:cubicBezTo>
                <a:cubicBezTo>
                  <a:pt x="656" y="204"/>
                  <a:pt x="656" y="204"/>
                  <a:pt x="656" y="204"/>
                </a:cubicBezTo>
                <a:cubicBezTo>
                  <a:pt x="625" y="204"/>
                  <a:pt x="625" y="204"/>
                  <a:pt x="625" y="204"/>
                </a:cubicBezTo>
                <a:lnTo>
                  <a:pt x="625" y="73"/>
                </a:lnTo>
                <a:close/>
                <a:moveTo>
                  <a:pt x="564" y="181"/>
                </a:moveTo>
                <a:cubicBezTo>
                  <a:pt x="570" y="181"/>
                  <a:pt x="574" y="179"/>
                  <a:pt x="578" y="175"/>
                </a:cubicBezTo>
                <a:cubicBezTo>
                  <a:pt x="581" y="171"/>
                  <a:pt x="583" y="166"/>
                  <a:pt x="583" y="160"/>
                </a:cubicBezTo>
                <a:cubicBezTo>
                  <a:pt x="583" y="153"/>
                  <a:pt x="581" y="148"/>
                  <a:pt x="578" y="144"/>
                </a:cubicBezTo>
                <a:cubicBezTo>
                  <a:pt x="574" y="140"/>
                  <a:pt x="570" y="139"/>
                  <a:pt x="564" y="139"/>
                </a:cubicBezTo>
                <a:cubicBezTo>
                  <a:pt x="558" y="139"/>
                  <a:pt x="553" y="140"/>
                  <a:pt x="550" y="144"/>
                </a:cubicBezTo>
                <a:cubicBezTo>
                  <a:pt x="546" y="148"/>
                  <a:pt x="544" y="153"/>
                  <a:pt x="544" y="160"/>
                </a:cubicBezTo>
                <a:cubicBezTo>
                  <a:pt x="544" y="166"/>
                  <a:pt x="546" y="171"/>
                  <a:pt x="550" y="175"/>
                </a:cubicBezTo>
                <a:cubicBezTo>
                  <a:pt x="553" y="179"/>
                  <a:pt x="558" y="181"/>
                  <a:pt x="564" y="181"/>
                </a:cubicBezTo>
                <a:moveTo>
                  <a:pt x="564" y="207"/>
                </a:moveTo>
                <a:cubicBezTo>
                  <a:pt x="557" y="207"/>
                  <a:pt x="550" y="205"/>
                  <a:pt x="544" y="203"/>
                </a:cubicBezTo>
                <a:cubicBezTo>
                  <a:pt x="538" y="200"/>
                  <a:pt x="533" y="197"/>
                  <a:pt x="529" y="192"/>
                </a:cubicBezTo>
                <a:cubicBezTo>
                  <a:pt x="524" y="188"/>
                  <a:pt x="521" y="183"/>
                  <a:pt x="518" y="177"/>
                </a:cubicBezTo>
                <a:cubicBezTo>
                  <a:pt x="516" y="171"/>
                  <a:pt x="515" y="164"/>
                  <a:pt x="515" y="158"/>
                </a:cubicBezTo>
                <a:cubicBezTo>
                  <a:pt x="515" y="151"/>
                  <a:pt x="516" y="145"/>
                  <a:pt x="518" y="139"/>
                </a:cubicBezTo>
                <a:cubicBezTo>
                  <a:pt x="521" y="134"/>
                  <a:pt x="524" y="129"/>
                  <a:pt x="529" y="125"/>
                </a:cubicBezTo>
                <a:cubicBezTo>
                  <a:pt x="533" y="121"/>
                  <a:pt x="538" y="118"/>
                  <a:pt x="544" y="116"/>
                </a:cubicBezTo>
                <a:cubicBezTo>
                  <a:pt x="550" y="114"/>
                  <a:pt x="557" y="113"/>
                  <a:pt x="564" y="113"/>
                </a:cubicBezTo>
                <a:cubicBezTo>
                  <a:pt x="571" y="113"/>
                  <a:pt x="577" y="114"/>
                  <a:pt x="583" y="116"/>
                </a:cubicBezTo>
                <a:cubicBezTo>
                  <a:pt x="589" y="118"/>
                  <a:pt x="594" y="122"/>
                  <a:pt x="599" y="126"/>
                </a:cubicBezTo>
                <a:cubicBezTo>
                  <a:pt x="603" y="130"/>
                  <a:pt x="606" y="135"/>
                  <a:pt x="609" y="141"/>
                </a:cubicBezTo>
                <a:cubicBezTo>
                  <a:pt x="611" y="147"/>
                  <a:pt x="612" y="153"/>
                  <a:pt x="612" y="160"/>
                </a:cubicBezTo>
                <a:cubicBezTo>
                  <a:pt x="612" y="166"/>
                  <a:pt x="611" y="173"/>
                  <a:pt x="609" y="178"/>
                </a:cubicBezTo>
                <a:cubicBezTo>
                  <a:pt x="606" y="184"/>
                  <a:pt x="603" y="189"/>
                  <a:pt x="599" y="193"/>
                </a:cubicBezTo>
                <a:cubicBezTo>
                  <a:pt x="594" y="197"/>
                  <a:pt x="589" y="201"/>
                  <a:pt x="583" y="203"/>
                </a:cubicBezTo>
                <a:cubicBezTo>
                  <a:pt x="577" y="205"/>
                  <a:pt x="571" y="207"/>
                  <a:pt x="564" y="207"/>
                </a:cubicBezTo>
                <a:moveTo>
                  <a:pt x="507" y="192"/>
                </a:moveTo>
                <a:cubicBezTo>
                  <a:pt x="501" y="196"/>
                  <a:pt x="494" y="200"/>
                  <a:pt x="486" y="202"/>
                </a:cubicBezTo>
                <a:cubicBezTo>
                  <a:pt x="478" y="205"/>
                  <a:pt x="469" y="206"/>
                  <a:pt x="460" y="206"/>
                </a:cubicBezTo>
                <a:cubicBezTo>
                  <a:pt x="450" y="206"/>
                  <a:pt x="440" y="204"/>
                  <a:pt x="432" y="201"/>
                </a:cubicBezTo>
                <a:cubicBezTo>
                  <a:pt x="424" y="198"/>
                  <a:pt x="417" y="194"/>
                  <a:pt x="411" y="188"/>
                </a:cubicBezTo>
                <a:cubicBezTo>
                  <a:pt x="405" y="183"/>
                  <a:pt x="401" y="176"/>
                  <a:pt x="398" y="167"/>
                </a:cubicBezTo>
                <a:cubicBezTo>
                  <a:pt x="394" y="159"/>
                  <a:pt x="393" y="150"/>
                  <a:pt x="393" y="139"/>
                </a:cubicBezTo>
                <a:cubicBezTo>
                  <a:pt x="393" y="129"/>
                  <a:pt x="395" y="120"/>
                  <a:pt x="398" y="112"/>
                </a:cubicBezTo>
                <a:cubicBezTo>
                  <a:pt x="402" y="104"/>
                  <a:pt x="406" y="96"/>
                  <a:pt x="413" y="90"/>
                </a:cubicBezTo>
                <a:cubicBezTo>
                  <a:pt x="419" y="85"/>
                  <a:pt x="427" y="80"/>
                  <a:pt x="435" y="77"/>
                </a:cubicBezTo>
                <a:cubicBezTo>
                  <a:pt x="444" y="73"/>
                  <a:pt x="454" y="72"/>
                  <a:pt x="464" y="72"/>
                </a:cubicBezTo>
                <a:cubicBezTo>
                  <a:pt x="468" y="72"/>
                  <a:pt x="472" y="72"/>
                  <a:pt x="476" y="72"/>
                </a:cubicBezTo>
                <a:cubicBezTo>
                  <a:pt x="480" y="73"/>
                  <a:pt x="484" y="74"/>
                  <a:pt x="487" y="75"/>
                </a:cubicBezTo>
                <a:cubicBezTo>
                  <a:pt x="491" y="76"/>
                  <a:pt x="495" y="77"/>
                  <a:pt x="498" y="78"/>
                </a:cubicBezTo>
                <a:cubicBezTo>
                  <a:pt x="501" y="79"/>
                  <a:pt x="504" y="81"/>
                  <a:pt x="507" y="82"/>
                </a:cubicBezTo>
                <a:cubicBezTo>
                  <a:pt x="493" y="109"/>
                  <a:pt x="493" y="109"/>
                  <a:pt x="493" y="109"/>
                </a:cubicBezTo>
                <a:cubicBezTo>
                  <a:pt x="490" y="108"/>
                  <a:pt x="488" y="107"/>
                  <a:pt x="486" y="106"/>
                </a:cubicBezTo>
                <a:cubicBezTo>
                  <a:pt x="484" y="105"/>
                  <a:pt x="482" y="104"/>
                  <a:pt x="480" y="104"/>
                </a:cubicBezTo>
                <a:cubicBezTo>
                  <a:pt x="478" y="103"/>
                  <a:pt x="476" y="103"/>
                  <a:pt x="474" y="102"/>
                </a:cubicBezTo>
                <a:cubicBezTo>
                  <a:pt x="472" y="102"/>
                  <a:pt x="469" y="102"/>
                  <a:pt x="466" y="102"/>
                </a:cubicBezTo>
                <a:cubicBezTo>
                  <a:pt x="455" y="102"/>
                  <a:pt x="445" y="105"/>
                  <a:pt x="439" y="112"/>
                </a:cubicBezTo>
                <a:cubicBezTo>
                  <a:pt x="432" y="118"/>
                  <a:pt x="428" y="127"/>
                  <a:pt x="428" y="139"/>
                </a:cubicBezTo>
                <a:cubicBezTo>
                  <a:pt x="428" y="144"/>
                  <a:pt x="429" y="149"/>
                  <a:pt x="431" y="154"/>
                </a:cubicBezTo>
                <a:cubicBezTo>
                  <a:pt x="433" y="158"/>
                  <a:pt x="435" y="162"/>
                  <a:pt x="438" y="165"/>
                </a:cubicBezTo>
                <a:cubicBezTo>
                  <a:pt x="441" y="168"/>
                  <a:pt x="445" y="171"/>
                  <a:pt x="449" y="173"/>
                </a:cubicBezTo>
                <a:cubicBezTo>
                  <a:pt x="454" y="175"/>
                  <a:pt x="459" y="175"/>
                  <a:pt x="464" y="175"/>
                </a:cubicBezTo>
                <a:cubicBezTo>
                  <a:pt x="469" y="175"/>
                  <a:pt x="474" y="175"/>
                  <a:pt x="479" y="173"/>
                </a:cubicBezTo>
                <a:cubicBezTo>
                  <a:pt x="484" y="171"/>
                  <a:pt x="489" y="168"/>
                  <a:pt x="493" y="165"/>
                </a:cubicBezTo>
                <a:lnTo>
                  <a:pt x="507" y="192"/>
                </a:lnTo>
                <a:close/>
                <a:moveTo>
                  <a:pt x="126" y="2"/>
                </a:moveTo>
                <a:cubicBezTo>
                  <a:pt x="130" y="1"/>
                  <a:pt x="133" y="1"/>
                  <a:pt x="137" y="0"/>
                </a:cubicBezTo>
                <a:cubicBezTo>
                  <a:pt x="154" y="95"/>
                  <a:pt x="154" y="95"/>
                  <a:pt x="154" y="95"/>
                </a:cubicBezTo>
                <a:cubicBezTo>
                  <a:pt x="150" y="96"/>
                  <a:pt x="146" y="96"/>
                  <a:pt x="143" y="97"/>
                </a:cubicBezTo>
                <a:lnTo>
                  <a:pt x="126" y="2"/>
                </a:lnTo>
                <a:close/>
                <a:moveTo>
                  <a:pt x="122" y="107"/>
                </a:moveTo>
                <a:cubicBezTo>
                  <a:pt x="126" y="105"/>
                  <a:pt x="129" y="102"/>
                  <a:pt x="133" y="101"/>
                </a:cubicBezTo>
                <a:cubicBezTo>
                  <a:pt x="85" y="17"/>
                  <a:pt x="85" y="17"/>
                  <a:pt x="85" y="17"/>
                </a:cubicBezTo>
                <a:cubicBezTo>
                  <a:pt x="82" y="19"/>
                  <a:pt x="78" y="21"/>
                  <a:pt x="74" y="24"/>
                </a:cubicBezTo>
                <a:lnTo>
                  <a:pt x="122" y="107"/>
                </a:lnTo>
                <a:close/>
                <a:moveTo>
                  <a:pt x="95" y="160"/>
                </a:moveTo>
                <a:cubicBezTo>
                  <a:pt x="95" y="156"/>
                  <a:pt x="95" y="153"/>
                  <a:pt x="96" y="149"/>
                </a:cubicBezTo>
                <a:cubicBezTo>
                  <a:pt x="0" y="149"/>
                  <a:pt x="0" y="149"/>
                  <a:pt x="0" y="149"/>
                </a:cubicBezTo>
                <a:cubicBezTo>
                  <a:pt x="0" y="152"/>
                  <a:pt x="0" y="156"/>
                  <a:pt x="0" y="159"/>
                </a:cubicBezTo>
                <a:cubicBezTo>
                  <a:pt x="0" y="162"/>
                  <a:pt x="0" y="165"/>
                  <a:pt x="0" y="169"/>
                </a:cubicBezTo>
                <a:cubicBezTo>
                  <a:pt x="95" y="169"/>
                  <a:pt x="95" y="169"/>
                  <a:pt x="95" y="169"/>
                </a:cubicBezTo>
                <a:cubicBezTo>
                  <a:pt x="95" y="166"/>
                  <a:pt x="95" y="163"/>
                  <a:pt x="95" y="160"/>
                </a:cubicBezTo>
                <a:moveTo>
                  <a:pt x="224" y="160"/>
                </a:moveTo>
                <a:cubicBezTo>
                  <a:pt x="224" y="195"/>
                  <a:pt x="195" y="224"/>
                  <a:pt x="159" y="224"/>
                </a:cubicBezTo>
                <a:cubicBezTo>
                  <a:pt x="128" y="224"/>
                  <a:pt x="101" y="201"/>
                  <a:pt x="96" y="171"/>
                </a:cubicBezTo>
                <a:cubicBezTo>
                  <a:pt x="6" y="203"/>
                  <a:pt x="6" y="203"/>
                  <a:pt x="6" y="203"/>
                </a:cubicBezTo>
                <a:cubicBezTo>
                  <a:pt x="8" y="210"/>
                  <a:pt x="11" y="217"/>
                  <a:pt x="14" y="224"/>
                </a:cubicBezTo>
                <a:cubicBezTo>
                  <a:pt x="103" y="191"/>
                  <a:pt x="103" y="191"/>
                  <a:pt x="103" y="191"/>
                </a:cubicBezTo>
                <a:cubicBezTo>
                  <a:pt x="30" y="253"/>
                  <a:pt x="30" y="253"/>
                  <a:pt x="30" y="253"/>
                </a:cubicBezTo>
                <a:cubicBezTo>
                  <a:pt x="34" y="259"/>
                  <a:pt x="40" y="265"/>
                  <a:pt x="45" y="271"/>
                </a:cubicBezTo>
                <a:cubicBezTo>
                  <a:pt x="113" y="213"/>
                  <a:pt x="113" y="213"/>
                  <a:pt x="113" y="213"/>
                </a:cubicBezTo>
                <a:cubicBezTo>
                  <a:pt x="69" y="291"/>
                  <a:pt x="69" y="291"/>
                  <a:pt x="69" y="291"/>
                </a:cubicBezTo>
                <a:cubicBezTo>
                  <a:pt x="76" y="296"/>
                  <a:pt x="83" y="300"/>
                  <a:pt x="91" y="304"/>
                </a:cubicBezTo>
                <a:cubicBezTo>
                  <a:pt x="133" y="231"/>
                  <a:pt x="133" y="231"/>
                  <a:pt x="133" y="231"/>
                </a:cubicBezTo>
                <a:cubicBezTo>
                  <a:pt x="118" y="314"/>
                  <a:pt x="118" y="314"/>
                  <a:pt x="118" y="314"/>
                </a:cubicBezTo>
                <a:cubicBezTo>
                  <a:pt x="127" y="317"/>
                  <a:pt x="136" y="318"/>
                  <a:pt x="146" y="319"/>
                </a:cubicBezTo>
                <a:cubicBezTo>
                  <a:pt x="159" y="241"/>
                  <a:pt x="159" y="241"/>
                  <a:pt x="159" y="241"/>
                </a:cubicBezTo>
                <a:cubicBezTo>
                  <a:pt x="173" y="319"/>
                  <a:pt x="173" y="319"/>
                  <a:pt x="173" y="319"/>
                </a:cubicBezTo>
                <a:cubicBezTo>
                  <a:pt x="183" y="318"/>
                  <a:pt x="192" y="317"/>
                  <a:pt x="202" y="314"/>
                </a:cubicBezTo>
                <a:cubicBezTo>
                  <a:pt x="189" y="242"/>
                  <a:pt x="189" y="242"/>
                  <a:pt x="189" y="242"/>
                </a:cubicBezTo>
                <a:cubicBezTo>
                  <a:pt x="225" y="305"/>
                  <a:pt x="225" y="305"/>
                  <a:pt x="225" y="305"/>
                </a:cubicBezTo>
                <a:cubicBezTo>
                  <a:pt x="235" y="301"/>
                  <a:pt x="245" y="295"/>
                  <a:pt x="253" y="289"/>
                </a:cubicBezTo>
                <a:cubicBezTo>
                  <a:pt x="220" y="231"/>
                  <a:pt x="220" y="231"/>
                  <a:pt x="220" y="231"/>
                </a:cubicBezTo>
                <a:cubicBezTo>
                  <a:pt x="271" y="274"/>
                  <a:pt x="271" y="274"/>
                  <a:pt x="271" y="274"/>
                </a:cubicBezTo>
                <a:cubicBezTo>
                  <a:pt x="279" y="266"/>
                  <a:pt x="286" y="257"/>
                  <a:pt x="293" y="247"/>
                </a:cubicBezTo>
                <a:cubicBezTo>
                  <a:pt x="247" y="209"/>
                  <a:pt x="247" y="209"/>
                  <a:pt x="247" y="209"/>
                </a:cubicBezTo>
                <a:cubicBezTo>
                  <a:pt x="303" y="229"/>
                  <a:pt x="303" y="229"/>
                  <a:pt x="303" y="229"/>
                </a:cubicBezTo>
                <a:cubicBezTo>
                  <a:pt x="308" y="219"/>
                  <a:pt x="312" y="207"/>
                  <a:pt x="315" y="195"/>
                </a:cubicBezTo>
                <a:cubicBezTo>
                  <a:pt x="266" y="177"/>
                  <a:pt x="266" y="177"/>
                  <a:pt x="266" y="177"/>
                </a:cubicBezTo>
                <a:cubicBezTo>
                  <a:pt x="318" y="177"/>
                  <a:pt x="318" y="177"/>
                  <a:pt x="318" y="177"/>
                </a:cubicBezTo>
                <a:cubicBezTo>
                  <a:pt x="319" y="171"/>
                  <a:pt x="319" y="165"/>
                  <a:pt x="319" y="159"/>
                </a:cubicBezTo>
                <a:cubicBezTo>
                  <a:pt x="319" y="152"/>
                  <a:pt x="318" y="145"/>
                  <a:pt x="317" y="138"/>
                </a:cubicBezTo>
                <a:cubicBezTo>
                  <a:pt x="220" y="138"/>
                  <a:pt x="220" y="138"/>
                  <a:pt x="220" y="138"/>
                </a:cubicBezTo>
                <a:cubicBezTo>
                  <a:pt x="223" y="145"/>
                  <a:pt x="224" y="152"/>
                  <a:pt x="224" y="160"/>
                </a:cubicBezTo>
                <a:moveTo>
                  <a:pt x="97" y="145"/>
                </a:moveTo>
                <a:cubicBezTo>
                  <a:pt x="98" y="139"/>
                  <a:pt x="100" y="134"/>
                  <a:pt x="103" y="129"/>
                </a:cubicBezTo>
                <a:cubicBezTo>
                  <a:pt x="13" y="96"/>
                  <a:pt x="13" y="96"/>
                  <a:pt x="13" y="96"/>
                </a:cubicBezTo>
                <a:cubicBezTo>
                  <a:pt x="11" y="101"/>
                  <a:pt x="9" y="107"/>
                  <a:pt x="7" y="112"/>
                </a:cubicBezTo>
                <a:lnTo>
                  <a:pt x="97" y="145"/>
                </a:lnTo>
                <a:close/>
                <a:moveTo>
                  <a:pt x="280" y="54"/>
                </a:moveTo>
                <a:cubicBezTo>
                  <a:pt x="207" y="115"/>
                  <a:pt x="207" y="115"/>
                  <a:pt x="207" y="115"/>
                </a:cubicBezTo>
                <a:cubicBezTo>
                  <a:pt x="208" y="117"/>
                  <a:pt x="210" y="119"/>
                  <a:pt x="212" y="121"/>
                </a:cubicBezTo>
                <a:cubicBezTo>
                  <a:pt x="285" y="60"/>
                  <a:pt x="285" y="60"/>
                  <a:pt x="285" y="60"/>
                </a:cubicBezTo>
                <a:cubicBezTo>
                  <a:pt x="283" y="58"/>
                  <a:pt x="281" y="56"/>
                  <a:pt x="280" y="54"/>
                </a:cubicBezTo>
                <a:moveTo>
                  <a:pt x="243" y="23"/>
                </a:moveTo>
                <a:cubicBezTo>
                  <a:pt x="241" y="21"/>
                  <a:pt x="238" y="20"/>
                  <a:pt x="236" y="18"/>
                </a:cubicBezTo>
                <a:cubicBezTo>
                  <a:pt x="188" y="102"/>
                  <a:pt x="188" y="102"/>
                  <a:pt x="188" y="102"/>
                </a:cubicBezTo>
                <a:cubicBezTo>
                  <a:pt x="190" y="103"/>
                  <a:pt x="193" y="104"/>
                  <a:pt x="196" y="106"/>
                </a:cubicBezTo>
                <a:lnTo>
                  <a:pt x="243" y="23"/>
                </a:lnTo>
                <a:close/>
                <a:moveTo>
                  <a:pt x="116" y="112"/>
                </a:moveTo>
                <a:cubicBezTo>
                  <a:pt x="42" y="50"/>
                  <a:pt x="42" y="50"/>
                  <a:pt x="42" y="50"/>
                </a:cubicBezTo>
                <a:cubicBezTo>
                  <a:pt x="39" y="54"/>
                  <a:pt x="36" y="58"/>
                  <a:pt x="33" y="62"/>
                </a:cubicBezTo>
                <a:cubicBezTo>
                  <a:pt x="106" y="124"/>
                  <a:pt x="106" y="124"/>
                  <a:pt x="106" y="124"/>
                </a:cubicBezTo>
                <a:cubicBezTo>
                  <a:pt x="109" y="119"/>
                  <a:pt x="112" y="116"/>
                  <a:pt x="116" y="112"/>
                </a:cubicBezTo>
                <a:moveTo>
                  <a:pt x="166" y="95"/>
                </a:moveTo>
                <a:cubicBezTo>
                  <a:pt x="169" y="96"/>
                  <a:pt x="172" y="96"/>
                  <a:pt x="175" y="97"/>
                </a:cubicBezTo>
                <a:cubicBezTo>
                  <a:pt x="192" y="2"/>
                  <a:pt x="192" y="2"/>
                  <a:pt x="192" y="2"/>
                </a:cubicBezTo>
                <a:cubicBezTo>
                  <a:pt x="189" y="1"/>
                  <a:pt x="186" y="1"/>
                  <a:pt x="183" y="0"/>
                </a:cubicBezTo>
                <a:lnTo>
                  <a:pt x="166" y="95"/>
                </a:lnTo>
                <a:close/>
              </a:path>
            </a:pathLst>
          </a:custGeom>
          <a:solidFill>
            <a:schemeClr val="tx1"/>
          </a:solidFill>
          <a:ln>
            <a:noFill/>
          </a:ln>
        </p:spPr>
        <p:txBody>
          <a:bodyPr vert="horz" wrap="square" lIns="121920" tIns="60960" rIns="121920" bIns="60960" numCol="1" anchor="t" anchorCtr="0" compatLnSpc="1">
            <a:prstTxWarp prst="textNoShape">
              <a:avLst/>
            </a:prstTxWarp>
          </a:bodyPr>
          <a:lstStyle/>
          <a:p>
            <a:endParaRPr lang="en-US" sz="2400"/>
          </a:p>
        </p:txBody>
      </p:sp>
    </p:spTree>
    <p:extLst>
      <p:ext uri="{BB962C8B-B14F-4D97-AF65-F5344CB8AC3E}">
        <p14:creationId xmlns:p14="http://schemas.microsoft.com/office/powerpoint/2010/main" val="3780942581"/>
      </p:ext>
    </p:extLst>
  </p:cSld>
  <p:clrMap bg1="dk1" tx1="lt1" bg2="dk2" tx2="lt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Lst>
  <p:hf sldNum="0" hdr="0" dt="0"/>
  <p:txStyles>
    <p:titleStyle>
      <a:lvl1pPr algn="l" defTabSz="609555" rtl="0" eaLnBrk="1" latinLnBrk="0" hangingPunct="1">
        <a:spcBef>
          <a:spcPct val="0"/>
        </a:spcBef>
        <a:buNone/>
        <a:defRPr sz="3200" b="0" i="0" kern="1200" cap="all" spc="400" baseline="0">
          <a:solidFill>
            <a:schemeClr val="tx1"/>
          </a:solidFill>
          <a:latin typeface="Arial" panose="020B0604020202020204" pitchFamily="34" charset="0"/>
          <a:ea typeface="+mj-ea"/>
          <a:cs typeface="Arial" panose="020B0604020202020204" pitchFamily="34" charset="0"/>
        </a:defRPr>
      </a:lvl1pPr>
    </p:titleStyle>
    <p:bodyStyle>
      <a:lvl1pPr marL="311143" indent="-311143" algn="l" defTabSz="609555" rtl="0" eaLnBrk="1" latinLnBrk="0" hangingPunct="1">
        <a:spcBef>
          <a:spcPct val="20000"/>
        </a:spcBef>
        <a:buClr>
          <a:schemeClr val="accent1"/>
        </a:buClr>
        <a:buFont typeface="Arial" panose="020B0604020202020204" pitchFamily="34" charset="0"/>
        <a:buChar char="•"/>
        <a:tabLst/>
        <a:defRPr sz="2133" kern="1200">
          <a:solidFill>
            <a:schemeClr val="tx1"/>
          </a:solidFill>
          <a:latin typeface="Arial" panose="020B0604020202020204" pitchFamily="34" charset="0"/>
          <a:ea typeface="+mn-ea"/>
          <a:cs typeface="Arial" panose="020B0604020202020204" pitchFamily="34" charset="0"/>
        </a:defRPr>
      </a:lvl1pPr>
      <a:lvl2pPr marL="914377" indent="-300559" algn="l" defTabSz="609555" rtl="0" eaLnBrk="1" latinLnBrk="0" hangingPunct="1">
        <a:spcBef>
          <a:spcPct val="20000"/>
        </a:spcBef>
        <a:buClr>
          <a:schemeClr val="accent1"/>
        </a:buClr>
        <a:buFont typeface="Arial" panose="020B0604020202020204" pitchFamily="34" charset="0"/>
        <a:buChar char="•"/>
        <a:tabLst/>
        <a:defRPr sz="1867" kern="1200">
          <a:solidFill>
            <a:schemeClr val="tx1"/>
          </a:solidFill>
          <a:latin typeface="Arial" panose="020B0604020202020204" pitchFamily="34" charset="0"/>
          <a:ea typeface="+mn-ea"/>
          <a:cs typeface="Arial" panose="020B0604020202020204" pitchFamily="34" charset="0"/>
        </a:defRPr>
      </a:lvl2pPr>
      <a:lvl3pPr marL="1523887" indent="-304776" algn="l" defTabSz="609555" rtl="0" eaLnBrk="1" latinLnBrk="0" hangingPunct="1">
        <a:spcBef>
          <a:spcPct val="20000"/>
        </a:spcBef>
        <a:buClr>
          <a:schemeClr val="accent1"/>
        </a:buClr>
        <a:buFont typeface="Arial" panose="020B0604020202020204" pitchFamily="34" charset="0"/>
        <a:buChar char="•"/>
        <a:defRPr sz="1600" kern="1200">
          <a:solidFill>
            <a:schemeClr val="tx1"/>
          </a:solidFill>
          <a:latin typeface="Arial" panose="020B0604020202020204" pitchFamily="34" charset="0"/>
          <a:ea typeface="+mn-ea"/>
          <a:cs typeface="Arial" panose="020B0604020202020204" pitchFamily="34" charset="0"/>
        </a:defRPr>
      </a:lvl3pPr>
      <a:lvl4pPr marL="2133440" indent="-304776" algn="l" defTabSz="609555" rtl="0" eaLnBrk="1" latinLnBrk="0" hangingPunct="1">
        <a:spcBef>
          <a:spcPct val="20000"/>
        </a:spcBef>
        <a:buClr>
          <a:schemeClr val="accent1"/>
        </a:buClr>
        <a:buFont typeface="Arial"/>
        <a:buChar char="–"/>
        <a:defRPr sz="1600" kern="1200">
          <a:solidFill>
            <a:schemeClr val="tx1"/>
          </a:solidFill>
          <a:latin typeface="Arial" panose="020B0604020202020204" pitchFamily="34" charset="0"/>
          <a:ea typeface="+mn-ea"/>
          <a:cs typeface="Arial" panose="020B0604020202020204" pitchFamily="34" charset="0"/>
        </a:defRPr>
      </a:lvl4pPr>
      <a:lvl5pPr marL="2742994" indent="-304776" algn="l" defTabSz="609555" rtl="0" eaLnBrk="1" latinLnBrk="0" hangingPunct="1">
        <a:spcBef>
          <a:spcPct val="20000"/>
        </a:spcBef>
        <a:buClr>
          <a:schemeClr val="accent2"/>
        </a:buClr>
        <a:buFont typeface="Arial"/>
        <a:buChar char="»"/>
        <a:defRPr sz="1600" kern="1200">
          <a:solidFill>
            <a:schemeClr val="accent6"/>
          </a:solidFill>
          <a:latin typeface="Arial" panose="020B0604020202020204" pitchFamily="34" charset="0"/>
          <a:ea typeface="+mn-ea"/>
          <a:cs typeface="Arial" panose="020B0604020202020204" pitchFamily="34" charset="0"/>
        </a:defRPr>
      </a:lvl5pPr>
      <a:lvl6pPr marL="3352548" indent="-304776" algn="l" defTabSz="609555" rtl="0" eaLnBrk="1" latinLnBrk="0" hangingPunct="1">
        <a:spcBef>
          <a:spcPct val="20000"/>
        </a:spcBef>
        <a:buFont typeface="Arial"/>
        <a:buChar char="•"/>
        <a:defRPr sz="2667" kern="1200">
          <a:solidFill>
            <a:schemeClr val="tx1"/>
          </a:solidFill>
          <a:latin typeface="+mn-lt"/>
          <a:ea typeface="+mn-ea"/>
          <a:cs typeface="+mn-cs"/>
        </a:defRPr>
      </a:lvl6pPr>
      <a:lvl7pPr marL="3962104" indent="-304776" algn="l" defTabSz="609555" rtl="0" eaLnBrk="1" latinLnBrk="0" hangingPunct="1">
        <a:spcBef>
          <a:spcPct val="20000"/>
        </a:spcBef>
        <a:buFont typeface="Arial"/>
        <a:buChar char="•"/>
        <a:defRPr sz="2667" kern="1200">
          <a:solidFill>
            <a:schemeClr val="tx1"/>
          </a:solidFill>
          <a:latin typeface="+mn-lt"/>
          <a:ea typeface="+mn-ea"/>
          <a:cs typeface="+mn-cs"/>
        </a:defRPr>
      </a:lvl7pPr>
      <a:lvl8pPr marL="4571658" indent="-304776" algn="l" defTabSz="609555" rtl="0" eaLnBrk="1" latinLnBrk="0" hangingPunct="1">
        <a:spcBef>
          <a:spcPct val="20000"/>
        </a:spcBef>
        <a:buFont typeface="Arial"/>
        <a:buChar char="•"/>
        <a:defRPr sz="2667" kern="1200">
          <a:solidFill>
            <a:schemeClr val="tx1"/>
          </a:solidFill>
          <a:latin typeface="+mn-lt"/>
          <a:ea typeface="+mn-ea"/>
          <a:cs typeface="+mn-cs"/>
        </a:defRPr>
      </a:lvl8pPr>
      <a:lvl9pPr marL="5181212" indent="-304776" algn="l" defTabSz="609555" rtl="0" eaLnBrk="1" latinLnBrk="0" hangingPunct="1">
        <a:spcBef>
          <a:spcPct val="20000"/>
        </a:spcBef>
        <a:buFont typeface="Arial"/>
        <a:buChar char="•"/>
        <a:defRPr sz="2667" kern="1200">
          <a:solidFill>
            <a:schemeClr val="tx1"/>
          </a:solidFill>
          <a:latin typeface="+mn-lt"/>
          <a:ea typeface="+mn-ea"/>
          <a:cs typeface="+mn-cs"/>
        </a:defRPr>
      </a:lvl9pPr>
    </p:bodyStyle>
    <p:otherStyle>
      <a:defPPr>
        <a:defRPr lang="en-US"/>
      </a:defPPr>
      <a:lvl1pPr marL="0" algn="l" defTabSz="609555" rtl="0" eaLnBrk="1" latinLnBrk="0" hangingPunct="1">
        <a:defRPr sz="2400" kern="1200">
          <a:solidFill>
            <a:schemeClr val="tx1"/>
          </a:solidFill>
          <a:latin typeface="+mn-lt"/>
          <a:ea typeface="+mn-ea"/>
          <a:cs typeface="+mn-cs"/>
        </a:defRPr>
      </a:lvl1pPr>
      <a:lvl2pPr marL="609555" algn="l" defTabSz="609555" rtl="0" eaLnBrk="1" latinLnBrk="0" hangingPunct="1">
        <a:defRPr sz="2400" kern="1200">
          <a:solidFill>
            <a:schemeClr val="tx1"/>
          </a:solidFill>
          <a:latin typeface="+mn-lt"/>
          <a:ea typeface="+mn-ea"/>
          <a:cs typeface="+mn-cs"/>
        </a:defRPr>
      </a:lvl2pPr>
      <a:lvl3pPr marL="1219110" algn="l" defTabSz="609555" rtl="0" eaLnBrk="1" latinLnBrk="0" hangingPunct="1">
        <a:defRPr sz="2400" kern="1200">
          <a:solidFill>
            <a:schemeClr val="tx1"/>
          </a:solidFill>
          <a:latin typeface="+mn-lt"/>
          <a:ea typeface="+mn-ea"/>
          <a:cs typeface="+mn-cs"/>
        </a:defRPr>
      </a:lvl3pPr>
      <a:lvl4pPr marL="1828664" algn="l" defTabSz="609555" rtl="0" eaLnBrk="1" latinLnBrk="0" hangingPunct="1">
        <a:defRPr sz="2400" kern="1200">
          <a:solidFill>
            <a:schemeClr val="tx1"/>
          </a:solidFill>
          <a:latin typeface="+mn-lt"/>
          <a:ea typeface="+mn-ea"/>
          <a:cs typeface="+mn-cs"/>
        </a:defRPr>
      </a:lvl4pPr>
      <a:lvl5pPr marL="2438218" algn="l" defTabSz="609555" rtl="0" eaLnBrk="1" latinLnBrk="0" hangingPunct="1">
        <a:defRPr sz="2400" kern="1200">
          <a:solidFill>
            <a:schemeClr val="tx1"/>
          </a:solidFill>
          <a:latin typeface="+mn-lt"/>
          <a:ea typeface="+mn-ea"/>
          <a:cs typeface="+mn-cs"/>
        </a:defRPr>
      </a:lvl5pPr>
      <a:lvl6pPr marL="3047772" algn="l" defTabSz="609555" rtl="0" eaLnBrk="1" latinLnBrk="0" hangingPunct="1">
        <a:defRPr sz="2400" kern="1200">
          <a:solidFill>
            <a:schemeClr val="tx1"/>
          </a:solidFill>
          <a:latin typeface="+mn-lt"/>
          <a:ea typeface="+mn-ea"/>
          <a:cs typeface="+mn-cs"/>
        </a:defRPr>
      </a:lvl6pPr>
      <a:lvl7pPr marL="3657327" algn="l" defTabSz="609555" rtl="0" eaLnBrk="1" latinLnBrk="0" hangingPunct="1">
        <a:defRPr sz="2400" kern="1200">
          <a:solidFill>
            <a:schemeClr val="tx1"/>
          </a:solidFill>
          <a:latin typeface="+mn-lt"/>
          <a:ea typeface="+mn-ea"/>
          <a:cs typeface="+mn-cs"/>
        </a:defRPr>
      </a:lvl7pPr>
      <a:lvl8pPr marL="4266880" algn="l" defTabSz="609555" rtl="0" eaLnBrk="1" latinLnBrk="0" hangingPunct="1">
        <a:defRPr sz="2400" kern="1200">
          <a:solidFill>
            <a:schemeClr val="tx1"/>
          </a:solidFill>
          <a:latin typeface="+mn-lt"/>
          <a:ea typeface="+mn-ea"/>
          <a:cs typeface="+mn-cs"/>
        </a:defRPr>
      </a:lvl8pPr>
      <a:lvl9pPr marL="4876435" algn="l" defTabSz="609555" rtl="0" eaLnBrk="1" latinLnBrk="0" hangingPunct="1">
        <a:defRPr sz="24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35" name="Rectangle 15"/>
          <p:cNvSpPr>
            <a:spLocks noChangeArrowheads="1"/>
          </p:cNvSpPr>
          <p:nvPr userDrawn="1"/>
        </p:nvSpPr>
        <p:spPr bwMode="auto">
          <a:xfrm rot="-5400000">
            <a:off x="-2501900" y="3644900"/>
            <a:ext cx="5715000" cy="711200"/>
          </a:xfrm>
          <a:prstGeom prst="rect">
            <a:avLst/>
          </a:prstGeom>
          <a:gradFill rotWithShape="0">
            <a:gsLst>
              <a:gs pos="0">
                <a:srgbClr val="DDCBE7"/>
              </a:gs>
              <a:gs pos="100000">
                <a:srgbClr val="DDCBE7">
                  <a:gamma/>
                  <a:tint val="0"/>
                  <a:invGamma/>
                </a:srgbClr>
              </a:gs>
            </a:gsLst>
            <a:lin ang="5400000" scaled="1"/>
          </a:gradFill>
          <a:ln w="9525">
            <a:noFill/>
            <a:miter lim="800000"/>
            <a:headEnd/>
            <a:tailEnd/>
          </a:ln>
          <a:effectLst/>
        </p:spPr>
        <p:txBody>
          <a:bodyPr wrap="none" anchor="ctr">
            <a:prstTxWarp prst="textNoShape">
              <a:avLst/>
            </a:prstTxWarp>
          </a:bodyPr>
          <a:lstStyle/>
          <a:p>
            <a:pPr>
              <a:defRPr/>
            </a:pPr>
            <a:endParaRPr lang="en-US" sz="1800">
              <a:latin typeface="Tahoma" pitchFamily="-84" charset="0"/>
            </a:endParaRPr>
          </a:p>
        </p:txBody>
      </p:sp>
      <p:sp>
        <p:nvSpPr>
          <p:cNvPr id="5134" name="Rectangle 14"/>
          <p:cNvSpPr>
            <a:spLocks noChangeArrowheads="1"/>
          </p:cNvSpPr>
          <p:nvPr userDrawn="1"/>
        </p:nvSpPr>
        <p:spPr bwMode="auto">
          <a:xfrm>
            <a:off x="0" y="0"/>
            <a:ext cx="12192000" cy="1143000"/>
          </a:xfrm>
          <a:prstGeom prst="rect">
            <a:avLst/>
          </a:prstGeom>
          <a:gradFill rotWithShape="0">
            <a:gsLst>
              <a:gs pos="0">
                <a:srgbClr val="9900CC"/>
              </a:gs>
              <a:gs pos="100000">
                <a:srgbClr val="FFFFFF"/>
              </a:gs>
            </a:gsLst>
            <a:lin ang="0" scaled="1"/>
          </a:gradFill>
          <a:ln w="9525">
            <a:noFill/>
            <a:miter lim="800000"/>
            <a:headEnd/>
            <a:tailEnd/>
          </a:ln>
          <a:effectLst/>
        </p:spPr>
        <p:txBody>
          <a:bodyPr wrap="none" anchor="ctr">
            <a:prstTxWarp prst="textNoShape">
              <a:avLst/>
            </a:prstTxWarp>
          </a:bodyPr>
          <a:lstStyle/>
          <a:p>
            <a:pPr>
              <a:defRPr/>
            </a:pPr>
            <a:endParaRPr lang="en-US" sz="1800">
              <a:latin typeface="Tahoma" pitchFamily="-84" charset="0"/>
            </a:endParaRPr>
          </a:p>
        </p:txBody>
      </p:sp>
      <p:sp>
        <p:nvSpPr>
          <p:cNvPr id="1028" name="Rectangle 9"/>
          <p:cNvSpPr>
            <a:spLocks noGrp="1" noChangeArrowheads="1"/>
          </p:cNvSpPr>
          <p:nvPr>
            <p:ph type="title"/>
          </p:nvPr>
        </p:nvSpPr>
        <p:spPr bwMode="auto">
          <a:xfrm>
            <a:off x="914400" y="0"/>
            <a:ext cx="10871200" cy="11430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p>
            <a:pPr lvl="0"/>
            <a:r>
              <a:rPr lang="en-US"/>
              <a:t>Click to edit Master title style</a:t>
            </a:r>
          </a:p>
        </p:txBody>
      </p:sp>
      <p:sp>
        <p:nvSpPr>
          <p:cNvPr id="1029" name="Rectangle 10"/>
          <p:cNvSpPr>
            <a:spLocks noGrp="1" noChangeArrowheads="1"/>
          </p:cNvSpPr>
          <p:nvPr>
            <p:ph type="body" idx="1"/>
          </p:nvPr>
        </p:nvSpPr>
        <p:spPr bwMode="auto">
          <a:xfrm>
            <a:off x="914400" y="1524000"/>
            <a:ext cx="10871200" cy="48768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132" name="Rectangle 12"/>
          <p:cNvSpPr>
            <a:spLocks noGrp="1" noChangeArrowheads="1"/>
          </p:cNvSpPr>
          <p:nvPr>
            <p:ph type="ftr" sz="quarter" idx="3"/>
          </p:nvPr>
        </p:nvSpPr>
        <p:spPr bwMode="auto">
          <a:xfrm>
            <a:off x="0" y="6553200"/>
            <a:ext cx="4775200" cy="3048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a:defRPr sz="1400">
                <a:solidFill>
                  <a:srgbClr val="D0B6DE"/>
                </a:solidFill>
                <a:latin typeface="Tahoma" pitchFamily="-84" charset="0"/>
              </a:defRPr>
            </a:lvl1pPr>
          </a:lstStyle>
          <a:p>
            <a:pPr>
              <a:defRPr/>
            </a:pPr>
            <a:r>
              <a:rPr lang="en-US"/>
              <a:t>CS Agentic Development</a:t>
            </a:r>
          </a:p>
        </p:txBody>
      </p:sp>
      <p:sp>
        <p:nvSpPr>
          <p:cNvPr id="5133" name="Rectangle 13"/>
          <p:cNvSpPr>
            <a:spLocks noGrp="1" noChangeArrowheads="1"/>
          </p:cNvSpPr>
          <p:nvPr>
            <p:ph type="sldNum" sz="quarter" idx="4"/>
          </p:nvPr>
        </p:nvSpPr>
        <p:spPr bwMode="auto">
          <a:xfrm>
            <a:off x="11582400" y="6400800"/>
            <a:ext cx="609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400">
                <a:solidFill>
                  <a:srgbClr val="D0B6DE"/>
                </a:solidFill>
                <a:latin typeface="Tahoma" pitchFamily="-84" charset="0"/>
              </a:defRPr>
            </a:lvl1pPr>
          </a:lstStyle>
          <a:p>
            <a:pPr>
              <a:defRPr/>
            </a:pPr>
            <a:fld id="{623F72AE-F2FC-1C4B-AEBE-5105C7AC914D}" type="slidenum">
              <a:rPr lang="en-US"/>
              <a:pPr>
                <a:defRPr/>
              </a:pPr>
              <a:t>‹#›</a:t>
            </a:fld>
            <a:endParaRPr lang="en-US"/>
          </a:p>
        </p:txBody>
      </p:sp>
    </p:spTree>
    <p:extLst>
      <p:ext uri="{BB962C8B-B14F-4D97-AF65-F5344CB8AC3E}">
        <p14:creationId xmlns:p14="http://schemas.microsoft.com/office/powerpoint/2010/main" val="2554884079"/>
      </p:ext>
    </p:extLst>
  </p:cSld>
  <p:clrMap bg1="lt1" tx1="dk1" bg2="lt2" tx2="dk2" accent1="accent1" accent2="accent2" accent3="accent3" accent4="accent4" accent5="accent5" accent6="accent6" hlink="hlink" folHlink="folHlink"/>
  <p:sldLayoutIdLst>
    <p:sldLayoutId id="2147483755" r:id="rId1"/>
    <p:sldLayoutId id="2147483756" r:id="rId2"/>
    <p:sldLayoutId id="2147483757" r:id="rId3"/>
    <p:sldLayoutId id="2147483758" r:id="rId4"/>
    <p:sldLayoutId id="2147483759" r:id="rId5"/>
    <p:sldLayoutId id="2147483760" r:id="rId6"/>
    <p:sldLayoutId id="2147483761" r:id="rId7"/>
    <p:sldLayoutId id="2147483762" r:id="rId8"/>
    <p:sldLayoutId id="2147483763" r:id="rId9"/>
    <p:sldLayoutId id="2147483764" r:id="rId10"/>
    <p:sldLayoutId id="2147483765" r:id="rId11"/>
  </p:sldLayoutIdLst>
  <p:hf sldNum="0" hdr="0" dt="0"/>
  <p:txStyles>
    <p:titleStyle>
      <a:lvl1pPr algn="l" rtl="0" eaLnBrk="0" fontAlgn="base" hangingPunct="0">
        <a:spcBef>
          <a:spcPct val="0"/>
        </a:spcBef>
        <a:spcAft>
          <a:spcPct val="0"/>
        </a:spcAft>
        <a:defRPr sz="4400" b="1">
          <a:solidFill>
            <a:schemeClr val="tx1"/>
          </a:solidFill>
          <a:latin typeface="+mj-lt"/>
          <a:ea typeface="ＭＳ Ｐゴシック" pitchFamily="-84" charset="-128"/>
          <a:cs typeface="ＭＳ Ｐゴシック" pitchFamily="-84" charset="-128"/>
        </a:defRPr>
      </a:lvl1pPr>
      <a:lvl2pPr algn="l" rtl="0" eaLnBrk="0" fontAlgn="base" hangingPunct="0">
        <a:spcBef>
          <a:spcPct val="0"/>
        </a:spcBef>
        <a:spcAft>
          <a:spcPct val="0"/>
        </a:spcAft>
        <a:defRPr sz="4400" b="1">
          <a:solidFill>
            <a:schemeClr val="tx1"/>
          </a:solidFill>
          <a:latin typeface="Microsoft Sans Serif" charset="0"/>
          <a:ea typeface="ＭＳ Ｐゴシック" pitchFamily="-84" charset="-128"/>
          <a:cs typeface="ＭＳ Ｐゴシック" pitchFamily="-84" charset="-128"/>
        </a:defRPr>
      </a:lvl2pPr>
      <a:lvl3pPr algn="l" rtl="0" eaLnBrk="0" fontAlgn="base" hangingPunct="0">
        <a:spcBef>
          <a:spcPct val="0"/>
        </a:spcBef>
        <a:spcAft>
          <a:spcPct val="0"/>
        </a:spcAft>
        <a:defRPr sz="4400" b="1">
          <a:solidFill>
            <a:schemeClr val="tx1"/>
          </a:solidFill>
          <a:latin typeface="Microsoft Sans Serif" charset="0"/>
          <a:ea typeface="ＭＳ Ｐゴシック" pitchFamily="-84" charset="-128"/>
          <a:cs typeface="ＭＳ Ｐゴシック" pitchFamily="-84" charset="-128"/>
        </a:defRPr>
      </a:lvl3pPr>
      <a:lvl4pPr algn="l" rtl="0" eaLnBrk="0" fontAlgn="base" hangingPunct="0">
        <a:spcBef>
          <a:spcPct val="0"/>
        </a:spcBef>
        <a:spcAft>
          <a:spcPct val="0"/>
        </a:spcAft>
        <a:defRPr sz="4400" b="1">
          <a:solidFill>
            <a:schemeClr val="tx1"/>
          </a:solidFill>
          <a:latin typeface="Microsoft Sans Serif" charset="0"/>
          <a:ea typeface="ＭＳ Ｐゴシック" pitchFamily="-84" charset="-128"/>
          <a:cs typeface="ＭＳ Ｐゴシック" pitchFamily="-84" charset="-128"/>
        </a:defRPr>
      </a:lvl4pPr>
      <a:lvl5pPr algn="l" rtl="0" eaLnBrk="0" fontAlgn="base" hangingPunct="0">
        <a:spcBef>
          <a:spcPct val="0"/>
        </a:spcBef>
        <a:spcAft>
          <a:spcPct val="0"/>
        </a:spcAft>
        <a:defRPr sz="4400" b="1">
          <a:solidFill>
            <a:schemeClr val="tx1"/>
          </a:solidFill>
          <a:latin typeface="Microsoft Sans Serif" charset="0"/>
          <a:ea typeface="ＭＳ Ｐゴシック" pitchFamily="-84" charset="-128"/>
          <a:cs typeface="ＭＳ Ｐゴシック" pitchFamily="-84" charset="-128"/>
        </a:defRPr>
      </a:lvl5pPr>
      <a:lvl6pPr marL="457200" algn="l" rtl="0" fontAlgn="base">
        <a:spcBef>
          <a:spcPct val="0"/>
        </a:spcBef>
        <a:spcAft>
          <a:spcPct val="0"/>
        </a:spcAft>
        <a:defRPr sz="4400" b="1">
          <a:solidFill>
            <a:schemeClr val="tx1"/>
          </a:solidFill>
          <a:latin typeface="Microsoft Sans Serif" charset="0"/>
        </a:defRPr>
      </a:lvl6pPr>
      <a:lvl7pPr marL="914400" algn="l" rtl="0" fontAlgn="base">
        <a:spcBef>
          <a:spcPct val="0"/>
        </a:spcBef>
        <a:spcAft>
          <a:spcPct val="0"/>
        </a:spcAft>
        <a:defRPr sz="4400" b="1">
          <a:solidFill>
            <a:schemeClr val="tx1"/>
          </a:solidFill>
          <a:latin typeface="Microsoft Sans Serif" charset="0"/>
        </a:defRPr>
      </a:lvl7pPr>
      <a:lvl8pPr marL="1371600" algn="l" rtl="0" fontAlgn="base">
        <a:spcBef>
          <a:spcPct val="0"/>
        </a:spcBef>
        <a:spcAft>
          <a:spcPct val="0"/>
        </a:spcAft>
        <a:defRPr sz="4400" b="1">
          <a:solidFill>
            <a:schemeClr val="tx1"/>
          </a:solidFill>
          <a:latin typeface="Microsoft Sans Serif" charset="0"/>
        </a:defRPr>
      </a:lvl8pPr>
      <a:lvl9pPr marL="1828800" algn="l" rtl="0" fontAlgn="base">
        <a:spcBef>
          <a:spcPct val="0"/>
        </a:spcBef>
        <a:spcAft>
          <a:spcPct val="0"/>
        </a:spcAft>
        <a:defRPr sz="4400" b="1">
          <a:solidFill>
            <a:schemeClr val="tx1"/>
          </a:solidFill>
          <a:latin typeface="Microsoft Sans Serif" charset="0"/>
        </a:defRPr>
      </a:lvl9pPr>
    </p:titleStyle>
    <p:bodyStyle>
      <a:lvl1pPr marL="342900" indent="-342900" algn="l" rtl="0" eaLnBrk="0" fontAlgn="base" hangingPunct="0">
        <a:spcBef>
          <a:spcPct val="20000"/>
        </a:spcBef>
        <a:spcAft>
          <a:spcPct val="0"/>
        </a:spcAft>
        <a:buClr>
          <a:schemeClr val="folHlink"/>
        </a:buClr>
        <a:buSzPct val="60000"/>
        <a:buFont typeface="Wingdings" pitchFamily="-106" charset="2"/>
        <a:buChar char="n"/>
        <a:defRPr sz="3200">
          <a:solidFill>
            <a:schemeClr val="tx1"/>
          </a:solidFill>
          <a:latin typeface="+mn-lt"/>
          <a:ea typeface="ＭＳ Ｐゴシック" pitchFamily="-84" charset="-128"/>
          <a:cs typeface="ＭＳ Ｐゴシック" pitchFamily="-84" charset="-128"/>
        </a:defRPr>
      </a:lvl1pPr>
      <a:lvl2pPr marL="742950" indent="-285750" algn="l" rtl="0" eaLnBrk="0" fontAlgn="base" hangingPunct="0">
        <a:spcBef>
          <a:spcPct val="20000"/>
        </a:spcBef>
        <a:spcAft>
          <a:spcPct val="0"/>
        </a:spcAft>
        <a:buClr>
          <a:schemeClr val="hlink"/>
        </a:buClr>
        <a:buSzPct val="55000"/>
        <a:buFont typeface="Wingdings" pitchFamily="-106" charset="2"/>
        <a:buChar char="n"/>
        <a:defRPr sz="2800">
          <a:solidFill>
            <a:schemeClr val="tx1"/>
          </a:solidFill>
          <a:latin typeface="+mn-lt"/>
          <a:ea typeface="ＭＳ Ｐゴシック" charset="-128"/>
        </a:defRPr>
      </a:lvl2pPr>
      <a:lvl3pPr marL="1143000" indent="-228600" algn="l" rtl="0" eaLnBrk="0" fontAlgn="base" hangingPunct="0">
        <a:spcBef>
          <a:spcPct val="20000"/>
        </a:spcBef>
        <a:spcAft>
          <a:spcPct val="0"/>
        </a:spcAft>
        <a:buClr>
          <a:schemeClr val="folHlink"/>
        </a:buClr>
        <a:buSzPct val="50000"/>
        <a:buFont typeface="Wingdings" pitchFamily="-106" charset="2"/>
        <a:buChar char="n"/>
        <a:defRPr sz="2400">
          <a:solidFill>
            <a:schemeClr val="tx1"/>
          </a:solidFill>
          <a:latin typeface="+mn-lt"/>
          <a:ea typeface="ＭＳ Ｐゴシック" charset="-128"/>
        </a:defRPr>
      </a:lvl3pPr>
      <a:lvl4pPr marL="1600200" indent="-228600" algn="l" rtl="0" eaLnBrk="0" fontAlgn="base" hangingPunct="0">
        <a:spcBef>
          <a:spcPct val="20000"/>
        </a:spcBef>
        <a:spcAft>
          <a:spcPct val="0"/>
        </a:spcAft>
        <a:buClr>
          <a:schemeClr val="accent2"/>
        </a:buClr>
        <a:buSzPct val="55000"/>
        <a:buFont typeface="Wingdings" pitchFamily="-106" charset="2"/>
        <a:buChar char="n"/>
        <a:defRPr sz="2000">
          <a:solidFill>
            <a:schemeClr val="tx1"/>
          </a:solidFill>
          <a:latin typeface="+mn-lt"/>
          <a:ea typeface="ＭＳ Ｐゴシック" charset="-128"/>
        </a:defRPr>
      </a:lvl4pPr>
      <a:lvl5pPr marL="2057400" indent="-228600" algn="l" rtl="0" eaLnBrk="0" fontAlgn="base" hangingPunct="0">
        <a:spcBef>
          <a:spcPct val="20000"/>
        </a:spcBef>
        <a:spcAft>
          <a:spcPct val="0"/>
        </a:spcAft>
        <a:buClr>
          <a:schemeClr val="accent1"/>
        </a:buClr>
        <a:buSzPct val="50000"/>
        <a:buFont typeface="Wingdings" pitchFamily="-106" charset="2"/>
        <a:buChar char="n"/>
        <a:defRPr sz="2000">
          <a:solidFill>
            <a:schemeClr val="tx1"/>
          </a:solidFill>
          <a:latin typeface="+mn-lt"/>
          <a:ea typeface="ＭＳ Ｐゴシック" charset="-128"/>
        </a:defRPr>
      </a:lvl5pPr>
      <a:lvl6pPr marL="2514600" indent="-228600" algn="l" rtl="0" fontAlgn="base">
        <a:spcBef>
          <a:spcPct val="20000"/>
        </a:spcBef>
        <a:spcAft>
          <a:spcPct val="0"/>
        </a:spcAft>
        <a:buClr>
          <a:schemeClr val="accent1"/>
        </a:buClr>
        <a:buSzPct val="50000"/>
        <a:buFont typeface="Wingdings" charset="2"/>
        <a:buChar char="n"/>
        <a:defRPr sz="2000">
          <a:solidFill>
            <a:schemeClr val="tx1"/>
          </a:solidFill>
          <a:latin typeface="+mn-lt"/>
          <a:ea typeface="ＭＳ Ｐゴシック" charset="-128"/>
        </a:defRPr>
      </a:lvl6pPr>
      <a:lvl7pPr marL="2971800" indent="-228600" algn="l" rtl="0" fontAlgn="base">
        <a:spcBef>
          <a:spcPct val="20000"/>
        </a:spcBef>
        <a:spcAft>
          <a:spcPct val="0"/>
        </a:spcAft>
        <a:buClr>
          <a:schemeClr val="accent1"/>
        </a:buClr>
        <a:buSzPct val="50000"/>
        <a:buFont typeface="Wingdings" charset="2"/>
        <a:buChar char="n"/>
        <a:defRPr sz="2000">
          <a:solidFill>
            <a:schemeClr val="tx1"/>
          </a:solidFill>
          <a:latin typeface="+mn-lt"/>
          <a:ea typeface="ＭＳ Ｐゴシック" charset="-128"/>
        </a:defRPr>
      </a:lvl7pPr>
      <a:lvl8pPr marL="3429000" indent="-228600" algn="l" rtl="0" fontAlgn="base">
        <a:spcBef>
          <a:spcPct val="20000"/>
        </a:spcBef>
        <a:spcAft>
          <a:spcPct val="0"/>
        </a:spcAft>
        <a:buClr>
          <a:schemeClr val="accent1"/>
        </a:buClr>
        <a:buSzPct val="50000"/>
        <a:buFont typeface="Wingdings" charset="2"/>
        <a:buChar char="n"/>
        <a:defRPr sz="2000">
          <a:solidFill>
            <a:schemeClr val="tx1"/>
          </a:solidFill>
          <a:latin typeface="+mn-lt"/>
          <a:ea typeface="ＭＳ Ｐゴシック" charset="-128"/>
        </a:defRPr>
      </a:lvl8pPr>
      <a:lvl9pPr marL="3886200" indent="-228600" algn="l" rtl="0" fontAlgn="base">
        <a:spcBef>
          <a:spcPct val="20000"/>
        </a:spcBef>
        <a:spcAft>
          <a:spcPct val="0"/>
        </a:spcAft>
        <a:buClr>
          <a:schemeClr val="accent1"/>
        </a:buClr>
        <a:buSzPct val="50000"/>
        <a:buFont typeface="Wingdings" charset="2"/>
        <a:buChar char="n"/>
        <a:defRPr sz="2000">
          <a:solidFill>
            <a:schemeClr val="tx1"/>
          </a:solidFill>
          <a:latin typeface="+mn-lt"/>
          <a:ea typeface="ＭＳ Ｐゴシック" charset="-128"/>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09600" y="1402080"/>
            <a:ext cx="10972800" cy="4707296"/>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p:txBody>
      </p:sp>
      <p:sp>
        <p:nvSpPr>
          <p:cNvPr id="2" name="Title Placeholder 1"/>
          <p:cNvSpPr>
            <a:spLocks noGrp="1"/>
          </p:cNvSpPr>
          <p:nvPr>
            <p:ph type="title"/>
          </p:nvPr>
        </p:nvSpPr>
        <p:spPr>
          <a:xfrm>
            <a:off x="609600" y="466827"/>
            <a:ext cx="10972800" cy="758500"/>
          </a:xfrm>
          <a:prstGeom prst="rect">
            <a:avLst/>
          </a:prstGeom>
        </p:spPr>
        <p:txBody>
          <a:bodyPr vert="horz" lIns="91440" tIns="45720" rIns="91440" bIns="45720" rtlCol="0" anchor="ctr">
            <a:noAutofit/>
          </a:bodyPr>
          <a:lstStyle/>
          <a:p>
            <a:r>
              <a:rPr lang="en-US"/>
              <a:t>TITLE HERE. ALL CAPS. WHITE. 24 PT.</a:t>
            </a:r>
          </a:p>
        </p:txBody>
      </p:sp>
      <p:sp>
        <p:nvSpPr>
          <p:cNvPr id="4" name="Footer Placeholder 3">
            <a:extLst>
              <a:ext uri="{FF2B5EF4-FFF2-40B4-BE49-F238E27FC236}">
                <a16:creationId xmlns:a16="http://schemas.microsoft.com/office/drawing/2014/main" id="{2FE60F46-2E67-474C-9893-046DAFD1D828}"/>
              </a:ext>
            </a:extLst>
          </p:cNvPr>
          <p:cNvSpPr>
            <a:spLocks noGrp="1"/>
          </p:cNvSpPr>
          <p:nvPr>
            <p:ph type="ftr" sz="quarter" idx="3"/>
          </p:nvPr>
        </p:nvSpPr>
        <p:spPr>
          <a:xfrm>
            <a:off x="5547360" y="6446011"/>
            <a:ext cx="5791200" cy="375284"/>
          </a:xfrm>
          <a:prstGeom prst="rect">
            <a:avLst/>
          </a:prstGeom>
        </p:spPr>
        <p:txBody>
          <a:bodyPr vert="horz" lIns="0" tIns="0" rIns="0" bIns="0" rtlCol="0" anchor="t" anchorCtr="0"/>
          <a:lstStyle>
            <a:lvl1pPr algn="r">
              <a:defRPr lang="en-US" sz="800" spc="0" baseline="0" dirty="0">
                <a:solidFill>
                  <a:schemeClr val="accent1"/>
                </a:solidFill>
              </a:defRPr>
            </a:lvl1pPr>
          </a:lstStyle>
          <a:p>
            <a:pPr defTabSz="609585"/>
            <a:r>
              <a:rPr lang="en-US">
                <a:solidFill>
                  <a:srgbClr val="E4551F"/>
                </a:solidFill>
              </a:rPr>
              <a:t>CS Agentic Development</a:t>
            </a:r>
          </a:p>
        </p:txBody>
      </p:sp>
      <p:sp>
        <p:nvSpPr>
          <p:cNvPr id="6" name="Slide Number Placeholder 5">
            <a:extLst>
              <a:ext uri="{FF2B5EF4-FFF2-40B4-BE49-F238E27FC236}">
                <a16:creationId xmlns:a16="http://schemas.microsoft.com/office/drawing/2014/main" id="{E7226748-83C3-467A-9DF6-CC369EE24DDF}"/>
              </a:ext>
            </a:extLst>
          </p:cNvPr>
          <p:cNvSpPr>
            <a:spLocks noGrp="1"/>
          </p:cNvSpPr>
          <p:nvPr>
            <p:ph type="sldNum" sz="quarter" idx="4"/>
          </p:nvPr>
        </p:nvSpPr>
        <p:spPr>
          <a:xfrm>
            <a:off x="11338560" y="6343069"/>
            <a:ext cx="304800" cy="235898"/>
          </a:xfrm>
          <a:prstGeom prst="rect">
            <a:avLst/>
          </a:prstGeom>
        </p:spPr>
        <p:txBody>
          <a:bodyPr wrap="square" lIns="0" rIns="0" anchor="ctr">
            <a:spAutoFit/>
          </a:bodyPr>
          <a:lstStyle>
            <a:lvl1pPr>
              <a:defRPr lang="en-US" sz="933" b="0" i="0" smtClean="0">
                <a:latin typeface="Arial Regular"/>
                <a:cs typeface="DIN-Light"/>
              </a:defRPr>
            </a:lvl1pPr>
          </a:lstStyle>
          <a:p>
            <a:pPr algn="r" defTabSz="609585"/>
            <a:fld id="{01517C5A-21C8-4A78-AA4B-D0D5DD5ADE52}" type="slidenum">
              <a:rPr lang="en-US" smtClean="0">
                <a:solidFill>
                  <a:srgbClr val="FFFFFF"/>
                </a:solidFill>
              </a:rPr>
              <a:pPr algn="r" defTabSz="609585"/>
              <a:t>‹#›</a:t>
            </a:fld>
            <a:endParaRPr lang="en-US">
              <a:solidFill>
                <a:srgbClr val="FFFFFF"/>
              </a:solidFill>
            </a:endParaRPr>
          </a:p>
        </p:txBody>
      </p:sp>
      <p:sp>
        <p:nvSpPr>
          <p:cNvPr id="39" name="Footer Placeholder 3">
            <a:extLst>
              <a:ext uri="{FF2B5EF4-FFF2-40B4-BE49-F238E27FC236}">
                <a16:creationId xmlns:a16="http://schemas.microsoft.com/office/drawing/2014/main" id="{15BF577F-DD63-462C-8D95-AD4D3295C9A9}"/>
              </a:ext>
            </a:extLst>
          </p:cNvPr>
          <p:cNvSpPr txBox="1">
            <a:spLocks/>
          </p:cNvSpPr>
          <p:nvPr userDrawn="1"/>
        </p:nvSpPr>
        <p:spPr>
          <a:xfrm>
            <a:off x="5296102" y="6279969"/>
            <a:ext cx="5997303" cy="183091"/>
          </a:xfrm>
          <a:prstGeom prst="rect">
            <a:avLst/>
          </a:prstGeom>
        </p:spPr>
        <p:txBody>
          <a:bodyPr vert="horz" lIns="0" tIns="0" rIns="0" bIns="0" rtlCol="0" anchor="ctr"/>
          <a:lstStyle>
            <a:defPPr>
              <a:defRPr lang="en-US"/>
            </a:defPPr>
            <a:lvl1pPr marL="0" algn="r" defTabSz="457200" rtl="0" eaLnBrk="1" latinLnBrk="0" hangingPunct="1">
              <a:defRPr sz="600" b="0" kern="800" spc="40" baseline="0">
                <a:solidFill>
                  <a:schemeClr val="tx2"/>
                </a:solidFill>
                <a:latin typeface="+mj-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800" spc="0">
                <a:solidFill>
                  <a:srgbClr val="FFFFFF"/>
                </a:solidFill>
                <a:cs typeface="DIN-Light"/>
              </a:rPr>
              <a:t>© 2021 </a:t>
            </a:r>
            <a:r>
              <a:rPr lang="en-US" sz="800" spc="0">
                <a:solidFill>
                  <a:srgbClr val="FFFFFF"/>
                </a:solidFill>
              </a:rPr>
              <a:t>Collins Aerospace</a:t>
            </a:r>
            <a:endParaRPr lang="en-US" sz="800" spc="0">
              <a:solidFill>
                <a:srgbClr val="E4551F"/>
              </a:solidFill>
              <a:cs typeface="DIN-Light"/>
              <a:sym typeface="Verdana"/>
            </a:endParaRPr>
          </a:p>
        </p:txBody>
      </p:sp>
      <p:sp>
        <p:nvSpPr>
          <p:cNvPr id="40" name="Logo">
            <a:extLst>
              <a:ext uri="{FF2B5EF4-FFF2-40B4-BE49-F238E27FC236}">
                <a16:creationId xmlns:a16="http://schemas.microsoft.com/office/drawing/2014/main" id="{B4023E06-5263-4C9E-8BEF-4E169EF2921B}"/>
              </a:ext>
            </a:extLst>
          </p:cNvPr>
          <p:cNvSpPr>
            <a:spLocks noChangeAspect="1" noEditPoints="1"/>
          </p:cNvSpPr>
          <p:nvPr userDrawn="1"/>
        </p:nvSpPr>
        <p:spPr bwMode="auto">
          <a:xfrm>
            <a:off x="623147" y="6264635"/>
            <a:ext cx="2087917" cy="353568"/>
          </a:xfrm>
          <a:custGeom>
            <a:avLst/>
            <a:gdLst>
              <a:gd name="T0" fmla="*/ 1871 w 1887"/>
              <a:gd name="T1" fmla="*/ 204 h 319"/>
              <a:gd name="T2" fmla="*/ 1811 w 1887"/>
              <a:gd name="T3" fmla="*/ 126 h 319"/>
              <a:gd name="T4" fmla="*/ 1886 w 1887"/>
              <a:gd name="T5" fmla="*/ 168 h 319"/>
              <a:gd name="T6" fmla="*/ 1779 w 1887"/>
              <a:gd name="T7" fmla="*/ 204 h 319"/>
              <a:gd name="T8" fmla="*/ 1728 w 1887"/>
              <a:gd name="T9" fmla="*/ 126 h 319"/>
              <a:gd name="T10" fmla="*/ 1751 w 1887"/>
              <a:gd name="T11" fmla="*/ 146 h 319"/>
              <a:gd name="T12" fmla="*/ 1656 w 1887"/>
              <a:gd name="T13" fmla="*/ 179 h 319"/>
              <a:gd name="T14" fmla="*/ 1643 w 1887"/>
              <a:gd name="T15" fmla="*/ 174 h 319"/>
              <a:gd name="T16" fmla="*/ 1611 w 1887"/>
              <a:gd name="T17" fmla="*/ 141 h 319"/>
              <a:gd name="T18" fmla="*/ 1703 w 1887"/>
              <a:gd name="T19" fmla="*/ 115 h 319"/>
              <a:gd name="T20" fmla="*/ 1562 w 1887"/>
              <a:gd name="T21" fmla="*/ 174 h 319"/>
              <a:gd name="T22" fmla="*/ 1549 w 1887"/>
              <a:gd name="T23" fmla="*/ 179 h 319"/>
              <a:gd name="T24" fmla="*/ 1587 w 1887"/>
              <a:gd name="T25" fmla="*/ 126 h 319"/>
              <a:gd name="T26" fmla="*/ 1543 w 1887"/>
              <a:gd name="T27" fmla="*/ 204 h 319"/>
              <a:gd name="T28" fmla="*/ 1448 w 1887"/>
              <a:gd name="T29" fmla="*/ 145 h 319"/>
              <a:gd name="T30" fmla="*/ 1414 w 1887"/>
              <a:gd name="T31" fmla="*/ 198 h 319"/>
              <a:gd name="T32" fmla="*/ 1452 w 1887"/>
              <a:gd name="T33" fmla="*/ 173 h 319"/>
              <a:gd name="T34" fmla="*/ 1453 w 1887"/>
              <a:gd name="T35" fmla="*/ 113 h 319"/>
              <a:gd name="T36" fmla="*/ 1370 w 1887"/>
              <a:gd name="T37" fmla="*/ 175 h 319"/>
              <a:gd name="T38" fmla="*/ 1356 w 1887"/>
              <a:gd name="T39" fmla="*/ 181 h 319"/>
              <a:gd name="T40" fmla="*/ 1321 w 1887"/>
              <a:gd name="T41" fmla="*/ 126 h 319"/>
              <a:gd name="T42" fmla="*/ 1401 w 1887"/>
              <a:gd name="T43" fmla="*/ 178 h 319"/>
              <a:gd name="T44" fmla="*/ 1278 w 1887"/>
              <a:gd name="T45" fmla="*/ 118 h 319"/>
              <a:gd name="T46" fmla="*/ 1270 w 1887"/>
              <a:gd name="T47" fmla="*/ 204 h 319"/>
              <a:gd name="T48" fmla="*/ 1195 w 1887"/>
              <a:gd name="T49" fmla="*/ 150 h 319"/>
              <a:gd name="T50" fmla="*/ 1134 w 1887"/>
              <a:gd name="T51" fmla="*/ 160 h 319"/>
              <a:gd name="T52" fmla="*/ 1221 w 1887"/>
              <a:gd name="T53" fmla="*/ 138 h 319"/>
              <a:gd name="T54" fmla="*/ 1224 w 1887"/>
              <a:gd name="T55" fmla="*/ 197 h 319"/>
              <a:gd name="T56" fmla="*/ 1133 w 1887"/>
              <a:gd name="T57" fmla="*/ 204 h 319"/>
              <a:gd name="T58" fmla="*/ 921 w 1887"/>
              <a:gd name="T59" fmla="*/ 135 h 319"/>
              <a:gd name="T60" fmla="*/ 915 w 1887"/>
              <a:gd name="T61" fmla="*/ 207 h 319"/>
              <a:gd name="T62" fmla="*/ 924 w 1887"/>
              <a:gd name="T63" fmla="*/ 176 h 319"/>
              <a:gd name="T64" fmla="*/ 881 w 1887"/>
              <a:gd name="T65" fmla="*/ 141 h 319"/>
              <a:gd name="T66" fmla="*/ 921 w 1887"/>
              <a:gd name="T67" fmla="*/ 135 h 319"/>
              <a:gd name="T68" fmla="*/ 866 w 1887"/>
              <a:gd name="T69" fmla="*/ 150 h 319"/>
              <a:gd name="T70" fmla="*/ 810 w 1887"/>
              <a:gd name="T71" fmla="*/ 204 h 319"/>
              <a:gd name="T72" fmla="*/ 729 w 1887"/>
              <a:gd name="T73" fmla="*/ 115 h 319"/>
              <a:gd name="T74" fmla="*/ 762 w 1887"/>
              <a:gd name="T75" fmla="*/ 85 h 319"/>
              <a:gd name="T76" fmla="*/ 676 w 1887"/>
              <a:gd name="T77" fmla="*/ 73 h 319"/>
              <a:gd name="T78" fmla="*/ 578 w 1887"/>
              <a:gd name="T79" fmla="*/ 175 h 319"/>
              <a:gd name="T80" fmla="*/ 564 w 1887"/>
              <a:gd name="T81" fmla="*/ 181 h 319"/>
              <a:gd name="T82" fmla="*/ 529 w 1887"/>
              <a:gd name="T83" fmla="*/ 125 h 319"/>
              <a:gd name="T84" fmla="*/ 609 w 1887"/>
              <a:gd name="T85" fmla="*/ 178 h 319"/>
              <a:gd name="T86" fmla="*/ 432 w 1887"/>
              <a:gd name="T87" fmla="*/ 201 h 319"/>
              <a:gd name="T88" fmla="*/ 464 w 1887"/>
              <a:gd name="T89" fmla="*/ 72 h 319"/>
              <a:gd name="T90" fmla="*/ 480 w 1887"/>
              <a:gd name="T91" fmla="*/ 104 h 319"/>
              <a:gd name="T92" fmla="*/ 449 w 1887"/>
              <a:gd name="T93" fmla="*/ 173 h 319"/>
              <a:gd name="T94" fmla="*/ 154 w 1887"/>
              <a:gd name="T95" fmla="*/ 95 h 319"/>
              <a:gd name="T96" fmla="*/ 122 w 1887"/>
              <a:gd name="T97" fmla="*/ 107 h 319"/>
              <a:gd name="T98" fmla="*/ 95 w 1887"/>
              <a:gd name="T99" fmla="*/ 160 h 319"/>
              <a:gd name="T100" fmla="*/ 30 w 1887"/>
              <a:gd name="T101" fmla="*/ 253 h 319"/>
              <a:gd name="T102" fmla="*/ 146 w 1887"/>
              <a:gd name="T103" fmla="*/ 319 h 319"/>
              <a:gd name="T104" fmla="*/ 220 w 1887"/>
              <a:gd name="T105" fmla="*/ 231 h 319"/>
              <a:gd name="T106" fmla="*/ 318 w 1887"/>
              <a:gd name="T107" fmla="*/ 177 h 319"/>
              <a:gd name="T108" fmla="*/ 13 w 1887"/>
              <a:gd name="T109" fmla="*/ 96 h 319"/>
              <a:gd name="T110" fmla="*/ 280 w 1887"/>
              <a:gd name="T111" fmla="*/ 54 h 319"/>
              <a:gd name="T112" fmla="*/ 42 w 1887"/>
              <a:gd name="T113" fmla="*/ 50 h 319"/>
              <a:gd name="T114" fmla="*/ 183 w 1887"/>
              <a:gd name="T115" fmla="*/ 0 h 3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887" h="319">
                <a:moveTo>
                  <a:pt x="1859" y="150"/>
                </a:moveTo>
                <a:cubicBezTo>
                  <a:pt x="1858" y="145"/>
                  <a:pt x="1856" y="142"/>
                  <a:pt x="1854" y="139"/>
                </a:cubicBezTo>
                <a:cubicBezTo>
                  <a:pt x="1851" y="136"/>
                  <a:pt x="1848" y="135"/>
                  <a:pt x="1844" y="135"/>
                </a:cubicBezTo>
                <a:cubicBezTo>
                  <a:pt x="1835" y="135"/>
                  <a:pt x="1830" y="140"/>
                  <a:pt x="1828" y="150"/>
                </a:cubicBezTo>
                <a:lnTo>
                  <a:pt x="1859" y="150"/>
                </a:lnTo>
                <a:close/>
                <a:moveTo>
                  <a:pt x="1887" y="197"/>
                </a:moveTo>
                <a:cubicBezTo>
                  <a:pt x="1883" y="200"/>
                  <a:pt x="1877" y="203"/>
                  <a:pt x="1871" y="204"/>
                </a:cubicBezTo>
                <a:cubicBezTo>
                  <a:pt x="1865" y="206"/>
                  <a:pt x="1858" y="207"/>
                  <a:pt x="1851" y="207"/>
                </a:cubicBezTo>
                <a:cubicBezTo>
                  <a:pt x="1843" y="207"/>
                  <a:pt x="1835" y="206"/>
                  <a:pt x="1829" y="203"/>
                </a:cubicBezTo>
                <a:cubicBezTo>
                  <a:pt x="1822" y="201"/>
                  <a:pt x="1817" y="198"/>
                  <a:pt x="1812" y="194"/>
                </a:cubicBezTo>
                <a:cubicBezTo>
                  <a:pt x="1807" y="190"/>
                  <a:pt x="1804" y="185"/>
                  <a:pt x="1801" y="179"/>
                </a:cubicBezTo>
                <a:cubicBezTo>
                  <a:pt x="1799" y="173"/>
                  <a:pt x="1798" y="167"/>
                  <a:pt x="1798" y="160"/>
                </a:cubicBezTo>
                <a:cubicBezTo>
                  <a:pt x="1798" y="153"/>
                  <a:pt x="1799" y="146"/>
                  <a:pt x="1801" y="141"/>
                </a:cubicBezTo>
                <a:cubicBezTo>
                  <a:pt x="1803" y="135"/>
                  <a:pt x="1806" y="130"/>
                  <a:pt x="1811" y="126"/>
                </a:cubicBezTo>
                <a:cubicBezTo>
                  <a:pt x="1815" y="122"/>
                  <a:pt x="1820" y="118"/>
                  <a:pt x="1825" y="116"/>
                </a:cubicBezTo>
                <a:cubicBezTo>
                  <a:pt x="1831" y="114"/>
                  <a:pt x="1837" y="113"/>
                  <a:pt x="1844" y="113"/>
                </a:cubicBezTo>
                <a:cubicBezTo>
                  <a:pt x="1851" y="113"/>
                  <a:pt x="1857" y="114"/>
                  <a:pt x="1862" y="116"/>
                </a:cubicBezTo>
                <a:cubicBezTo>
                  <a:pt x="1867" y="118"/>
                  <a:pt x="1872" y="121"/>
                  <a:pt x="1876" y="125"/>
                </a:cubicBezTo>
                <a:cubicBezTo>
                  <a:pt x="1880" y="128"/>
                  <a:pt x="1882" y="133"/>
                  <a:pt x="1884" y="138"/>
                </a:cubicBezTo>
                <a:cubicBezTo>
                  <a:pt x="1886" y="144"/>
                  <a:pt x="1887" y="150"/>
                  <a:pt x="1887" y="157"/>
                </a:cubicBezTo>
                <a:cubicBezTo>
                  <a:pt x="1887" y="161"/>
                  <a:pt x="1887" y="165"/>
                  <a:pt x="1886" y="168"/>
                </a:cubicBezTo>
                <a:cubicBezTo>
                  <a:pt x="1828" y="168"/>
                  <a:pt x="1828" y="168"/>
                  <a:pt x="1828" y="168"/>
                </a:cubicBezTo>
                <a:cubicBezTo>
                  <a:pt x="1831" y="178"/>
                  <a:pt x="1840" y="183"/>
                  <a:pt x="1854" y="183"/>
                </a:cubicBezTo>
                <a:cubicBezTo>
                  <a:pt x="1858" y="183"/>
                  <a:pt x="1862" y="182"/>
                  <a:pt x="1866" y="181"/>
                </a:cubicBezTo>
                <a:cubicBezTo>
                  <a:pt x="1870" y="180"/>
                  <a:pt x="1874" y="179"/>
                  <a:pt x="1877" y="178"/>
                </a:cubicBezTo>
                <a:lnTo>
                  <a:pt x="1887" y="197"/>
                </a:lnTo>
                <a:close/>
                <a:moveTo>
                  <a:pt x="1794" y="198"/>
                </a:moveTo>
                <a:cubicBezTo>
                  <a:pt x="1790" y="201"/>
                  <a:pt x="1785" y="203"/>
                  <a:pt x="1779" y="204"/>
                </a:cubicBezTo>
                <a:cubicBezTo>
                  <a:pt x="1774" y="206"/>
                  <a:pt x="1769" y="206"/>
                  <a:pt x="1763" y="206"/>
                </a:cubicBezTo>
                <a:cubicBezTo>
                  <a:pt x="1755" y="206"/>
                  <a:pt x="1748" y="205"/>
                  <a:pt x="1742" y="203"/>
                </a:cubicBezTo>
                <a:cubicBezTo>
                  <a:pt x="1736" y="201"/>
                  <a:pt x="1731" y="198"/>
                  <a:pt x="1727" y="194"/>
                </a:cubicBezTo>
                <a:cubicBezTo>
                  <a:pt x="1723" y="190"/>
                  <a:pt x="1719" y="185"/>
                  <a:pt x="1717" y="179"/>
                </a:cubicBezTo>
                <a:cubicBezTo>
                  <a:pt x="1715" y="173"/>
                  <a:pt x="1714" y="167"/>
                  <a:pt x="1714" y="160"/>
                </a:cubicBezTo>
                <a:cubicBezTo>
                  <a:pt x="1714" y="153"/>
                  <a:pt x="1715" y="147"/>
                  <a:pt x="1718" y="141"/>
                </a:cubicBezTo>
                <a:cubicBezTo>
                  <a:pt x="1720" y="135"/>
                  <a:pt x="1723" y="130"/>
                  <a:pt x="1728" y="126"/>
                </a:cubicBezTo>
                <a:cubicBezTo>
                  <a:pt x="1732" y="122"/>
                  <a:pt x="1737" y="119"/>
                  <a:pt x="1743" y="116"/>
                </a:cubicBezTo>
                <a:cubicBezTo>
                  <a:pt x="1749" y="114"/>
                  <a:pt x="1756" y="113"/>
                  <a:pt x="1763" y="113"/>
                </a:cubicBezTo>
                <a:cubicBezTo>
                  <a:pt x="1773" y="113"/>
                  <a:pt x="1781" y="115"/>
                  <a:pt x="1788" y="118"/>
                </a:cubicBezTo>
                <a:cubicBezTo>
                  <a:pt x="1784" y="144"/>
                  <a:pt x="1784" y="144"/>
                  <a:pt x="1784" y="144"/>
                </a:cubicBezTo>
                <a:cubicBezTo>
                  <a:pt x="1782" y="143"/>
                  <a:pt x="1779" y="142"/>
                  <a:pt x="1775" y="141"/>
                </a:cubicBezTo>
                <a:cubicBezTo>
                  <a:pt x="1772" y="141"/>
                  <a:pt x="1769" y="140"/>
                  <a:pt x="1767" y="140"/>
                </a:cubicBezTo>
                <a:cubicBezTo>
                  <a:pt x="1760" y="140"/>
                  <a:pt x="1755" y="142"/>
                  <a:pt x="1751" y="146"/>
                </a:cubicBezTo>
                <a:cubicBezTo>
                  <a:pt x="1747" y="149"/>
                  <a:pt x="1745" y="154"/>
                  <a:pt x="1745" y="160"/>
                </a:cubicBezTo>
                <a:cubicBezTo>
                  <a:pt x="1745" y="166"/>
                  <a:pt x="1747" y="170"/>
                  <a:pt x="1751" y="174"/>
                </a:cubicBezTo>
                <a:cubicBezTo>
                  <a:pt x="1755" y="177"/>
                  <a:pt x="1760" y="179"/>
                  <a:pt x="1767" y="179"/>
                </a:cubicBezTo>
                <a:cubicBezTo>
                  <a:pt x="1770" y="179"/>
                  <a:pt x="1772" y="179"/>
                  <a:pt x="1775" y="178"/>
                </a:cubicBezTo>
                <a:cubicBezTo>
                  <a:pt x="1778" y="178"/>
                  <a:pt x="1780" y="177"/>
                  <a:pt x="1782" y="176"/>
                </a:cubicBezTo>
                <a:lnTo>
                  <a:pt x="1794" y="198"/>
                </a:lnTo>
                <a:close/>
                <a:moveTo>
                  <a:pt x="1656" y="179"/>
                </a:moveTo>
                <a:cubicBezTo>
                  <a:pt x="1662" y="179"/>
                  <a:pt x="1666" y="177"/>
                  <a:pt x="1669" y="174"/>
                </a:cubicBezTo>
                <a:cubicBezTo>
                  <a:pt x="1673" y="170"/>
                  <a:pt x="1674" y="165"/>
                  <a:pt x="1674" y="160"/>
                </a:cubicBezTo>
                <a:cubicBezTo>
                  <a:pt x="1674" y="154"/>
                  <a:pt x="1673" y="149"/>
                  <a:pt x="1669" y="145"/>
                </a:cubicBezTo>
                <a:cubicBezTo>
                  <a:pt x="1666" y="142"/>
                  <a:pt x="1662" y="140"/>
                  <a:pt x="1656" y="140"/>
                </a:cubicBezTo>
                <a:cubicBezTo>
                  <a:pt x="1651" y="140"/>
                  <a:pt x="1647" y="142"/>
                  <a:pt x="1643" y="145"/>
                </a:cubicBezTo>
                <a:cubicBezTo>
                  <a:pt x="1640" y="149"/>
                  <a:pt x="1638" y="154"/>
                  <a:pt x="1638" y="160"/>
                </a:cubicBezTo>
                <a:cubicBezTo>
                  <a:pt x="1638" y="165"/>
                  <a:pt x="1640" y="170"/>
                  <a:pt x="1643" y="174"/>
                </a:cubicBezTo>
                <a:cubicBezTo>
                  <a:pt x="1647" y="177"/>
                  <a:pt x="1651" y="179"/>
                  <a:pt x="1656" y="179"/>
                </a:cubicBezTo>
                <a:moveTo>
                  <a:pt x="1648" y="207"/>
                </a:moveTo>
                <a:cubicBezTo>
                  <a:pt x="1642" y="207"/>
                  <a:pt x="1637" y="206"/>
                  <a:pt x="1632" y="203"/>
                </a:cubicBezTo>
                <a:cubicBezTo>
                  <a:pt x="1627" y="201"/>
                  <a:pt x="1622" y="198"/>
                  <a:pt x="1619" y="194"/>
                </a:cubicBezTo>
                <a:cubicBezTo>
                  <a:pt x="1615" y="189"/>
                  <a:pt x="1613" y="185"/>
                  <a:pt x="1611" y="179"/>
                </a:cubicBezTo>
                <a:cubicBezTo>
                  <a:pt x="1609" y="173"/>
                  <a:pt x="1608" y="167"/>
                  <a:pt x="1608" y="160"/>
                </a:cubicBezTo>
                <a:cubicBezTo>
                  <a:pt x="1608" y="153"/>
                  <a:pt x="1609" y="147"/>
                  <a:pt x="1611" y="141"/>
                </a:cubicBezTo>
                <a:cubicBezTo>
                  <a:pt x="1613" y="135"/>
                  <a:pt x="1616" y="130"/>
                  <a:pt x="1619" y="126"/>
                </a:cubicBezTo>
                <a:cubicBezTo>
                  <a:pt x="1623" y="122"/>
                  <a:pt x="1627" y="119"/>
                  <a:pt x="1633" y="116"/>
                </a:cubicBezTo>
                <a:cubicBezTo>
                  <a:pt x="1638" y="114"/>
                  <a:pt x="1643" y="113"/>
                  <a:pt x="1649" y="113"/>
                </a:cubicBezTo>
                <a:cubicBezTo>
                  <a:pt x="1654" y="113"/>
                  <a:pt x="1659" y="114"/>
                  <a:pt x="1663" y="116"/>
                </a:cubicBezTo>
                <a:cubicBezTo>
                  <a:pt x="1668" y="118"/>
                  <a:pt x="1671" y="122"/>
                  <a:pt x="1674" y="126"/>
                </a:cubicBezTo>
                <a:cubicBezTo>
                  <a:pt x="1674" y="115"/>
                  <a:pt x="1674" y="115"/>
                  <a:pt x="1674" y="115"/>
                </a:cubicBezTo>
                <a:cubicBezTo>
                  <a:pt x="1703" y="115"/>
                  <a:pt x="1703" y="115"/>
                  <a:pt x="1703" y="115"/>
                </a:cubicBezTo>
                <a:cubicBezTo>
                  <a:pt x="1703" y="204"/>
                  <a:pt x="1703" y="204"/>
                  <a:pt x="1703" y="204"/>
                </a:cubicBezTo>
                <a:cubicBezTo>
                  <a:pt x="1674" y="204"/>
                  <a:pt x="1674" y="204"/>
                  <a:pt x="1674" y="204"/>
                </a:cubicBezTo>
                <a:cubicBezTo>
                  <a:pt x="1674" y="194"/>
                  <a:pt x="1674" y="194"/>
                  <a:pt x="1674" y="194"/>
                </a:cubicBezTo>
                <a:cubicBezTo>
                  <a:pt x="1671" y="198"/>
                  <a:pt x="1668" y="201"/>
                  <a:pt x="1663" y="203"/>
                </a:cubicBezTo>
                <a:cubicBezTo>
                  <a:pt x="1659" y="206"/>
                  <a:pt x="1654" y="207"/>
                  <a:pt x="1648" y="207"/>
                </a:cubicBezTo>
                <a:moveTo>
                  <a:pt x="1549" y="179"/>
                </a:moveTo>
                <a:cubicBezTo>
                  <a:pt x="1554" y="179"/>
                  <a:pt x="1559" y="177"/>
                  <a:pt x="1562" y="174"/>
                </a:cubicBezTo>
                <a:cubicBezTo>
                  <a:pt x="1565" y="170"/>
                  <a:pt x="1567" y="165"/>
                  <a:pt x="1567" y="160"/>
                </a:cubicBezTo>
                <a:cubicBezTo>
                  <a:pt x="1567" y="154"/>
                  <a:pt x="1565" y="149"/>
                  <a:pt x="1562" y="145"/>
                </a:cubicBezTo>
                <a:cubicBezTo>
                  <a:pt x="1559" y="142"/>
                  <a:pt x="1554" y="140"/>
                  <a:pt x="1549" y="140"/>
                </a:cubicBezTo>
                <a:cubicBezTo>
                  <a:pt x="1544" y="140"/>
                  <a:pt x="1540" y="142"/>
                  <a:pt x="1536" y="145"/>
                </a:cubicBezTo>
                <a:cubicBezTo>
                  <a:pt x="1533" y="149"/>
                  <a:pt x="1531" y="154"/>
                  <a:pt x="1531" y="160"/>
                </a:cubicBezTo>
                <a:cubicBezTo>
                  <a:pt x="1531" y="165"/>
                  <a:pt x="1533" y="170"/>
                  <a:pt x="1536" y="174"/>
                </a:cubicBezTo>
                <a:cubicBezTo>
                  <a:pt x="1540" y="177"/>
                  <a:pt x="1544" y="179"/>
                  <a:pt x="1549" y="179"/>
                </a:cubicBezTo>
                <a:moveTo>
                  <a:pt x="1502" y="115"/>
                </a:moveTo>
                <a:cubicBezTo>
                  <a:pt x="1531" y="115"/>
                  <a:pt x="1531" y="115"/>
                  <a:pt x="1531" y="115"/>
                </a:cubicBezTo>
                <a:cubicBezTo>
                  <a:pt x="1531" y="125"/>
                  <a:pt x="1531" y="125"/>
                  <a:pt x="1531" y="125"/>
                </a:cubicBezTo>
                <a:cubicBezTo>
                  <a:pt x="1534" y="121"/>
                  <a:pt x="1538" y="118"/>
                  <a:pt x="1542" y="116"/>
                </a:cubicBezTo>
                <a:cubicBezTo>
                  <a:pt x="1547" y="114"/>
                  <a:pt x="1552" y="113"/>
                  <a:pt x="1558" y="113"/>
                </a:cubicBezTo>
                <a:cubicBezTo>
                  <a:pt x="1563" y="113"/>
                  <a:pt x="1569" y="114"/>
                  <a:pt x="1574" y="116"/>
                </a:cubicBezTo>
                <a:cubicBezTo>
                  <a:pt x="1579" y="118"/>
                  <a:pt x="1583" y="122"/>
                  <a:pt x="1587" y="126"/>
                </a:cubicBezTo>
                <a:cubicBezTo>
                  <a:pt x="1590" y="130"/>
                  <a:pt x="1593" y="135"/>
                  <a:pt x="1595" y="140"/>
                </a:cubicBezTo>
                <a:cubicBezTo>
                  <a:pt x="1597" y="146"/>
                  <a:pt x="1598" y="152"/>
                  <a:pt x="1598" y="159"/>
                </a:cubicBezTo>
                <a:cubicBezTo>
                  <a:pt x="1598" y="166"/>
                  <a:pt x="1597" y="172"/>
                  <a:pt x="1595" y="178"/>
                </a:cubicBezTo>
                <a:cubicBezTo>
                  <a:pt x="1593" y="184"/>
                  <a:pt x="1590" y="189"/>
                  <a:pt x="1586" y="193"/>
                </a:cubicBezTo>
                <a:cubicBezTo>
                  <a:pt x="1582" y="197"/>
                  <a:pt x="1578" y="201"/>
                  <a:pt x="1573" y="203"/>
                </a:cubicBezTo>
                <a:cubicBezTo>
                  <a:pt x="1568" y="205"/>
                  <a:pt x="1563" y="207"/>
                  <a:pt x="1557" y="207"/>
                </a:cubicBezTo>
                <a:cubicBezTo>
                  <a:pt x="1552" y="207"/>
                  <a:pt x="1547" y="206"/>
                  <a:pt x="1543" y="204"/>
                </a:cubicBezTo>
                <a:cubicBezTo>
                  <a:pt x="1539" y="202"/>
                  <a:pt x="1536" y="199"/>
                  <a:pt x="1533" y="196"/>
                </a:cubicBezTo>
                <a:cubicBezTo>
                  <a:pt x="1533" y="243"/>
                  <a:pt x="1533" y="243"/>
                  <a:pt x="1533" y="243"/>
                </a:cubicBezTo>
                <a:cubicBezTo>
                  <a:pt x="1502" y="243"/>
                  <a:pt x="1502" y="243"/>
                  <a:pt x="1502" y="243"/>
                </a:cubicBezTo>
                <a:lnTo>
                  <a:pt x="1502" y="115"/>
                </a:lnTo>
                <a:close/>
                <a:moveTo>
                  <a:pt x="1455" y="135"/>
                </a:moveTo>
                <a:cubicBezTo>
                  <a:pt x="1449" y="135"/>
                  <a:pt x="1445" y="137"/>
                  <a:pt x="1445" y="140"/>
                </a:cubicBezTo>
                <a:cubicBezTo>
                  <a:pt x="1445" y="142"/>
                  <a:pt x="1446" y="144"/>
                  <a:pt x="1448" y="145"/>
                </a:cubicBezTo>
                <a:cubicBezTo>
                  <a:pt x="1450" y="146"/>
                  <a:pt x="1454" y="147"/>
                  <a:pt x="1459" y="148"/>
                </a:cubicBezTo>
                <a:cubicBezTo>
                  <a:pt x="1469" y="151"/>
                  <a:pt x="1477" y="154"/>
                  <a:pt x="1482" y="159"/>
                </a:cubicBezTo>
                <a:cubicBezTo>
                  <a:pt x="1487" y="164"/>
                  <a:pt x="1489" y="170"/>
                  <a:pt x="1489" y="179"/>
                </a:cubicBezTo>
                <a:cubicBezTo>
                  <a:pt x="1489" y="187"/>
                  <a:pt x="1486" y="194"/>
                  <a:pt x="1479" y="199"/>
                </a:cubicBezTo>
                <a:cubicBezTo>
                  <a:pt x="1472" y="204"/>
                  <a:pt x="1462" y="207"/>
                  <a:pt x="1449" y="207"/>
                </a:cubicBezTo>
                <a:cubicBezTo>
                  <a:pt x="1442" y="207"/>
                  <a:pt x="1436" y="206"/>
                  <a:pt x="1429" y="204"/>
                </a:cubicBezTo>
                <a:cubicBezTo>
                  <a:pt x="1423" y="203"/>
                  <a:pt x="1418" y="201"/>
                  <a:pt x="1414" y="198"/>
                </a:cubicBezTo>
                <a:cubicBezTo>
                  <a:pt x="1424" y="180"/>
                  <a:pt x="1424" y="180"/>
                  <a:pt x="1424" y="180"/>
                </a:cubicBezTo>
                <a:cubicBezTo>
                  <a:pt x="1427" y="181"/>
                  <a:pt x="1431" y="182"/>
                  <a:pt x="1436" y="183"/>
                </a:cubicBezTo>
                <a:cubicBezTo>
                  <a:pt x="1440" y="184"/>
                  <a:pt x="1444" y="184"/>
                  <a:pt x="1447" y="184"/>
                </a:cubicBezTo>
                <a:cubicBezTo>
                  <a:pt x="1455" y="184"/>
                  <a:pt x="1458" y="182"/>
                  <a:pt x="1458" y="179"/>
                </a:cubicBezTo>
                <a:cubicBezTo>
                  <a:pt x="1458" y="178"/>
                  <a:pt x="1458" y="177"/>
                  <a:pt x="1458" y="176"/>
                </a:cubicBezTo>
                <a:cubicBezTo>
                  <a:pt x="1458" y="176"/>
                  <a:pt x="1457" y="175"/>
                  <a:pt x="1456" y="175"/>
                </a:cubicBezTo>
                <a:cubicBezTo>
                  <a:pt x="1455" y="174"/>
                  <a:pt x="1454" y="173"/>
                  <a:pt x="1452" y="173"/>
                </a:cubicBezTo>
                <a:cubicBezTo>
                  <a:pt x="1450" y="172"/>
                  <a:pt x="1448" y="172"/>
                  <a:pt x="1445" y="171"/>
                </a:cubicBezTo>
                <a:cubicBezTo>
                  <a:pt x="1440" y="170"/>
                  <a:pt x="1435" y="168"/>
                  <a:pt x="1432" y="166"/>
                </a:cubicBezTo>
                <a:cubicBezTo>
                  <a:pt x="1428" y="164"/>
                  <a:pt x="1425" y="162"/>
                  <a:pt x="1422" y="160"/>
                </a:cubicBezTo>
                <a:cubicBezTo>
                  <a:pt x="1420" y="157"/>
                  <a:pt x="1418" y="155"/>
                  <a:pt x="1417" y="152"/>
                </a:cubicBezTo>
                <a:cubicBezTo>
                  <a:pt x="1416" y="148"/>
                  <a:pt x="1415" y="145"/>
                  <a:pt x="1415" y="141"/>
                </a:cubicBezTo>
                <a:cubicBezTo>
                  <a:pt x="1415" y="132"/>
                  <a:pt x="1418" y="125"/>
                  <a:pt x="1425" y="120"/>
                </a:cubicBezTo>
                <a:cubicBezTo>
                  <a:pt x="1432" y="115"/>
                  <a:pt x="1441" y="113"/>
                  <a:pt x="1453" y="113"/>
                </a:cubicBezTo>
                <a:cubicBezTo>
                  <a:pt x="1459" y="113"/>
                  <a:pt x="1465" y="113"/>
                  <a:pt x="1471" y="115"/>
                </a:cubicBezTo>
                <a:cubicBezTo>
                  <a:pt x="1476" y="116"/>
                  <a:pt x="1481" y="117"/>
                  <a:pt x="1485" y="120"/>
                </a:cubicBezTo>
                <a:cubicBezTo>
                  <a:pt x="1482" y="142"/>
                  <a:pt x="1482" y="142"/>
                  <a:pt x="1482" y="142"/>
                </a:cubicBezTo>
                <a:cubicBezTo>
                  <a:pt x="1478" y="140"/>
                  <a:pt x="1473" y="138"/>
                  <a:pt x="1468" y="137"/>
                </a:cubicBezTo>
                <a:cubicBezTo>
                  <a:pt x="1464" y="136"/>
                  <a:pt x="1459" y="135"/>
                  <a:pt x="1455" y="135"/>
                </a:cubicBezTo>
                <a:moveTo>
                  <a:pt x="1356" y="181"/>
                </a:moveTo>
                <a:cubicBezTo>
                  <a:pt x="1362" y="181"/>
                  <a:pt x="1366" y="179"/>
                  <a:pt x="1370" y="175"/>
                </a:cubicBezTo>
                <a:cubicBezTo>
                  <a:pt x="1373" y="171"/>
                  <a:pt x="1375" y="166"/>
                  <a:pt x="1375" y="160"/>
                </a:cubicBezTo>
                <a:cubicBezTo>
                  <a:pt x="1375" y="153"/>
                  <a:pt x="1373" y="148"/>
                  <a:pt x="1370" y="144"/>
                </a:cubicBezTo>
                <a:cubicBezTo>
                  <a:pt x="1366" y="140"/>
                  <a:pt x="1362" y="139"/>
                  <a:pt x="1356" y="139"/>
                </a:cubicBezTo>
                <a:cubicBezTo>
                  <a:pt x="1350" y="139"/>
                  <a:pt x="1345" y="140"/>
                  <a:pt x="1342" y="144"/>
                </a:cubicBezTo>
                <a:cubicBezTo>
                  <a:pt x="1338" y="148"/>
                  <a:pt x="1337" y="153"/>
                  <a:pt x="1337" y="160"/>
                </a:cubicBezTo>
                <a:cubicBezTo>
                  <a:pt x="1337" y="166"/>
                  <a:pt x="1338" y="171"/>
                  <a:pt x="1342" y="175"/>
                </a:cubicBezTo>
                <a:cubicBezTo>
                  <a:pt x="1345" y="179"/>
                  <a:pt x="1350" y="181"/>
                  <a:pt x="1356" y="181"/>
                </a:cubicBezTo>
                <a:moveTo>
                  <a:pt x="1356" y="207"/>
                </a:moveTo>
                <a:cubicBezTo>
                  <a:pt x="1349" y="207"/>
                  <a:pt x="1342" y="205"/>
                  <a:pt x="1336" y="203"/>
                </a:cubicBezTo>
                <a:cubicBezTo>
                  <a:pt x="1330" y="201"/>
                  <a:pt x="1325" y="198"/>
                  <a:pt x="1321" y="193"/>
                </a:cubicBezTo>
                <a:cubicBezTo>
                  <a:pt x="1317" y="189"/>
                  <a:pt x="1313" y="184"/>
                  <a:pt x="1311" y="178"/>
                </a:cubicBezTo>
                <a:cubicBezTo>
                  <a:pt x="1308" y="173"/>
                  <a:pt x="1307" y="166"/>
                  <a:pt x="1307" y="160"/>
                </a:cubicBezTo>
                <a:cubicBezTo>
                  <a:pt x="1307" y="153"/>
                  <a:pt x="1308" y="147"/>
                  <a:pt x="1311" y="141"/>
                </a:cubicBezTo>
                <a:cubicBezTo>
                  <a:pt x="1313" y="135"/>
                  <a:pt x="1317" y="130"/>
                  <a:pt x="1321" y="126"/>
                </a:cubicBezTo>
                <a:cubicBezTo>
                  <a:pt x="1325" y="122"/>
                  <a:pt x="1331" y="118"/>
                  <a:pt x="1337" y="116"/>
                </a:cubicBezTo>
                <a:cubicBezTo>
                  <a:pt x="1342" y="114"/>
                  <a:pt x="1349" y="113"/>
                  <a:pt x="1356" y="113"/>
                </a:cubicBezTo>
                <a:cubicBezTo>
                  <a:pt x="1363" y="113"/>
                  <a:pt x="1369" y="114"/>
                  <a:pt x="1375" y="116"/>
                </a:cubicBezTo>
                <a:cubicBezTo>
                  <a:pt x="1381" y="118"/>
                  <a:pt x="1386" y="122"/>
                  <a:pt x="1391" y="126"/>
                </a:cubicBezTo>
                <a:cubicBezTo>
                  <a:pt x="1395" y="130"/>
                  <a:pt x="1398" y="135"/>
                  <a:pt x="1401" y="141"/>
                </a:cubicBezTo>
                <a:cubicBezTo>
                  <a:pt x="1403" y="147"/>
                  <a:pt x="1404" y="153"/>
                  <a:pt x="1404" y="160"/>
                </a:cubicBezTo>
                <a:cubicBezTo>
                  <a:pt x="1404" y="166"/>
                  <a:pt x="1403" y="173"/>
                  <a:pt x="1401" y="178"/>
                </a:cubicBezTo>
                <a:cubicBezTo>
                  <a:pt x="1398" y="184"/>
                  <a:pt x="1395" y="189"/>
                  <a:pt x="1391" y="193"/>
                </a:cubicBezTo>
                <a:cubicBezTo>
                  <a:pt x="1386" y="197"/>
                  <a:pt x="1381" y="201"/>
                  <a:pt x="1375" y="203"/>
                </a:cubicBezTo>
                <a:cubicBezTo>
                  <a:pt x="1369" y="205"/>
                  <a:pt x="1363" y="207"/>
                  <a:pt x="1356" y="207"/>
                </a:cubicBezTo>
                <a:moveTo>
                  <a:pt x="1239" y="115"/>
                </a:moveTo>
                <a:cubicBezTo>
                  <a:pt x="1269" y="115"/>
                  <a:pt x="1269" y="115"/>
                  <a:pt x="1269" y="115"/>
                </a:cubicBezTo>
                <a:cubicBezTo>
                  <a:pt x="1269" y="129"/>
                  <a:pt x="1269" y="129"/>
                  <a:pt x="1269" y="129"/>
                </a:cubicBezTo>
                <a:cubicBezTo>
                  <a:pt x="1271" y="124"/>
                  <a:pt x="1274" y="120"/>
                  <a:pt x="1278" y="118"/>
                </a:cubicBezTo>
                <a:cubicBezTo>
                  <a:pt x="1282" y="115"/>
                  <a:pt x="1286" y="114"/>
                  <a:pt x="1291" y="114"/>
                </a:cubicBezTo>
                <a:cubicBezTo>
                  <a:pt x="1295" y="114"/>
                  <a:pt x="1299" y="114"/>
                  <a:pt x="1301" y="116"/>
                </a:cubicBezTo>
                <a:cubicBezTo>
                  <a:pt x="1299" y="145"/>
                  <a:pt x="1299" y="145"/>
                  <a:pt x="1299" y="145"/>
                </a:cubicBezTo>
                <a:cubicBezTo>
                  <a:pt x="1297" y="144"/>
                  <a:pt x="1296" y="143"/>
                  <a:pt x="1293" y="143"/>
                </a:cubicBezTo>
                <a:cubicBezTo>
                  <a:pt x="1291" y="143"/>
                  <a:pt x="1289" y="142"/>
                  <a:pt x="1288" y="142"/>
                </a:cubicBezTo>
                <a:cubicBezTo>
                  <a:pt x="1276" y="142"/>
                  <a:pt x="1270" y="150"/>
                  <a:pt x="1270" y="166"/>
                </a:cubicBezTo>
                <a:cubicBezTo>
                  <a:pt x="1270" y="204"/>
                  <a:pt x="1270" y="204"/>
                  <a:pt x="1270" y="204"/>
                </a:cubicBezTo>
                <a:cubicBezTo>
                  <a:pt x="1239" y="204"/>
                  <a:pt x="1239" y="204"/>
                  <a:pt x="1239" y="204"/>
                </a:cubicBezTo>
                <a:lnTo>
                  <a:pt x="1239" y="115"/>
                </a:lnTo>
                <a:close/>
                <a:moveTo>
                  <a:pt x="1195" y="150"/>
                </a:moveTo>
                <a:cubicBezTo>
                  <a:pt x="1195" y="145"/>
                  <a:pt x="1193" y="142"/>
                  <a:pt x="1191" y="139"/>
                </a:cubicBezTo>
                <a:cubicBezTo>
                  <a:pt x="1188" y="136"/>
                  <a:pt x="1184" y="135"/>
                  <a:pt x="1180" y="135"/>
                </a:cubicBezTo>
                <a:cubicBezTo>
                  <a:pt x="1172" y="135"/>
                  <a:pt x="1166" y="140"/>
                  <a:pt x="1164" y="150"/>
                </a:cubicBezTo>
                <a:lnTo>
                  <a:pt x="1195" y="150"/>
                </a:lnTo>
                <a:close/>
                <a:moveTo>
                  <a:pt x="1224" y="197"/>
                </a:moveTo>
                <a:cubicBezTo>
                  <a:pt x="1219" y="200"/>
                  <a:pt x="1214" y="203"/>
                  <a:pt x="1208" y="204"/>
                </a:cubicBezTo>
                <a:cubicBezTo>
                  <a:pt x="1201" y="206"/>
                  <a:pt x="1195" y="207"/>
                  <a:pt x="1188" y="207"/>
                </a:cubicBezTo>
                <a:cubicBezTo>
                  <a:pt x="1180" y="207"/>
                  <a:pt x="1172" y="206"/>
                  <a:pt x="1166" y="203"/>
                </a:cubicBezTo>
                <a:cubicBezTo>
                  <a:pt x="1159" y="201"/>
                  <a:pt x="1153" y="198"/>
                  <a:pt x="1149" y="194"/>
                </a:cubicBezTo>
                <a:cubicBezTo>
                  <a:pt x="1144" y="190"/>
                  <a:pt x="1141" y="185"/>
                  <a:pt x="1138" y="179"/>
                </a:cubicBezTo>
                <a:cubicBezTo>
                  <a:pt x="1136" y="173"/>
                  <a:pt x="1134" y="167"/>
                  <a:pt x="1134" y="160"/>
                </a:cubicBezTo>
                <a:cubicBezTo>
                  <a:pt x="1134" y="153"/>
                  <a:pt x="1136" y="146"/>
                  <a:pt x="1138" y="141"/>
                </a:cubicBezTo>
                <a:cubicBezTo>
                  <a:pt x="1140" y="135"/>
                  <a:pt x="1143" y="130"/>
                  <a:pt x="1147" y="126"/>
                </a:cubicBezTo>
                <a:cubicBezTo>
                  <a:pt x="1151" y="122"/>
                  <a:pt x="1156" y="118"/>
                  <a:pt x="1162" y="116"/>
                </a:cubicBezTo>
                <a:cubicBezTo>
                  <a:pt x="1168" y="114"/>
                  <a:pt x="1174" y="113"/>
                  <a:pt x="1181" y="113"/>
                </a:cubicBezTo>
                <a:cubicBezTo>
                  <a:pt x="1187" y="113"/>
                  <a:pt x="1193" y="114"/>
                  <a:pt x="1199" y="116"/>
                </a:cubicBezTo>
                <a:cubicBezTo>
                  <a:pt x="1204" y="118"/>
                  <a:pt x="1209" y="121"/>
                  <a:pt x="1212" y="125"/>
                </a:cubicBezTo>
                <a:cubicBezTo>
                  <a:pt x="1216" y="128"/>
                  <a:pt x="1219" y="133"/>
                  <a:pt x="1221" y="138"/>
                </a:cubicBezTo>
                <a:cubicBezTo>
                  <a:pt x="1223" y="144"/>
                  <a:pt x="1224" y="150"/>
                  <a:pt x="1224" y="157"/>
                </a:cubicBezTo>
                <a:cubicBezTo>
                  <a:pt x="1224" y="161"/>
                  <a:pt x="1224" y="165"/>
                  <a:pt x="1223" y="168"/>
                </a:cubicBezTo>
                <a:cubicBezTo>
                  <a:pt x="1165" y="168"/>
                  <a:pt x="1165" y="168"/>
                  <a:pt x="1165" y="168"/>
                </a:cubicBezTo>
                <a:cubicBezTo>
                  <a:pt x="1168" y="178"/>
                  <a:pt x="1176" y="183"/>
                  <a:pt x="1191" y="183"/>
                </a:cubicBezTo>
                <a:cubicBezTo>
                  <a:pt x="1194" y="183"/>
                  <a:pt x="1198" y="182"/>
                  <a:pt x="1203" y="181"/>
                </a:cubicBezTo>
                <a:cubicBezTo>
                  <a:pt x="1207" y="180"/>
                  <a:pt x="1211" y="179"/>
                  <a:pt x="1214" y="178"/>
                </a:cubicBezTo>
                <a:lnTo>
                  <a:pt x="1224" y="197"/>
                </a:lnTo>
                <a:close/>
                <a:moveTo>
                  <a:pt x="1077" y="148"/>
                </a:moveTo>
                <a:cubicBezTo>
                  <a:pt x="1062" y="103"/>
                  <a:pt x="1062" y="103"/>
                  <a:pt x="1062" y="103"/>
                </a:cubicBezTo>
                <a:cubicBezTo>
                  <a:pt x="1047" y="148"/>
                  <a:pt x="1047" y="148"/>
                  <a:pt x="1047" y="148"/>
                </a:cubicBezTo>
                <a:lnTo>
                  <a:pt x="1077" y="148"/>
                </a:lnTo>
                <a:close/>
                <a:moveTo>
                  <a:pt x="1046" y="73"/>
                </a:moveTo>
                <a:cubicBezTo>
                  <a:pt x="1081" y="73"/>
                  <a:pt x="1081" y="73"/>
                  <a:pt x="1081" y="73"/>
                </a:cubicBezTo>
                <a:cubicBezTo>
                  <a:pt x="1133" y="204"/>
                  <a:pt x="1133" y="204"/>
                  <a:pt x="1133" y="204"/>
                </a:cubicBezTo>
                <a:cubicBezTo>
                  <a:pt x="1096" y="204"/>
                  <a:pt x="1096" y="204"/>
                  <a:pt x="1096" y="204"/>
                </a:cubicBezTo>
                <a:cubicBezTo>
                  <a:pt x="1086" y="174"/>
                  <a:pt x="1086" y="174"/>
                  <a:pt x="1086" y="174"/>
                </a:cubicBezTo>
                <a:cubicBezTo>
                  <a:pt x="1039" y="174"/>
                  <a:pt x="1039" y="174"/>
                  <a:pt x="1039" y="174"/>
                </a:cubicBezTo>
                <a:cubicBezTo>
                  <a:pt x="1029" y="204"/>
                  <a:pt x="1029" y="204"/>
                  <a:pt x="1029" y="204"/>
                </a:cubicBezTo>
                <a:cubicBezTo>
                  <a:pt x="995" y="204"/>
                  <a:pt x="995" y="204"/>
                  <a:pt x="995" y="204"/>
                </a:cubicBezTo>
                <a:lnTo>
                  <a:pt x="1046" y="73"/>
                </a:lnTo>
                <a:close/>
                <a:moveTo>
                  <a:pt x="921" y="135"/>
                </a:moveTo>
                <a:cubicBezTo>
                  <a:pt x="914" y="135"/>
                  <a:pt x="911" y="137"/>
                  <a:pt x="911" y="140"/>
                </a:cubicBezTo>
                <a:cubicBezTo>
                  <a:pt x="911" y="142"/>
                  <a:pt x="912" y="144"/>
                  <a:pt x="914" y="145"/>
                </a:cubicBezTo>
                <a:cubicBezTo>
                  <a:pt x="916" y="146"/>
                  <a:pt x="919" y="147"/>
                  <a:pt x="924" y="148"/>
                </a:cubicBezTo>
                <a:cubicBezTo>
                  <a:pt x="935" y="151"/>
                  <a:pt x="943" y="154"/>
                  <a:pt x="948" y="159"/>
                </a:cubicBezTo>
                <a:cubicBezTo>
                  <a:pt x="952" y="164"/>
                  <a:pt x="955" y="170"/>
                  <a:pt x="955" y="179"/>
                </a:cubicBezTo>
                <a:cubicBezTo>
                  <a:pt x="955" y="187"/>
                  <a:pt x="951" y="194"/>
                  <a:pt x="944" y="199"/>
                </a:cubicBezTo>
                <a:cubicBezTo>
                  <a:pt x="937" y="204"/>
                  <a:pt x="928" y="207"/>
                  <a:pt x="915" y="207"/>
                </a:cubicBezTo>
                <a:cubicBezTo>
                  <a:pt x="908" y="207"/>
                  <a:pt x="901" y="206"/>
                  <a:pt x="895" y="204"/>
                </a:cubicBezTo>
                <a:cubicBezTo>
                  <a:pt x="888" y="203"/>
                  <a:pt x="883" y="201"/>
                  <a:pt x="880" y="198"/>
                </a:cubicBezTo>
                <a:cubicBezTo>
                  <a:pt x="890" y="180"/>
                  <a:pt x="890" y="180"/>
                  <a:pt x="890" y="180"/>
                </a:cubicBezTo>
                <a:cubicBezTo>
                  <a:pt x="893" y="181"/>
                  <a:pt x="897" y="182"/>
                  <a:pt x="901" y="183"/>
                </a:cubicBezTo>
                <a:cubicBezTo>
                  <a:pt x="905" y="184"/>
                  <a:pt x="909" y="184"/>
                  <a:pt x="913" y="184"/>
                </a:cubicBezTo>
                <a:cubicBezTo>
                  <a:pt x="920" y="184"/>
                  <a:pt x="924" y="182"/>
                  <a:pt x="924" y="179"/>
                </a:cubicBezTo>
                <a:cubicBezTo>
                  <a:pt x="924" y="178"/>
                  <a:pt x="924" y="177"/>
                  <a:pt x="924" y="176"/>
                </a:cubicBezTo>
                <a:cubicBezTo>
                  <a:pt x="923" y="176"/>
                  <a:pt x="923" y="175"/>
                  <a:pt x="922" y="175"/>
                </a:cubicBezTo>
                <a:cubicBezTo>
                  <a:pt x="921" y="174"/>
                  <a:pt x="919" y="173"/>
                  <a:pt x="918" y="173"/>
                </a:cubicBezTo>
                <a:cubicBezTo>
                  <a:pt x="916" y="172"/>
                  <a:pt x="914" y="172"/>
                  <a:pt x="911" y="171"/>
                </a:cubicBezTo>
                <a:cubicBezTo>
                  <a:pt x="906" y="170"/>
                  <a:pt x="901" y="168"/>
                  <a:pt x="897" y="166"/>
                </a:cubicBezTo>
                <a:cubicBezTo>
                  <a:pt x="893" y="164"/>
                  <a:pt x="890" y="162"/>
                  <a:pt x="888" y="160"/>
                </a:cubicBezTo>
                <a:cubicBezTo>
                  <a:pt x="885" y="157"/>
                  <a:pt x="884" y="155"/>
                  <a:pt x="883" y="152"/>
                </a:cubicBezTo>
                <a:cubicBezTo>
                  <a:pt x="881" y="148"/>
                  <a:pt x="881" y="145"/>
                  <a:pt x="881" y="141"/>
                </a:cubicBezTo>
                <a:cubicBezTo>
                  <a:pt x="881" y="132"/>
                  <a:pt x="884" y="125"/>
                  <a:pt x="891" y="120"/>
                </a:cubicBezTo>
                <a:cubicBezTo>
                  <a:pt x="898" y="115"/>
                  <a:pt x="907" y="113"/>
                  <a:pt x="919" y="113"/>
                </a:cubicBezTo>
                <a:cubicBezTo>
                  <a:pt x="925" y="113"/>
                  <a:pt x="931" y="113"/>
                  <a:pt x="936" y="115"/>
                </a:cubicBezTo>
                <a:cubicBezTo>
                  <a:pt x="942" y="116"/>
                  <a:pt x="947" y="117"/>
                  <a:pt x="951" y="120"/>
                </a:cubicBezTo>
                <a:cubicBezTo>
                  <a:pt x="948" y="142"/>
                  <a:pt x="948" y="142"/>
                  <a:pt x="948" y="142"/>
                </a:cubicBezTo>
                <a:cubicBezTo>
                  <a:pt x="943" y="140"/>
                  <a:pt x="939" y="138"/>
                  <a:pt x="934" y="137"/>
                </a:cubicBezTo>
                <a:cubicBezTo>
                  <a:pt x="929" y="136"/>
                  <a:pt x="925" y="135"/>
                  <a:pt x="921" y="135"/>
                </a:cubicBezTo>
                <a:moveTo>
                  <a:pt x="780" y="115"/>
                </a:moveTo>
                <a:cubicBezTo>
                  <a:pt x="810" y="115"/>
                  <a:pt x="810" y="115"/>
                  <a:pt x="810" y="115"/>
                </a:cubicBezTo>
                <a:cubicBezTo>
                  <a:pt x="810" y="126"/>
                  <a:pt x="810" y="126"/>
                  <a:pt x="810" y="126"/>
                </a:cubicBezTo>
                <a:cubicBezTo>
                  <a:pt x="812" y="122"/>
                  <a:pt x="816" y="119"/>
                  <a:pt x="820" y="116"/>
                </a:cubicBezTo>
                <a:cubicBezTo>
                  <a:pt x="825" y="114"/>
                  <a:pt x="830" y="113"/>
                  <a:pt x="836" y="113"/>
                </a:cubicBezTo>
                <a:cubicBezTo>
                  <a:pt x="846" y="113"/>
                  <a:pt x="853" y="116"/>
                  <a:pt x="859" y="122"/>
                </a:cubicBezTo>
                <a:cubicBezTo>
                  <a:pt x="864" y="128"/>
                  <a:pt x="866" y="138"/>
                  <a:pt x="866" y="150"/>
                </a:cubicBezTo>
                <a:cubicBezTo>
                  <a:pt x="866" y="204"/>
                  <a:pt x="866" y="204"/>
                  <a:pt x="866" y="204"/>
                </a:cubicBezTo>
                <a:cubicBezTo>
                  <a:pt x="836" y="204"/>
                  <a:pt x="836" y="204"/>
                  <a:pt x="836" y="204"/>
                </a:cubicBezTo>
                <a:cubicBezTo>
                  <a:pt x="836" y="156"/>
                  <a:pt x="836" y="156"/>
                  <a:pt x="836" y="156"/>
                </a:cubicBezTo>
                <a:cubicBezTo>
                  <a:pt x="836" y="145"/>
                  <a:pt x="832" y="140"/>
                  <a:pt x="824" y="140"/>
                </a:cubicBezTo>
                <a:cubicBezTo>
                  <a:pt x="819" y="140"/>
                  <a:pt x="816" y="142"/>
                  <a:pt x="814" y="144"/>
                </a:cubicBezTo>
                <a:cubicBezTo>
                  <a:pt x="812" y="147"/>
                  <a:pt x="810" y="152"/>
                  <a:pt x="810" y="157"/>
                </a:cubicBezTo>
                <a:cubicBezTo>
                  <a:pt x="810" y="204"/>
                  <a:pt x="810" y="204"/>
                  <a:pt x="810" y="204"/>
                </a:cubicBezTo>
                <a:cubicBezTo>
                  <a:pt x="780" y="204"/>
                  <a:pt x="780" y="204"/>
                  <a:pt x="780" y="204"/>
                </a:cubicBezTo>
                <a:lnTo>
                  <a:pt x="780" y="115"/>
                </a:lnTo>
                <a:close/>
                <a:moveTo>
                  <a:pt x="729" y="115"/>
                </a:moveTo>
                <a:cubicBezTo>
                  <a:pt x="760" y="115"/>
                  <a:pt x="760" y="115"/>
                  <a:pt x="760" y="115"/>
                </a:cubicBezTo>
                <a:cubicBezTo>
                  <a:pt x="760" y="204"/>
                  <a:pt x="760" y="204"/>
                  <a:pt x="760" y="204"/>
                </a:cubicBezTo>
                <a:cubicBezTo>
                  <a:pt x="729" y="204"/>
                  <a:pt x="729" y="204"/>
                  <a:pt x="729" y="204"/>
                </a:cubicBezTo>
                <a:lnTo>
                  <a:pt x="729" y="115"/>
                </a:lnTo>
                <a:close/>
                <a:moveTo>
                  <a:pt x="744" y="101"/>
                </a:moveTo>
                <a:cubicBezTo>
                  <a:pt x="739" y="101"/>
                  <a:pt x="735" y="100"/>
                  <a:pt x="732" y="97"/>
                </a:cubicBezTo>
                <a:cubicBezTo>
                  <a:pt x="729" y="94"/>
                  <a:pt x="727" y="90"/>
                  <a:pt x="727" y="85"/>
                </a:cubicBezTo>
                <a:cubicBezTo>
                  <a:pt x="727" y="80"/>
                  <a:pt x="729" y="76"/>
                  <a:pt x="732" y="73"/>
                </a:cubicBezTo>
                <a:cubicBezTo>
                  <a:pt x="735" y="70"/>
                  <a:pt x="739" y="68"/>
                  <a:pt x="744" y="68"/>
                </a:cubicBezTo>
                <a:cubicBezTo>
                  <a:pt x="749" y="68"/>
                  <a:pt x="753" y="70"/>
                  <a:pt x="757" y="73"/>
                </a:cubicBezTo>
                <a:cubicBezTo>
                  <a:pt x="760" y="76"/>
                  <a:pt x="762" y="80"/>
                  <a:pt x="762" y="85"/>
                </a:cubicBezTo>
                <a:cubicBezTo>
                  <a:pt x="762" y="90"/>
                  <a:pt x="760" y="94"/>
                  <a:pt x="757" y="97"/>
                </a:cubicBezTo>
                <a:cubicBezTo>
                  <a:pt x="753" y="100"/>
                  <a:pt x="749" y="101"/>
                  <a:pt x="744" y="101"/>
                </a:cubicBezTo>
                <a:moveTo>
                  <a:pt x="676" y="73"/>
                </a:moveTo>
                <a:cubicBezTo>
                  <a:pt x="707" y="73"/>
                  <a:pt x="707" y="73"/>
                  <a:pt x="707" y="73"/>
                </a:cubicBezTo>
                <a:cubicBezTo>
                  <a:pt x="707" y="204"/>
                  <a:pt x="707" y="204"/>
                  <a:pt x="707" y="204"/>
                </a:cubicBezTo>
                <a:cubicBezTo>
                  <a:pt x="676" y="204"/>
                  <a:pt x="676" y="204"/>
                  <a:pt x="676" y="204"/>
                </a:cubicBezTo>
                <a:lnTo>
                  <a:pt x="676" y="73"/>
                </a:lnTo>
                <a:close/>
                <a:moveTo>
                  <a:pt x="625" y="73"/>
                </a:moveTo>
                <a:cubicBezTo>
                  <a:pt x="656" y="73"/>
                  <a:pt x="656" y="73"/>
                  <a:pt x="656" y="73"/>
                </a:cubicBezTo>
                <a:cubicBezTo>
                  <a:pt x="656" y="204"/>
                  <a:pt x="656" y="204"/>
                  <a:pt x="656" y="204"/>
                </a:cubicBezTo>
                <a:cubicBezTo>
                  <a:pt x="625" y="204"/>
                  <a:pt x="625" y="204"/>
                  <a:pt x="625" y="204"/>
                </a:cubicBezTo>
                <a:lnTo>
                  <a:pt x="625" y="73"/>
                </a:lnTo>
                <a:close/>
                <a:moveTo>
                  <a:pt x="564" y="181"/>
                </a:moveTo>
                <a:cubicBezTo>
                  <a:pt x="570" y="181"/>
                  <a:pt x="574" y="179"/>
                  <a:pt x="578" y="175"/>
                </a:cubicBezTo>
                <a:cubicBezTo>
                  <a:pt x="581" y="171"/>
                  <a:pt x="583" y="166"/>
                  <a:pt x="583" y="160"/>
                </a:cubicBezTo>
                <a:cubicBezTo>
                  <a:pt x="583" y="153"/>
                  <a:pt x="581" y="148"/>
                  <a:pt x="578" y="144"/>
                </a:cubicBezTo>
                <a:cubicBezTo>
                  <a:pt x="574" y="140"/>
                  <a:pt x="570" y="139"/>
                  <a:pt x="564" y="139"/>
                </a:cubicBezTo>
                <a:cubicBezTo>
                  <a:pt x="558" y="139"/>
                  <a:pt x="553" y="140"/>
                  <a:pt x="550" y="144"/>
                </a:cubicBezTo>
                <a:cubicBezTo>
                  <a:pt x="546" y="148"/>
                  <a:pt x="544" y="153"/>
                  <a:pt x="544" y="160"/>
                </a:cubicBezTo>
                <a:cubicBezTo>
                  <a:pt x="544" y="166"/>
                  <a:pt x="546" y="171"/>
                  <a:pt x="550" y="175"/>
                </a:cubicBezTo>
                <a:cubicBezTo>
                  <a:pt x="553" y="179"/>
                  <a:pt x="558" y="181"/>
                  <a:pt x="564" y="181"/>
                </a:cubicBezTo>
                <a:moveTo>
                  <a:pt x="564" y="207"/>
                </a:moveTo>
                <a:cubicBezTo>
                  <a:pt x="557" y="207"/>
                  <a:pt x="550" y="205"/>
                  <a:pt x="544" y="203"/>
                </a:cubicBezTo>
                <a:cubicBezTo>
                  <a:pt x="538" y="200"/>
                  <a:pt x="533" y="197"/>
                  <a:pt x="529" y="192"/>
                </a:cubicBezTo>
                <a:cubicBezTo>
                  <a:pt x="524" y="188"/>
                  <a:pt x="521" y="183"/>
                  <a:pt x="518" y="177"/>
                </a:cubicBezTo>
                <a:cubicBezTo>
                  <a:pt x="516" y="171"/>
                  <a:pt x="515" y="164"/>
                  <a:pt x="515" y="158"/>
                </a:cubicBezTo>
                <a:cubicBezTo>
                  <a:pt x="515" y="151"/>
                  <a:pt x="516" y="145"/>
                  <a:pt x="518" y="139"/>
                </a:cubicBezTo>
                <a:cubicBezTo>
                  <a:pt x="521" y="134"/>
                  <a:pt x="524" y="129"/>
                  <a:pt x="529" y="125"/>
                </a:cubicBezTo>
                <a:cubicBezTo>
                  <a:pt x="533" y="121"/>
                  <a:pt x="538" y="118"/>
                  <a:pt x="544" y="116"/>
                </a:cubicBezTo>
                <a:cubicBezTo>
                  <a:pt x="550" y="114"/>
                  <a:pt x="557" y="113"/>
                  <a:pt x="564" y="113"/>
                </a:cubicBezTo>
                <a:cubicBezTo>
                  <a:pt x="571" y="113"/>
                  <a:pt x="577" y="114"/>
                  <a:pt x="583" y="116"/>
                </a:cubicBezTo>
                <a:cubicBezTo>
                  <a:pt x="589" y="118"/>
                  <a:pt x="594" y="122"/>
                  <a:pt x="599" y="126"/>
                </a:cubicBezTo>
                <a:cubicBezTo>
                  <a:pt x="603" y="130"/>
                  <a:pt x="606" y="135"/>
                  <a:pt x="609" y="141"/>
                </a:cubicBezTo>
                <a:cubicBezTo>
                  <a:pt x="611" y="147"/>
                  <a:pt x="612" y="153"/>
                  <a:pt x="612" y="160"/>
                </a:cubicBezTo>
                <a:cubicBezTo>
                  <a:pt x="612" y="166"/>
                  <a:pt x="611" y="173"/>
                  <a:pt x="609" y="178"/>
                </a:cubicBezTo>
                <a:cubicBezTo>
                  <a:pt x="606" y="184"/>
                  <a:pt x="603" y="189"/>
                  <a:pt x="599" y="193"/>
                </a:cubicBezTo>
                <a:cubicBezTo>
                  <a:pt x="594" y="197"/>
                  <a:pt x="589" y="201"/>
                  <a:pt x="583" y="203"/>
                </a:cubicBezTo>
                <a:cubicBezTo>
                  <a:pt x="577" y="205"/>
                  <a:pt x="571" y="207"/>
                  <a:pt x="564" y="207"/>
                </a:cubicBezTo>
                <a:moveTo>
                  <a:pt x="507" y="192"/>
                </a:moveTo>
                <a:cubicBezTo>
                  <a:pt x="501" y="196"/>
                  <a:pt x="494" y="200"/>
                  <a:pt x="486" y="202"/>
                </a:cubicBezTo>
                <a:cubicBezTo>
                  <a:pt x="478" y="205"/>
                  <a:pt x="469" y="206"/>
                  <a:pt x="460" y="206"/>
                </a:cubicBezTo>
                <a:cubicBezTo>
                  <a:pt x="450" y="206"/>
                  <a:pt x="440" y="204"/>
                  <a:pt x="432" y="201"/>
                </a:cubicBezTo>
                <a:cubicBezTo>
                  <a:pt x="424" y="198"/>
                  <a:pt x="417" y="194"/>
                  <a:pt x="411" y="188"/>
                </a:cubicBezTo>
                <a:cubicBezTo>
                  <a:pt x="405" y="183"/>
                  <a:pt x="401" y="176"/>
                  <a:pt x="398" y="167"/>
                </a:cubicBezTo>
                <a:cubicBezTo>
                  <a:pt x="394" y="159"/>
                  <a:pt x="393" y="150"/>
                  <a:pt x="393" y="139"/>
                </a:cubicBezTo>
                <a:cubicBezTo>
                  <a:pt x="393" y="129"/>
                  <a:pt x="395" y="120"/>
                  <a:pt x="398" y="112"/>
                </a:cubicBezTo>
                <a:cubicBezTo>
                  <a:pt x="402" y="104"/>
                  <a:pt x="406" y="96"/>
                  <a:pt x="413" y="90"/>
                </a:cubicBezTo>
                <a:cubicBezTo>
                  <a:pt x="419" y="85"/>
                  <a:pt x="427" y="80"/>
                  <a:pt x="435" y="77"/>
                </a:cubicBezTo>
                <a:cubicBezTo>
                  <a:pt x="444" y="73"/>
                  <a:pt x="454" y="72"/>
                  <a:pt x="464" y="72"/>
                </a:cubicBezTo>
                <a:cubicBezTo>
                  <a:pt x="468" y="72"/>
                  <a:pt x="472" y="72"/>
                  <a:pt x="476" y="72"/>
                </a:cubicBezTo>
                <a:cubicBezTo>
                  <a:pt x="480" y="73"/>
                  <a:pt x="484" y="74"/>
                  <a:pt x="487" y="75"/>
                </a:cubicBezTo>
                <a:cubicBezTo>
                  <a:pt x="491" y="76"/>
                  <a:pt x="495" y="77"/>
                  <a:pt x="498" y="78"/>
                </a:cubicBezTo>
                <a:cubicBezTo>
                  <a:pt x="501" y="79"/>
                  <a:pt x="504" y="81"/>
                  <a:pt x="507" y="82"/>
                </a:cubicBezTo>
                <a:cubicBezTo>
                  <a:pt x="493" y="109"/>
                  <a:pt x="493" y="109"/>
                  <a:pt x="493" y="109"/>
                </a:cubicBezTo>
                <a:cubicBezTo>
                  <a:pt x="490" y="108"/>
                  <a:pt x="488" y="107"/>
                  <a:pt x="486" y="106"/>
                </a:cubicBezTo>
                <a:cubicBezTo>
                  <a:pt x="484" y="105"/>
                  <a:pt x="482" y="104"/>
                  <a:pt x="480" y="104"/>
                </a:cubicBezTo>
                <a:cubicBezTo>
                  <a:pt x="478" y="103"/>
                  <a:pt x="476" y="103"/>
                  <a:pt x="474" y="102"/>
                </a:cubicBezTo>
                <a:cubicBezTo>
                  <a:pt x="472" y="102"/>
                  <a:pt x="469" y="102"/>
                  <a:pt x="466" y="102"/>
                </a:cubicBezTo>
                <a:cubicBezTo>
                  <a:pt x="455" y="102"/>
                  <a:pt x="445" y="105"/>
                  <a:pt x="439" y="112"/>
                </a:cubicBezTo>
                <a:cubicBezTo>
                  <a:pt x="432" y="118"/>
                  <a:pt x="428" y="127"/>
                  <a:pt x="428" y="139"/>
                </a:cubicBezTo>
                <a:cubicBezTo>
                  <a:pt x="428" y="144"/>
                  <a:pt x="429" y="149"/>
                  <a:pt x="431" y="154"/>
                </a:cubicBezTo>
                <a:cubicBezTo>
                  <a:pt x="433" y="158"/>
                  <a:pt x="435" y="162"/>
                  <a:pt x="438" y="165"/>
                </a:cubicBezTo>
                <a:cubicBezTo>
                  <a:pt x="441" y="168"/>
                  <a:pt x="445" y="171"/>
                  <a:pt x="449" y="173"/>
                </a:cubicBezTo>
                <a:cubicBezTo>
                  <a:pt x="454" y="175"/>
                  <a:pt x="459" y="175"/>
                  <a:pt x="464" y="175"/>
                </a:cubicBezTo>
                <a:cubicBezTo>
                  <a:pt x="469" y="175"/>
                  <a:pt x="474" y="175"/>
                  <a:pt x="479" y="173"/>
                </a:cubicBezTo>
                <a:cubicBezTo>
                  <a:pt x="484" y="171"/>
                  <a:pt x="489" y="168"/>
                  <a:pt x="493" y="165"/>
                </a:cubicBezTo>
                <a:lnTo>
                  <a:pt x="507" y="192"/>
                </a:lnTo>
                <a:close/>
                <a:moveTo>
                  <a:pt x="126" y="2"/>
                </a:moveTo>
                <a:cubicBezTo>
                  <a:pt x="130" y="1"/>
                  <a:pt x="133" y="1"/>
                  <a:pt x="137" y="0"/>
                </a:cubicBezTo>
                <a:cubicBezTo>
                  <a:pt x="154" y="95"/>
                  <a:pt x="154" y="95"/>
                  <a:pt x="154" y="95"/>
                </a:cubicBezTo>
                <a:cubicBezTo>
                  <a:pt x="150" y="96"/>
                  <a:pt x="146" y="96"/>
                  <a:pt x="143" y="97"/>
                </a:cubicBezTo>
                <a:lnTo>
                  <a:pt x="126" y="2"/>
                </a:lnTo>
                <a:close/>
                <a:moveTo>
                  <a:pt x="122" y="107"/>
                </a:moveTo>
                <a:cubicBezTo>
                  <a:pt x="126" y="105"/>
                  <a:pt x="129" y="102"/>
                  <a:pt x="133" y="101"/>
                </a:cubicBezTo>
                <a:cubicBezTo>
                  <a:pt x="85" y="17"/>
                  <a:pt x="85" y="17"/>
                  <a:pt x="85" y="17"/>
                </a:cubicBezTo>
                <a:cubicBezTo>
                  <a:pt x="82" y="19"/>
                  <a:pt x="78" y="21"/>
                  <a:pt x="74" y="24"/>
                </a:cubicBezTo>
                <a:lnTo>
                  <a:pt x="122" y="107"/>
                </a:lnTo>
                <a:close/>
                <a:moveTo>
                  <a:pt x="95" y="160"/>
                </a:moveTo>
                <a:cubicBezTo>
                  <a:pt x="95" y="156"/>
                  <a:pt x="95" y="153"/>
                  <a:pt x="96" y="149"/>
                </a:cubicBezTo>
                <a:cubicBezTo>
                  <a:pt x="0" y="149"/>
                  <a:pt x="0" y="149"/>
                  <a:pt x="0" y="149"/>
                </a:cubicBezTo>
                <a:cubicBezTo>
                  <a:pt x="0" y="152"/>
                  <a:pt x="0" y="156"/>
                  <a:pt x="0" y="159"/>
                </a:cubicBezTo>
                <a:cubicBezTo>
                  <a:pt x="0" y="162"/>
                  <a:pt x="0" y="165"/>
                  <a:pt x="0" y="169"/>
                </a:cubicBezTo>
                <a:cubicBezTo>
                  <a:pt x="95" y="169"/>
                  <a:pt x="95" y="169"/>
                  <a:pt x="95" y="169"/>
                </a:cubicBezTo>
                <a:cubicBezTo>
                  <a:pt x="95" y="166"/>
                  <a:pt x="95" y="163"/>
                  <a:pt x="95" y="160"/>
                </a:cubicBezTo>
                <a:moveTo>
                  <a:pt x="224" y="160"/>
                </a:moveTo>
                <a:cubicBezTo>
                  <a:pt x="224" y="195"/>
                  <a:pt x="195" y="224"/>
                  <a:pt x="159" y="224"/>
                </a:cubicBezTo>
                <a:cubicBezTo>
                  <a:pt x="128" y="224"/>
                  <a:pt x="101" y="201"/>
                  <a:pt x="96" y="171"/>
                </a:cubicBezTo>
                <a:cubicBezTo>
                  <a:pt x="6" y="203"/>
                  <a:pt x="6" y="203"/>
                  <a:pt x="6" y="203"/>
                </a:cubicBezTo>
                <a:cubicBezTo>
                  <a:pt x="8" y="210"/>
                  <a:pt x="11" y="217"/>
                  <a:pt x="14" y="224"/>
                </a:cubicBezTo>
                <a:cubicBezTo>
                  <a:pt x="103" y="191"/>
                  <a:pt x="103" y="191"/>
                  <a:pt x="103" y="191"/>
                </a:cubicBezTo>
                <a:cubicBezTo>
                  <a:pt x="30" y="253"/>
                  <a:pt x="30" y="253"/>
                  <a:pt x="30" y="253"/>
                </a:cubicBezTo>
                <a:cubicBezTo>
                  <a:pt x="34" y="259"/>
                  <a:pt x="40" y="265"/>
                  <a:pt x="45" y="271"/>
                </a:cubicBezTo>
                <a:cubicBezTo>
                  <a:pt x="113" y="213"/>
                  <a:pt x="113" y="213"/>
                  <a:pt x="113" y="213"/>
                </a:cubicBezTo>
                <a:cubicBezTo>
                  <a:pt x="69" y="291"/>
                  <a:pt x="69" y="291"/>
                  <a:pt x="69" y="291"/>
                </a:cubicBezTo>
                <a:cubicBezTo>
                  <a:pt x="76" y="296"/>
                  <a:pt x="83" y="300"/>
                  <a:pt x="91" y="304"/>
                </a:cubicBezTo>
                <a:cubicBezTo>
                  <a:pt x="133" y="231"/>
                  <a:pt x="133" y="231"/>
                  <a:pt x="133" y="231"/>
                </a:cubicBezTo>
                <a:cubicBezTo>
                  <a:pt x="118" y="314"/>
                  <a:pt x="118" y="314"/>
                  <a:pt x="118" y="314"/>
                </a:cubicBezTo>
                <a:cubicBezTo>
                  <a:pt x="127" y="317"/>
                  <a:pt x="136" y="318"/>
                  <a:pt x="146" y="319"/>
                </a:cubicBezTo>
                <a:cubicBezTo>
                  <a:pt x="159" y="241"/>
                  <a:pt x="159" y="241"/>
                  <a:pt x="159" y="241"/>
                </a:cubicBezTo>
                <a:cubicBezTo>
                  <a:pt x="173" y="319"/>
                  <a:pt x="173" y="319"/>
                  <a:pt x="173" y="319"/>
                </a:cubicBezTo>
                <a:cubicBezTo>
                  <a:pt x="183" y="318"/>
                  <a:pt x="192" y="317"/>
                  <a:pt x="202" y="314"/>
                </a:cubicBezTo>
                <a:cubicBezTo>
                  <a:pt x="189" y="242"/>
                  <a:pt x="189" y="242"/>
                  <a:pt x="189" y="242"/>
                </a:cubicBezTo>
                <a:cubicBezTo>
                  <a:pt x="225" y="305"/>
                  <a:pt x="225" y="305"/>
                  <a:pt x="225" y="305"/>
                </a:cubicBezTo>
                <a:cubicBezTo>
                  <a:pt x="235" y="301"/>
                  <a:pt x="245" y="295"/>
                  <a:pt x="253" y="289"/>
                </a:cubicBezTo>
                <a:cubicBezTo>
                  <a:pt x="220" y="231"/>
                  <a:pt x="220" y="231"/>
                  <a:pt x="220" y="231"/>
                </a:cubicBezTo>
                <a:cubicBezTo>
                  <a:pt x="271" y="274"/>
                  <a:pt x="271" y="274"/>
                  <a:pt x="271" y="274"/>
                </a:cubicBezTo>
                <a:cubicBezTo>
                  <a:pt x="279" y="266"/>
                  <a:pt x="286" y="257"/>
                  <a:pt x="293" y="247"/>
                </a:cubicBezTo>
                <a:cubicBezTo>
                  <a:pt x="247" y="209"/>
                  <a:pt x="247" y="209"/>
                  <a:pt x="247" y="209"/>
                </a:cubicBezTo>
                <a:cubicBezTo>
                  <a:pt x="303" y="229"/>
                  <a:pt x="303" y="229"/>
                  <a:pt x="303" y="229"/>
                </a:cubicBezTo>
                <a:cubicBezTo>
                  <a:pt x="308" y="219"/>
                  <a:pt x="312" y="207"/>
                  <a:pt x="315" y="195"/>
                </a:cubicBezTo>
                <a:cubicBezTo>
                  <a:pt x="266" y="177"/>
                  <a:pt x="266" y="177"/>
                  <a:pt x="266" y="177"/>
                </a:cubicBezTo>
                <a:cubicBezTo>
                  <a:pt x="318" y="177"/>
                  <a:pt x="318" y="177"/>
                  <a:pt x="318" y="177"/>
                </a:cubicBezTo>
                <a:cubicBezTo>
                  <a:pt x="319" y="171"/>
                  <a:pt x="319" y="165"/>
                  <a:pt x="319" y="159"/>
                </a:cubicBezTo>
                <a:cubicBezTo>
                  <a:pt x="319" y="152"/>
                  <a:pt x="318" y="145"/>
                  <a:pt x="317" y="138"/>
                </a:cubicBezTo>
                <a:cubicBezTo>
                  <a:pt x="220" y="138"/>
                  <a:pt x="220" y="138"/>
                  <a:pt x="220" y="138"/>
                </a:cubicBezTo>
                <a:cubicBezTo>
                  <a:pt x="223" y="145"/>
                  <a:pt x="224" y="152"/>
                  <a:pt x="224" y="160"/>
                </a:cubicBezTo>
                <a:moveTo>
                  <a:pt x="97" y="145"/>
                </a:moveTo>
                <a:cubicBezTo>
                  <a:pt x="98" y="139"/>
                  <a:pt x="100" y="134"/>
                  <a:pt x="103" y="129"/>
                </a:cubicBezTo>
                <a:cubicBezTo>
                  <a:pt x="13" y="96"/>
                  <a:pt x="13" y="96"/>
                  <a:pt x="13" y="96"/>
                </a:cubicBezTo>
                <a:cubicBezTo>
                  <a:pt x="11" y="101"/>
                  <a:pt x="9" y="107"/>
                  <a:pt x="7" y="112"/>
                </a:cubicBezTo>
                <a:lnTo>
                  <a:pt x="97" y="145"/>
                </a:lnTo>
                <a:close/>
                <a:moveTo>
                  <a:pt x="280" y="54"/>
                </a:moveTo>
                <a:cubicBezTo>
                  <a:pt x="207" y="115"/>
                  <a:pt x="207" y="115"/>
                  <a:pt x="207" y="115"/>
                </a:cubicBezTo>
                <a:cubicBezTo>
                  <a:pt x="208" y="117"/>
                  <a:pt x="210" y="119"/>
                  <a:pt x="212" y="121"/>
                </a:cubicBezTo>
                <a:cubicBezTo>
                  <a:pt x="285" y="60"/>
                  <a:pt x="285" y="60"/>
                  <a:pt x="285" y="60"/>
                </a:cubicBezTo>
                <a:cubicBezTo>
                  <a:pt x="283" y="58"/>
                  <a:pt x="281" y="56"/>
                  <a:pt x="280" y="54"/>
                </a:cubicBezTo>
                <a:moveTo>
                  <a:pt x="243" y="23"/>
                </a:moveTo>
                <a:cubicBezTo>
                  <a:pt x="241" y="21"/>
                  <a:pt x="238" y="20"/>
                  <a:pt x="236" y="18"/>
                </a:cubicBezTo>
                <a:cubicBezTo>
                  <a:pt x="188" y="102"/>
                  <a:pt x="188" y="102"/>
                  <a:pt x="188" y="102"/>
                </a:cubicBezTo>
                <a:cubicBezTo>
                  <a:pt x="190" y="103"/>
                  <a:pt x="193" y="104"/>
                  <a:pt x="196" y="106"/>
                </a:cubicBezTo>
                <a:lnTo>
                  <a:pt x="243" y="23"/>
                </a:lnTo>
                <a:close/>
                <a:moveTo>
                  <a:pt x="116" y="112"/>
                </a:moveTo>
                <a:cubicBezTo>
                  <a:pt x="42" y="50"/>
                  <a:pt x="42" y="50"/>
                  <a:pt x="42" y="50"/>
                </a:cubicBezTo>
                <a:cubicBezTo>
                  <a:pt x="39" y="54"/>
                  <a:pt x="36" y="58"/>
                  <a:pt x="33" y="62"/>
                </a:cubicBezTo>
                <a:cubicBezTo>
                  <a:pt x="106" y="124"/>
                  <a:pt x="106" y="124"/>
                  <a:pt x="106" y="124"/>
                </a:cubicBezTo>
                <a:cubicBezTo>
                  <a:pt x="109" y="119"/>
                  <a:pt x="112" y="116"/>
                  <a:pt x="116" y="112"/>
                </a:cubicBezTo>
                <a:moveTo>
                  <a:pt x="166" y="95"/>
                </a:moveTo>
                <a:cubicBezTo>
                  <a:pt x="169" y="96"/>
                  <a:pt x="172" y="96"/>
                  <a:pt x="175" y="97"/>
                </a:cubicBezTo>
                <a:cubicBezTo>
                  <a:pt x="192" y="2"/>
                  <a:pt x="192" y="2"/>
                  <a:pt x="192" y="2"/>
                </a:cubicBezTo>
                <a:cubicBezTo>
                  <a:pt x="189" y="1"/>
                  <a:pt x="186" y="1"/>
                  <a:pt x="183" y="0"/>
                </a:cubicBezTo>
                <a:lnTo>
                  <a:pt x="166" y="95"/>
                </a:lnTo>
                <a:close/>
              </a:path>
            </a:pathLst>
          </a:custGeom>
          <a:solidFill>
            <a:schemeClr val="tx1"/>
          </a:solidFill>
          <a:ln>
            <a:noFill/>
          </a:ln>
        </p:spPr>
        <p:txBody>
          <a:bodyPr vert="horz" wrap="square" lIns="121920" tIns="60960" rIns="121920" bIns="60960" numCol="1" anchor="t" anchorCtr="0" compatLnSpc="1">
            <a:prstTxWarp prst="textNoShape">
              <a:avLst/>
            </a:prstTxWarp>
          </a:bodyPr>
          <a:lstStyle/>
          <a:p>
            <a:pPr defTabSz="609585"/>
            <a:endParaRPr lang="en-US" sz="2400">
              <a:solidFill>
                <a:srgbClr val="FFFFFF"/>
              </a:solidFill>
            </a:endParaRPr>
          </a:p>
        </p:txBody>
      </p:sp>
    </p:spTree>
    <p:extLst>
      <p:ext uri="{BB962C8B-B14F-4D97-AF65-F5344CB8AC3E}">
        <p14:creationId xmlns:p14="http://schemas.microsoft.com/office/powerpoint/2010/main" val="2850935702"/>
      </p:ext>
    </p:extLst>
  </p:cSld>
  <p:clrMap bg1="dk1" tx1="lt1" bg2="dk2" tx2="lt2" accent1="accent1" accent2="accent2" accent3="accent3" accent4="accent4" accent5="accent5" accent6="accent6" hlink="hlink" folHlink="folHlink"/>
  <p:sldLayoutIdLst>
    <p:sldLayoutId id="2147483767" r:id="rId1"/>
    <p:sldLayoutId id="2147483768" r:id="rId2"/>
    <p:sldLayoutId id="2147483769" r:id="rId3"/>
    <p:sldLayoutId id="2147483770" r:id="rId4"/>
    <p:sldLayoutId id="2147483771" r:id="rId5"/>
    <p:sldLayoutId id="2147483772" r:id="rId6"/>
    <p:sldLayoutId id="2147483773" r:id="rId7"/>
    <p:sldLayoutId id="2147483774" r:id="rId8"/>
    <p:sldLayoutId id="2147483775" r:id="rId9"/>
    <p:sldLayoutId id="2147483776" r:id="rId10"/>
    <p:sldLayoutId id="2147483777" r:id="rId11"/>
    <p:sldLayoutId id="2147483778" r:id="rId12"/>
    <p:sldLayoutId id="2147483779" r:id="rId13"/>
    <p:sldLayoutId id="2147483780" r:id="rId14"/>
    <p:sldLayoutId id="2147483781" r:id="rId15"/>
    <p:sldLayoutId id="2147483782" r:id="rId16"/>
    <p:sldLayoutId id="2147483783" r:id="rId17"/>
    <p:sldLayoutId id="2147483784" r:id="rId18"/>
    <p:sldLayoutId id="2147483785" r:id="rId19"/>
    <p:sldLayoutId id="2147483786" r:id="rId20"/>
    <p:sldLayoutId id="2147483787" r:id="rId21"/>
    <p:sldLayoutId id="2147483788" r:id="rId22"/>
    <p:sldLayoutId id="2147483789" r:id="rId23"/>
    <p:sldLayoutId id="2147483790" r:id="rId24"/>
    <p:sldLayoutId id="2147483791" r:id="rId25"/>
    <p:sldLayoutId id="2147483792" r:id="rId26"/>
    <p:sldLayoutId id="2147483793" r:id="rId27"/>
    <p:sldLayoutId id="2147483794" r:id="rId28"/>
    <p:sldLayoutId id="2147483795" r:id="rId29"/>
    <p:sldLayoutId id="2147483796" r:id="rId30"/>
  </p:sldLayoutIdLst>
  <p:transition>
    <p:wipe dir="r"/>
  </p:transition>
  <p:hf sldNum="0" hdr="0" dt="0"/>
  <p:txStyles>
    <p:titleStyle>
      <a:lvl1pPr algn="l" defTabSz="609555" rtl="0" eaLnBrk="1" latinLnBrk="0" hangingPunct="1">
        <a:spcBef>
          <a:spcPct val="0"/>
        </a:spcBef>
        <a:buNone/>
        <a:defRPr sz="3200" b="0" i="0" kern="1200" cap="all" spc="400" baseline="0">
          <a:solidFill>
            <a:schemeClr val="tx1"/>
          </a:solidFill>
          <a:latin typeface="Arial" panose="020B0604020202020204" pitchFamily="34" charset="0"/>
          <a:ea typeface="+mj-ea"/>
          <a:cs typeface="Arial" panose="020B0604020202020204" pitchFamily="34" charset="0"/>
        </a:defRPr>
      </a:lvl1pPr>
    </p:titleStyle>
    <p:bodyStyle>
      <a:lvl1pPr marL="311143" indent="-311143" algn="l" defTabSz="609555" rtl="0" eaLnBrk="1" latinLnBrk="0" hangingPunct="1">
        <a:spcBef>
          <a:spcPct val="20000"/>
        </a:spcBef>
        <a:buClr>
          <a:schemeClr val="accent1"/>
        </a:buClr>
        <a:buFont typeface="Arial" panose="020B0604020202020204" pitchFamily="34" charset="0"/>
        <a:buChar char="•"/>
        <a:tabLst/>
        <a:defRPr sz="2133" kern="1200">
          <a:solidFill>
            <a:schemeClr val="tx1"/>
          </a:solidFill>
          <a:latin typeface="Arial" panose="020B0604020202020204" pitchFamily="34" charset="0"/>
          <a:ea typeface="+mn-ea"/>
          <a:cs typeface="Arial" panose="020B0604020202020204" pitchFamily="34" charset="0"/>
        </a:defRPr>
      </a:lvl1pPr>
      <a:lvl2pPr marL="914377" indent="-300559" algn="l" defTabSz="609555" rtl="0" eaLnBrk="1" latinLnBrk="0" hangingPunct="1">
        <a:spcBef>
          <a:spcPct val="20000"/>
        </a:spcBef>
        <a:buClr>
          <a:schemeClr val="accent1"/>
        </a:buClr>
        <a:buFont typeface="Arial" panose="020B0604020202020204" pitchFamily="34" charset="0"/>
        <a:buChar char="•"/>
        <a:tabLst/>
        <a:defRPr sz="1867" kern="1200">
          <a:solidFill>
            <a:schemeClr val="tx1"/>
          </a:solidFill>
          <a:latin typeface="Arial" panose="020B0604020202020204" pitchFamily="34" charset="0"/>
          <a:ea typeface="+mn-ea"/>
          <a:cs typeface="Arial" panose="020B0604020202020204" pitchFamily="34" charset="0"/>
        </a:defRPr>
      </a:lvl2pPr>
      <a:lvl3pPr marL="1523887" indent="-304776" algn="l" defTabSz="609555" rtl="0" eaLnBrk="1" latinLnBrk="0" hangingPunct="1">
        <a:spcBef>
          <a:spcPct val="20000"/>
        </a:spcBef>
        <a:buClr>
          <a:schemeClr val="accent1"/>
        </a:buClr>
        <a:buFont typeface="Arial" panose="020B0604020202020204" pitchFamily="34" charset="0"/>
        <a:buChar char="•"/>
        <a:defRPr sz="1600" kern="1200">
          <a:solidFill>
            <a:schemeClr val="tx1"/>
          </a:solidFill>
          <a:latin typeface="Arial" panose="020B0604020202020204" pitchFamily="34" charset="0"/>
          <a:ea typeface="+mn-ea"/>
          <a:cs typeface="Arial" panose="020B0604020202020204" pitchFamily="34" charset="0"/>
        </a:defRPr>
      </a:lvl3pPr>
      <a:lvl4pPr marL="2133440" indent="-304776" algn="l" defTabSz="609555" rtl="0" eaLnBrk="1" latinLnBrk="0" hangingPunct="1">
        <a:spcBef>
          <a:spcPct val="20000"/>
        </a:spcBef>
        <a:buClr>
          <a:schemeClr val="accent1"/>
        </a:buClr>
        <a:buFont typeface="Arial"/>
        <a:buChar char="–"/>
        <a:defRPr sz="1600" kern="1200">
          <a:solidFill>
            <a:schemeClr val="tx1"/>
          </a:solidFill>
          <a:latin typeface="Arial" panose="020B0604020202020204" pitchFamily="34" charset="0"/>
          <a:ea typeface="+mn-ea"/>
          <a:cs typeface="Arial" panose="020B0604020202020204" pitchFamily="34" charset="0"/>
        </a:defRPr>
      </a:lvl4pPr>
      <a:lvl5pPr marL="2742994" indent="-304776" algn="l" defTabSz="609555" rtl="0" eaLnBrk="1" latinLnBrk="0" hangingPunct="1">
        <a:spcBef>
          <a:spcPct val="20000"/>
        </a:spcBef>
        <a:buClr>
          <a:schemeClr val="accent2"/>
        </a:buClr>
        <a:buFont typeface="Arial"/>
        <a:buChar char="»"/>
        <a:defRPr sz="1600" kern="1200">
          <a:solidFill>
            <a:schemeClr val="accent6"/>
          </a:solidFill>
          <a:latin typeface="Arial" panose="020B0604020202020204" pitchFamily="34" charset="0"/>
          <a:ea typeface="+mn-ea"/>
          <a:cs typeface="Arial" panose="020B0604020202020204" pitchFamily="34" charset="0"/>
        </a:defRPr>
      </a:lvl5pPr>
      <a:lvl6pPr marL="3352548" indent="-304776" algn="l" defTabSz="609555" rtl="0" eaLnBrk="1" latinLnBrk="0" hangingPunct="1">
        <a:spcBef>
          <a:spcPct val="20000"/>
        </a:spcBef>
        <a:buFont typeface="Arial"/>
        <a:buChar char="•"/>
        <a:defRPr sz="2667" kern="1200">
          <a:solidFill>
            <a:schemeClr val="tx1"/>
          </a:solidFill>
          <a:latin typeface="+mn-lt"/>
          <a:ea typeface="+mn-ea"/>
          <a:cs typeface="+mn-cs"/>
        </a:defRPr>
      </a:lvl6pPr>
      <a:lvl7pPr marL="3962104" indent="-304776" algn="l" defTabSz="609555" rtl="0" eaLnBrk="1" latinLnBrk="0" hangingPunct="1">
        <a:spcBef>
          <a:spcPct val="20000"/>
        </a:spcBef>
        <a:buFont typeface="Arial"/>
        <a:buChar char="•"/>
        <a:defRPr sz="2667" kern="1200">
          <a:solidFill>
            <a:schemeClr val="tx1"/>
          </a:solidFill>
          <a:latin typeface="+mn-lt"/>
          <a:ea typeface="+mn-ea"/>
          <a:cs typeface="+mn-cs"/>
        </a:defRPr>
      </a:lvl7pPr>
      <a:lvl8pPr marL="4571658" indent="-304776" algn="l" defTabSz="609555" rtl="0" eaLnBrk="1" latinLnBrk="0" hangingPunct="1">
        <a:spcBef>
          <a:spcPct val="20000"/>
        </a:spcBef>
        <a:buFont typeface="Arial"/>
        <a:buChar char="•"/>
        <a:defRPr sz="2667" kern="1200">
          <a:solidFill>
            <a:schemeClr val="tx1"/>
          </a:solidFill>
          <a:latin typeface="+mn-lt"/>
          <a:ea typeface="+mn-ea"/>
          <a:cs typeface="+mn-cs"/>
        </a:defRPr>
      </a:lvl8pPr>
      <a:lvl9pPr marL="5181212" indent="-304776" algn="l" defTabSz="609555" rtl="0" eaLnBrk="1" latinLnBrk="0" hangingPunct="1">
        <a:spcBef>
          <a:spcPct val="20000"/>
        </a:spcBef>
        <a:buFont typeface="Arial"/>
        <a:buChar char="•"/>
        <a:defRPr sz="2667" kern="1200">
          <a:solidFill>
            <a:schemeClr val="tx1"/>
          </a:solidFill>
          <a:latin typeface="+mn-lt"/>
          <a:ea typeface="+mn-ea"/>
          <a:cs typeface="+mn-cs"/>
        </a:defRPr>
      </a:lvl9pPr>
    </p:bodyStyle>
    <p:otherStyle>
      <a:defPPr>
        <a:defRPr lang="en-US"/>
      </a:defPPr>
      <a:lvl1pPr marL="0" algn="l" defTabSz="609555" rtl="0" eaLnBrk="1" latinLnBrk="0" hangingPunct="1">
        <a:defRPr sz="2400" kern="1200">
          <a:solidFill>
            <a:schemeClr val="tx1"/>
          </a:solidFill>
          <a:latin typeface="+mn-lt"/>
          <a:ea typeface="+mn-ea"/>
          <a:cs typeface="+mn-cs"/>
        </a:defRPr>
      </a:lvl1pPr>
      <a:lvl2pPr marL="609555" algn="l" defTabSz="609555" rtl="0" eaLnBrk="1" latinLnBrk="0" hangingPunct="1">
        <a:defRPr sz="2400" kern="1200">
          <a:solidFill>
            <a:schemeClr val="tx1"/>
          </a:solidFill>
          <a:latin typeface="+mn-lt"/>
          <a:ea typeface="+mn-ea"/>
          <a:cs typeface="+mn-cs"/>
        </a:defRPr>
      </a:lvl2pPr>
      <a:lvl3pPr marL="1219110" algn="l" defTabSz="609555" rtl="0" eaLnBrk="1" latinLnBrk="0" hangingPunct="1">
        <a:defRPr sz="2400" kern="1200">
          <a:solidFill>
            <a:schemeClr val="tx1"/>
          </a:solidFill>
          <a:latin typeface="+mn-lt"/>
          <a:ea typeface="+mn-ea"/>
          <a:cs typeface="+mn-cs"/>
        </a:defRPr>
      </a:lvl3pPr>
      <a:lvl4pPr marL="1828664" algn="l" defTabSz="609555" rtl="0" eaLnBrk="1" latinLnBrk="0" hangingPunct="1">
        <a:defRPr sz="2400" kern="1200">
          <a:solidFill>
            <a:schemeClr val="tx1"/>
          </a:solidFill>
          <a:latin typeface="+mn-lt"/>
          <a:ea typeface="+mn-ea"/>
          <a:cs typeface="+mn-cs"/>
        </a:defRPr>
      </a:lvl4pPr>
      <a:lvl5pPr marL="2438218" algn="l" defTabSz="609555" rtl="0" eaLnBrk="1" latinLnBrk="0" hangingPunct="1">
        <a:defRPr sz="2400" kern="1200">
          <a:solidFill>
            <a:schemeClr val="tx1"/>
          </a:solidFill>
          <a:latin typeface="+mn-lt"/>
          <a:ea typeface="+mn-ea"/>
          <a:cs typeface="+mn-cs"/>
        </a:defRPr>
      </a:lvl5pPr>
      <a:lvl6pPr marL="3047772" algn="l" defTabSz="609555" rtl="0" eaLnBrk="1" latinLnBrk="0" hangingPunct="1">
        <a:defRPr sz="2400" kern="1200">
          <a:solidFill>
            <a:schemeClr val="tx1"/>
          </a:solidFill>
          <a:latin typeface="+mn-lt"/>
          <a:ea typeface="+mn-ea"/>
          <a:cs typeface="+mn-cs"/>
        </a:defRPr>
      </a:lvl6pPr>
      <a:lvl7pPr marL="3657327" algn="l" defTabSz="609555" rtl="0" eaLnBrk="1" latinLnBrk="0" hangingPunct="1">
        <a:defRPr sz="2400" kern="1200">
          <a:solidFill>
            <a:schemeClr val="tx1"/>
          </a:solidFill>
          <a:latin typeface="+mn-lt"/>
          <a:ea typeface="+mn-ea"/>
          <a:cs typeface="+mn-cs"/>
        </a:defRPr>
      </a:lvl7pPr>
      <a:lvl8pPr marL="4266880" algn="l" defTabSz="609555" rtl="0" eaLnBrk="1" latinLnBrk="0" hangingPunct="1">
        <a:defRPr sz="2400" kern="1200">
          <a:solidFill>
            <a:schemeClr val="tx1"/>
          </a:solidFill>
          <a:latin typeface="+mn-lt"/>
          <a:ea typeface="+mn-ea"/>
          <a:cs typeface="+mn-cs"/>
        </a:defRPr>
      </a:lvl8pPr>
      <a:lvl9pPr marL="4876435" algn="l" defTabSz="609555" rtl="0" eaLnBrk="1" latinLnBrk="0" hangingPunct="1">
        <a:defRPr sz="24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09600" y="1402080"/>
            <a:ext cx="10972800" cy="4707296"/>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p:txBody>
      </p:sp>
      <p:sp>
        <p:nvSpPr>
          <p:cNvPr id="2" name="Title Placeholder 1"/>
          <p:cNvSpPr>
            <a:spLocks noGrp="1"/>
          </p:cNvSpPr>
          <p:nvPr>
            <p:ph type="title"/>
          </p:nvPr>
        </p:nvSpPr>
        <p:spPr>
          <a:xfrm>
            <a:off x="609600" y="466827"/>
            <a:ext cx="10972800" cy="758500"/>
          </a:xfrm>
          <a:prstGeom prst="rect">
            <a:avLst/>
          </a:prstGeom>
        </p:spPr>
        <p:txBody>
          <a:bodyPr vert="horz" lIns="91440" tIns="45720" rIns="91440" bIns="45720" rtlCol="0" anchor="ctr">
            <a:noAutofit/>
          </a:bodyPr>
          <a:lstStyle/>
          <a:p>
            <a:r>
              <a:rPr lang="en-US"/>
              <a:t>TITLE HERE. ALL CAPS. WHITE. 24 PT.</a:t>
            </a:r>
          </a:p>
        </p:txBody>
      </p:sp>
      <p:sp>
        <p:nvSpPr>
          <p:cNvPr id="4" name="Footer Placeholder 3">
            <a:extLst>
              <a:ext uri="{FF2B5EF4-FFF2-40B4-BE49-F238E27FC236}">
                <a16:creationId xmlns:a16="http://schemas.microsoft.com/office/drawing/2014/main" id="{2FE60F46-2E67-474C-9893-046DAFD1D828}"/>
              </a:ext>
            </a:extLst>
          </p:cNvPr>
          <p:cNvSpPr>
            <a:spLocks noGrp="1"/>
          </p:cNvSpPr>
          <p:nvPr>
            <p:ph type="ftr" sz="quarter" idx="3"/>
          </p:nvPr>
        </p:nvSpPr>
        <p:spPr>
          <a:xfrm>
            <a:off x="5547360" y="6446011"/>
            <a:ext cx="5791200" cy="375284"/>
          </a:xfrm>
          <a:prstGeom prst="rect">
            <a:avLst/>
          </a:prstGeom>
        </p:spPr>
        <p:txBody>
          <a:bodyPr vert="horz" lIns="0" tIns="0" rIns="0" bIns="0" rtlCol="0" anchor="t" anchorCtr="0"/>
          <a:lstStyle>
            <a:lvl1pPr algn="r">
              <a:defRPr lang="en-US" sz="600" spc="0" baseline="0" dirty="0">
                <a:solidFill>
                  <a:schemeClr val="accent1"/>
                </a:solidFill>
              </a:defRPr>
            </a:lvl1pPr>
          </a:lstStyle>
          <a:p>
            <a:r>
              <a:rPr lang="en-US"/>
              <a:t>CS Agentic Development</a:t>
            </a:r>
          </a:p>
        </p:txBody>
      </p:sp>
      <p:sp>
        <p:nvSpPr>
          <p:cNvPr id="6" name="Slide Number Placeholder 5">
            <a:extLst>
              <a:ext uri="{FF2B5EF4-FFF2-40B4-BE49-F238E27FC236}">
                <a16:creationId xmlns:a16="http://schemas.microsoft.com/office/drawing/2014/main" id="{E7226748-83C3-467A-9DF6-CC369EE24DDF}"/>
              </a:ext>
            </a:extLst>
          </p:cNvPr>
          <p:cNvSpPr>
            <a:spLocks noGrp="1"/>
          </p:cNvSpPr>
          <p:nvPr>
            <p:ph type="sldNum" sz="quarter" idx="4"/>
          </p:nvPr>
        </p:nvSpPr>
        <p:spPr>
          <a:xfrm>
            <a:off x="11338560" y="6360992"/>
            <a:ext cx="304800" cy="200055"/>
          </a:xfrm>
          <a:prstGeom prst="rect">
            <a:avLst/>
          </a:prstGeom>
        </p:spPr>
        <p:txBody>
          <a:bodyPr wrap="square" lIns="0" rIns="0" anchor="ctr">
            <a:spAutoFit/>
          </a:bodyPr>
          <a:lstStyle>
            <a:lvl1pPr>
              <a:defRPr lang="en-US" sz="700" b="0" i="0" smtClean="0">
                <a:latin typeface="Arial Regular"/>
                <a:cs typeface="DIN-Light"/>
              </a:defRPr>
            </a:lvl1pPr>
          </a:lstStyle>
          <a:p>
            <a:fld id="{FC3AA935-0552-4053-AB5F-13160B57B31C}" type="slidenum">
              <a:rPr lang="en-US" smtClean="0"/>
              <a:t>‹#›</a:t>
            </a:fld>
            <a:endParaRPr lang="en-US"/>
          </a:p>
        </p:txBody>
      </p:sp>
      <p:sp>
        <p:nvSpPr>
          <p:cNvPr id="39" name="Footer Placeholder 3">
            <a:extLst>
              <a:ext uri="{FF2B5EF4-FFF2-40B4-BE49-F238E27FC236}">
                <a16:creationId xmlns:a16="http://schemas.microsoft.com/office/drawing/2014/main" id="{15BF577F-DD63-462C-8D95-AD4D3295C9A9}"/>
              </a:ext>
            </a:extLst>
          </p:cNvPr>
          <p:cNvSpPr txBox="1">
            <a:spLocks/>
          </p:cNvSpPr>
          <p:nvPr/>
        </p:nvSpPr>
        <p:spPr>
          <a:xfrm>
            <a:off x="5296103" y="6279970"/>
            <a:ext cx="5997303" cy="183091"/>
          </a:xfrm>
          <a:prstGeom prst="rect">
            <a:avLst/>
          </a:prstGeom>
        </p:spPr>
        <p:txBody>
          <a:bodyPr vert="horz" lIns="0" tIns="0" rIns="0" bIns="0" rtlCol="0" anchor="ctr"/>
          <a:lstStyle>
            <a:defPPr>
              <a:defRPr lang="en-US"/>
            </a:defPPr>
            <a:lvl1pPr marL="0" algn="r" defTabSz="457200" rtl="0" eaLnBrk="1" latinLnBrk="0" hangingPunct="1">
              <a:defRPr sz="600" b="0" kern="800" spc="40" baseline="0">
                <a:solidFill>
                  <a:schemeClr val="tx2"/>
                </a:solidFill>
                <a:latin typeface="+mj-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600" spc="0" baseline="0">
                <a:solidFill>
                  <a:schemeClr val="tx1"/>
                </a:solidFill>
                <a:cs typeface="DIN-Light"/>
              </a:rPr>
              <a:t>© 2021 </a:t>
            </a:r>
            <a:r>
              <a:rPr lang="en-US" sz="600" spc="0" baseline="0">
                <a:solidFill>
                  <a:schemeClr val="tx1"/>
                </a:solidFill>
              </a:rPr>
              <a:t>Collins Aerospace</a:t>
            </a:r>
            <a:endParaRPr lang="en-US" sz="600" spc="0" baseline="0">
              <a:solidFill>
                <a:schemeClr val="accent1"/>
              </a:solidFill>
              <a:cs typeface="DIN-Light"/>
              <a:sym typeface="Verdana"/>
            </a:endParaRPr>
          </a:p>
        </p:txBody>
      </p:sp>
      <p:sp>
        <p:nvSpPr>
          <p:cNvPr id="40" name="Logo">
            <a:extLst>
              <a:ext uri="{FF2B5EF4-FFF2-40B4-BE49-F238E27FC236}">
                <a16:creationId xmlns:a16="http://schemas.microsoft.com/office/drawing/2014/main" id="{B4023E06-5263-4C9E-8BEF-4E169EF2921B}"/>
              </a:ext>
            </a:extLst>
          </p:cNvPr>
          <p:cNvSpPr>
            <a:spLocks noChangeAspect="1" noEditPoints="1"/>
          </p:cNvSpPr>
          <p:nvPr/>
        </p:nvSpPr>
        <p:spPr bwMode="auto">
          <a:xfrm>
            <a:off x="623147" y="6264635"/>
            <a:ext cx="2087917" cy="353568"/>
          </a:xfrm>
          <a:custGeom>
            <a:avLst/>
            <a:gdLst>
              <a:gd name="T0" fmla="*/ 1871 w 1887"/>
              <a:gd name="T1" fmla="*/ 204 h 319"/>
              <a:gd name="T2" fmla="*/ 1811 w 1887"/>
              <a:gd name="T3" fmla="*/ 126 h 319"/>
              <a:gd name="T4" fmla="*/ 1886 w 1887"/>
              <a:gd name="T5" fmla="*/ 168 h 319"/>
              <a:gd name="T6" fmla="*/ 1779 w 1887"/>
              <a:gd name="T7" fmla="*/ 204 h 319"/>
              <a:gd name="T8" fmla="*/ 1728 w 1887"/>
              <a:gd name="T9" fmla="*/ 126 h 319"/>
              <a:gd name="T10" fmla="*/ 1751 w 1887"/>
              <a:gd name="T11" fmla="*/ 146 h 319"/>
              <a:gd name="T12" fmla="*/ 1656 w 1887"/>
              <a:gd name="T13" fmla="*/ 179 h 319"/>
              <a:gd name="T14" fmla="*/ 1643 w 1887"/>
              <a:gd name="T15" fmla="*/ 174 h 319"/>
              <a:gd name="T16" fmla="*/ 1611 w 1887"/>
              <a:gd name="T17" fmla="*/ 141 h 319"/>
              <a:gd name="T18" fmla="*/ 1703 w 1887"/>
              <a:gd name="T19" fmla="*/ 115 h 319"/>
              <a:gd name="T20" fmla="*/ 1562 w 1887"/>
              <a:gd name="T21" fmla="*/ 174 h 319"/>
              <a:gd name="T22" fmla="*/ 1549 w 1887"/>
              <a:gd name="T23" fmla="*/ 179 h 319"/>
              <a:gd name="T24" fmla="*/ 1587 w 1887"/>
              <a:gd name="T25" fmla="*/ 126 h 319"/>
              <a:gd name="T26" fmla="*/ 1543 w 1887"/>
              <a:gd name="T27" fmla="*/ 204 h 319"/>
              <a:gd name="T28" fmla="*/ 1448 w 1887"/>
              <a:gd name="T29" fmla="*/ 145 h 319"/>
              <a:gd name="T30" fmla="*/ 1414 w 1887"/>
              <a:gd name="T31" fmla="*/ 198 h 319"/>
              <a:gd name="T32" fmla="*/ 1452 w 1887"/>
              <a:gd name="T33" fmla="*/ 173 h 319"/>
              <a:gd name="T34" fmla="*/ 1453 w 1887"/>
              <a:gd name="T35" fmla="*/ 113 h 319"/>
              <a:gd name="T36" fmla="*/ 1370 w 1887"/>
              <a:gd name="T37" fmla="*/ 175 h 319"/>
              <a:gd name="T38" fmla="*/ 1356 w 1887"/>
              <a:gd name="T39" fmla="*/ 181 h 319"/>
              <a:gd name="T40" fmla="*/ 1321 w 1887"/>
              <a:gd name="T41" fmla="*/ 126 h 319"/>
              <a:gd name="T42" fmla="*/ 1401 w 1887"/>
              <a:gd name="T43" fmla="*/ 178 h 319"/>
              <a:gd name="T44" fmla="*/ 1278 w 1887"/>
              <a:gd name="T45" fmla="*/ 118 h 319"/>
              <a:gd name="T46" fmla="*/ 1270 w 1887"/>
              <a:gd name="T47" fmla="*/ 204 h 319"/>
              <a:gd name="T48" fmla="*/ 1195 w 1887"/>
              <a:gd name="T49" fmla="*/ 150 h 319"/>
              <a:gd name="T50" fmla="*/ 1134 w 1887"/>
              <a:gd name="T51" fmla="*/ 160 h 319"/>
              <a:gd name="T52" fmla="*/ 1221 w 1887"/>
              <a:gd name="T53" fmla="*/ 138 h 319"/>
              <a:gd name="T54" fmla="*/ 1224 w 1887"/>
              <a:gd name="T55" fmla="*/ 197 h 319"/>
              <a:gd name="T56" fmla="*/ 1133 w 1887"/>
              <a:gd name="T57" fmla="*/ 204 h 319"/>
              <a:gd name="T58" fmla="*/ 921 w 1887"/>
              <a:gd name="T59" fmla="*/ 135 h 319"/>
              <a:gd name="T60" fmla="*/ 915 w 1887"/>
              <a:gd name="T61" fmla="*/ 207 h 319"/>
              <a:gd name="T62" fmla="*/ 924 w 1887"/>
              <a:gd name="T63" fmla="*/ 176 h 319"/>
              <a:gd name="T64" fmla="*/ 881 w 1887"/>
              <a:gd name="T65" fmla="*/ 141 h 319"/>
              <a:gd name="T66" fmla="*/ 921 w 1887"/>
              <a:gd name="T67" fmla="*/ 135 h 319"/>
              <a:gd name="T68" fmla="*/ 866 w 1887"/>
              <a:gd name="T69" fmla="*/ 150 h 319"/>
              <a:gd name="T70" fmla="*/ 810 w 1887"/>
              <a:gd name="T71" fmla="*/ 204 h 319"/>
              <a:gd name="T72" fmla="*/ 729 w 1887"/>
              <a:gd name="T73" fmla="*/ 115 h 319"/>
              <a:gd name="T74" fmla="*/ 762 w 1887"/>
              <a:gd name="T75" fmla="*/ 85 h 319"/>
              <a:gd name="T76" fmla="*/ 676 w 1887"/>
              <a:gd name="T77" fmla="*/ 73 h 319"/>
              <a:gd name="T78" fmla="*/ 578 w 1887"/>
              <a:gd name="T79" fmla="*/ 175 h 319"/>
              <a:gd name="T80" fmla="*/ 564 w 1887"/>
              <a:gd name="T81" fmla="*/ 181 h 319"/>
              <a:gd name="T82" fmla="*/ 529 w 1887"/>
              <a:gd name="T83" fmla="*/ 125 h 319"/>
              <a:gd name="T84" fmla="*/ 609 w 1887"/>
              <a:gd name="T85" fmla="*/ 178 h 319"/>
              <a:gd name="T86" fmla="*/ 432 w 1887"/>
              <a:gd name="T87" fmla="*/ 201 h 319"/>
              <a:gd name="T88" fmla="*/ 464 w 1887"/>
              <a:gd name="T89" fmla="*/ 72 h 319"/>
              <a:gd name="T90" fmla="*/ 480 w 1887"/>
              <a:gd name="T91" fmla="*/ 104 h 319"/>
              <a:gd name="T92" fmla="*/ 449 w 1887"/>
              <a:gd name="T93" fmla="*/ 173 h 319"/>
              <a:gd name="T94" fmla="*/ 154 w 1887"/>
              <a:gd name="T95" fmla="*/ 95 h 319"/>
              <a:gd name="T96" fmla="*/ 122 w 1887"/>
              <a:gd name="T97" fmla="*/ 107 h 319"/>
              <a:gd name="T98" fmla="*/ 95 w 1887"/>
              <a:gd name="T99" fmla="*/ 160 h 319"/>
              <a:gd name="T100" fmla="*/ 30 w 1887"/>
              <a:gd name="T101" fmla="*/ 253 h 319"/>
              <a:gd name="T102" fmla="*/ 146 w 1887"/>
              <a:gd name="T103" fmla="*/ 319 h 319"/>
              <a:gd name="T104" fmla="*/ 220 w 1887"/>
              <a:gd name="T105" fmla="*/ 231 h 319"/>
              <a:gd name="T106" fmla="*/ 318 w 1887"/>
              <a:gd name="T107" fmla="*/ 177 h 319"/>
              <a:gd name="T108" fmla="*/ 13 w 1887"/>
              <a:gd name="T109" fmla="*/ 96 h 319"/>
              <a:gd name="T110" fmla="*/ 280 w 1887"/>
              <a:gd name="T111" fmla="*/ 54 h 319"/>
              <a:gd name="T112" fmla="*/ 42 w 1887"/>
              <a:gd name="T113" fmla="*/ 50 h 319"/>
              <a:gd name="T114" fmla="*/ 183 w 1887"/>
              <a:gd name="T115" fmla="*/ 0 h 3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887" h="319">
                <a:moveTo>
                  <a:pt x="1859" y="150"/>
                </a:moveTo>
                <a:cubicBezTo>
                  <a:pt x="1858" y="145"/>
                  <a:pt x="1856" y="142"/>
                  <a:pt x="1854" y="139"/>
                </a:cubicBezTo>
                <a:cubicBezTo>
                  <a:pt x="1851" y="136"/>
                  <a:pt x="1848" y="135"/>
                  <a:pt x="1844" y="135"/>
                </a:cubicBezTo>
                <a:cubicBezTo>
                  <a:pt x="1835" y="135"/>
                  <a:pt x="1830" y="140"/>
                  <a:pt x="1828" y="150"/>
                </a:cubicBezTo>
                <a:lnTo>
                  <a:pt x="1859" y="150"/>
                </a:lnTo>
                <a:close/>
                <a:moveTo>
                  <a:pt x="1887" y="197"/>
                </a:moveTo>
                <a:cubicBezTo>
                  <a:pt x="1883" y="200"/>
                  <a:pt x="1877" y="203"/>
                  <a:pt x="1871" y="204"/>
                </a:cubicBezTo>
                <a:cubicBezTo>
                  <a:pt x="1865" y="206"/>
                  <a:pt x="1858" y="207"/>
                  <a:pt x="1851" y="207"/>
                </a:cubicBezTo>
                <a:cubicBezTo>
                  <a:pt x="1843" y="207"/>
                  <a:pt x="1835" y="206"/>
                  <a:pt x="1829" y="203"/>
                </a:cubicBezTo>
                <a:cubicBezTo>
                  <a:pt x="1822" y="201"/>
                  <a:pt x="1817" y="198"/>
                  <a:pt x="1812" y="194"/>
                </a:cubicBezTo>
                <a:cubicBezTo>
                  <a:pt x="1807" y="190"/>
                  <a:pt x="1804" y="185"/>
                  <a:pt x="1801" y="179"/>
                </a:cubicBezTo>
                <a:cubicBezTo>
                  <a:pt x="1799" y="173"/>
                  <a:pt x="1798" y="167"/>
                  <a:pt x="1798" y="160"/>
                </a:cubicBezTo>
                <a:cubicBezTo>
                  <a:pt x="1798" y="153"/>
                  <a:pt x="1799" y="146"/>
                  <a:pt x="1801" y="141"/>
                </a:cubicBezTo>
                <a:cubicBezTo>
                  <a:pt x="1803" y="135"/>
                  <a:pt x="1806" y="130"/>
                  <a:pt x="1811" y="126"/>
                </a:cubicBezTo>
                <a:cubicBezTo>
                  <a:pt x="1815" y="122"/>
                  <a:pt x="1820" y="118"/>
                  <a:pt x="1825" y="116"/>
                </a:cubicBezTo>
                <a:cubicBezTo>
                  <a:pt x="1831" y="114"/>
                  <a:pt x="1837" y="113"/>
                  <a:pt x="1844" y="113"/>
                </a:cubicBezTo>
                <a:cubicBezTo>
                  <a:pt x="1851" y="113"/>
                  <a:pt x="1857" y="114"/>
                  <a:pt x="1862" y="116"/>
                </a:cubicBezTo>
                <a:cubicBezTo>
                  <a:pt x="1867" y="118"/>
                  <a:pt x="1872" y="121"/>
                  <a:pt x="1876" y="125"/>
                </a:cubicBezTo>
                <a:cubicBezTo>
                  <a:pt x="1880" y="128"/>
                  <a:pt x="1882" y="133"/>
                  <a:pt x="1884" y="138"/>
                </a:cubicBezTo>
                <a:cubicBezTo>
                  <a:pt x="1886" y="144"/>
                  <a:pt x="1887" y="150"/>
                  <a:pt x="1887" y="157"/>
                </a:cubicBezTo>
                <a:cubicBezTo>
                  <a:pt x="1887" y="161"/>
                  <a:pt x="1887" y="165"/>
                  <a:pt x="1886" y="168"/>
                </a:cubicBezTo>
                <a:cubicBezTo>
                  <a:pt x="1828" y="168"/>
                  <a:pt x="1828" y="168"/>
                  <a:pt x="1828" y="168"/>
                </a:cubicBezTo>
                <a:cubicBezTo>
                  <a:pt x="1831" y="178"/>
                  <a:pt x="1840" y="183"/>
                  <a:pt x="1854" y="183"/>
                </a:cubicBezTo>
                <a:cubicBezTo>
                  <a:pt x="1858" y="183"/>
                  <a:pt x="1862" y="182"/>
                  <a:pt x="1866" y="181"/>
                </a:cubicBezTo>
                <a:cubicBezTo>
                  <a:pt x="1870" y="180"/>
                  <a:pt x="1874" y="179"/>
                  <a:pt x="1877" y="178"/>
                </a:cubicBezTo>
                <a:lnTo>
                  <a:pt x="1887" y="197"/>
                </a:lnTo>
                <a:close/>
                <a:moveTo>
                  <a:pt x="1794" y="198"/>
                </a:moveTo>
                <a:cubicBezTo>
                  <a:pt x="1790" y="201"/>
                  <a:pt x="1785" y="203"/>
                  <a:pt x="1779" y="204"/>
                </a:cubicBezTo>
                <a:cubicBezTo>
                  <a:pt x="1774" y="206"/>
                  <a:pt x="1769" y="206"/>
                  <a:pt x="1763" y="206"/>
                </a:cubicBezTo>
                <a:cubicBezTo>
                  <a:pt x="1755" y="206"/>
                  <a:pt x="1748" y="205"/>
                  <a:pt x="1742" y="203"/>
                </a:cubicBezTo>
                <a:cubicBezTo>
                  <a:pt x="1736" y="201"/>
                  <a:pt x="1731" y="198"/>
                  <a:pt x="1727" y="194"/>
                </a:cubicBezTo>
                <a:cubicBezTo>
                  <a:pt x="1723" y="190"/>
                  <a:pt x="1719" y="185"/>
                  <a:pt x="1717" y="179"/>
                </a:cubicBezTo>
                <a:cubicBezTo>
                  <a:pt x="1715" y="173"/>
                  <a:pt x="1714" y="167"/>
                  <a:pt x="1714" y="160"/>
                </a:cubicBezTo>
                <a:cubicBezTo>
                  <a:pt x="1714" y="153"/>
                  <a:pt x="1715" y="147"/>
                  <a:pt x="1718" y="141"/>
                </a:cubicBezTo>
                <a:cubicBezTo>
                  <a:pt x="1720" y="135"/>
                  <a:pt x="1723" y="130"/>
                  <a:pt x="1728" y="126"/>
                </a:cubicBezTo>
                <a:cubicBezTo>
                  <a:pt x="1732" y="122"/>
                  <a:pt x="1737" y="119"/>
                  <a:pt x="1743" y="116"/>
                </a:cubicBezTo>
                <a:cubicBezTo>
                  <a:pt x="1749" y="114"/>
                  <a:pt x="1756" y="113"/>
                  <a:pt x="1763" y="113"/>
                </a:cubicBezTo>
                <a:cubicBezTo>
                  <a:pt x="1773" y="113"/>
                  <a:pt x="1781" y="115"/>
                  <a:pt x="1788" y="118"/>
                </a:cubicBezTo>
                <a:cubicBezTo>
                  <a:pt x="1784" y="144"/>
                  <a:pt x="1784" y="144"/>
                  <a:pt x="1784" y="144"/>
                </a:cubicBezTo>
                <a:cubicBezTo>
                  <a:pt x="1782" y="143"/>
                  <a:pt x="1779" y="142"/>
                  <a:pt x="1775" y="141"/>
                </a:cubicBezTo>
                <a:cubicBezTo>
                  <a:pt x="1772" y="141"/>
                  <a:pt x="1769" y="140"/>
                  <a:pt x="1767" y="140"/>
                </a:cubicBezTo>
                <a:cubicBezTo>
                  <a:pt x="1760" y="140"/>
                  <a:pt x="1755" y="142"/>
                  <a:pt x="1751" y="146"/>
                </a:cubicBezTo>
                <a:cubicBezTo>
                  <a:pt x="1747" y="149"/>
                  <a:pt x="1745" y="154"/>
                  <a:pt x="1745" y="160"/>
                </a:cubicBezTo>
                <a:cubicBezTo>
                  <a:pt x="1745" y="166"/>
                  <a:pt x="1747" y="170"/>
                  <a:pt x="1751" y="174"/>
                </a:cubicBezTo>
                <a:cubicBezTo>
                  <a:pt x="1755" y="177"/>
                  <a:pt x="1760" y="179"/>
                  <a:pt x="1767" y="179"/>
                </a:cubicBezTo>
                <a:cubicBezTo>
                  <a:pt x="1770" y="179"/>
                  <a:pt x="1772" y="179"/>
                  <a:pt x="1775" y="178"/>
                </a:cubicBezTo>
                <a:cubicBezTo>
                  <a:pt x="1778" y="178"/>
                  <a:pt x="1780" y="177"/>
                  <a:pt x="1782" y="176"/>
                </a:cubicBezTo>
                <a:lnTo>
                  <a:pt x="1794" y="198"/>
                </a:lnTo>
                <a:close/>
                <a:moveTo>
                  <a:pt x="1656" y="179"/>
                </a:moveTo>
                <a:cubicBezTo>
                  <a:pt x="1662" y="179"/>
                  <a:pt x="1666" y="177"/>
                  <a:pt x="1669" y="174"/>
                </a:cubicBezTo>
                <a:cubicBezTo>
                  <a:pt x="1673" y="170"/>
                  <a:pt x="1674" y="165"/>
                  <a:pt x="1674" y="160"/>
                </a:cubicBezTo>
                <a:cubicBezTo>
                  <a:pt x="1674" y="154"/>
                  <a:pt x="1673" y="149"/>
                  <a:pt x="1669" y="145"/>
                </a:cubicBezTo>
                <a:cubicBezTo>
                  <a:pt x="1666" y="142"/>
                  <a:pt x="1662" y="140"/>
                  <a:pt x="1656" y="140"/>
                </a:cubicBezTo>
                <a:cubicBezTo>
                  <a:pt x="1651" y="140"/>
                  <a:pt x="1647" y="142"/>
                  <a:pt x="1643" y="145"/>
                </a:cubicBezTo>
                <a:cubicBezTo>
                  <a:pt x="1640" y="149"/>
                  <a:pt x="1638" y="154"/>
                  <a:pt x="1638" y="160"/>
                </a:cubicBezTo>
                <a:cubicBezTo>
                  <a:pt x="1638" y="165"/>
                  <a:pt x="1640" y="170"/>
                  <a:pt x="1643" y="174"/>
                </a:cubicBezTo>
                <a:cubicBezTo>
                  <a:pt x="1647" y="177"/>
                  <a:pt x="1651" y="179"/>
                  <a:pt x="1656" y="179"/>
                </a:cubicBezTo>
                <a:moveTo>
                  <a:pt x="1648" y="207"/>
                </a:moveTo>
                <a:cubicBezTo>
                  <a:pt x="1642" y="207"/>
                  <a:pt x="1637" y="206"/>
                  <a:pt x="1632" y="203"/>
                </a:cubicBezTo>
                <a:cubicBezTo>
                  <a:pt x="1627" y="201"/>
                  <a:pt x="1622" y="198"/>
                  <a:pt x="1619" y="194"/>
                </a:cubicBezTo>
                <a:cubicBezTo>
                  <a:pt x="1615" y="189"/>
                  <a:pt x="1613" y="185"/>
                  <a:pt x="1611" y="179"/>
                </a:cubicBezTo>
                <a:cubicBezTo>
                  <a:pt x="1609" y="173"/>
                  <a:pt x="1608" y="167"/>
                  <a:pt x="1608" y="160"/>
                </a:cubicBezTo>
                <a:cubicBezTo>
                  <a:pt x="1608" y="153"/>
                  <a:pt x="1609" y="147"/>
                  <a:pt x="1611" y="141"/>
                </a:cubicBezTo>
                <a:cubicBezTo>
                  <a:pt x="1613" y="135"/>
                  <a:pt x="1616" y="130"/>
                  <a:pt x="1619" y="126"/>
                </a:cubicBezTo>
                <a:cubicBezTo>
                  <a:pt x="1623" y="122"/>
                  <a:pt x="1627" y="119"/>
                  <a:pt x="1633" y="116"/>
                </a:cubicBezTo>
                <a:cubicBezTo>
                  <a:pt x="1638" y="114"/>
                  <a:pt x="1643" y="113"/>
                  <a:pt x="1649" y="113"/>
                </a:cubicBezTo>
                <a:cubicBezTo>
                  <a:pt x="1654" y="113"/>
                  <a:pt x="1659" y="114"/>
                  <a:pt x="1663" y="116"/>
                </a:cubicBezTo>
                <a:cubicBezTo>
                  <a:pt x="1668" y="118"/>
                  <a:pt x="1671" y="122"/>
                  <a:pt x="1674" y="126"/>
                </a:cubicBezTo>
                <a:cubicBezTo>
                  <a:pt x="1674" y="115"/>
                  <a:pt x="1674" y="115"/>
                  <a:pt x="1674" y="115"/>
                </a:cubicBezTo>
                <a:cubicBezTo>
                  <a:pt x="1703" y="115"/>
                  <a:pt x="1703" y="115"/>
                  <a:pt x="1703" y="115"/>
                </a:cubicBezTo>
                <a:cubicBezTo>
                  <a:pt x="1703" y="204"/>
                  <a:pt x="1703" y="204"/>
                  <a:pt x="1703" y="204"/>
                </a:cubicBezTo>
                <a:cubicBezTo>
                  <a:pt x="1674" y="204"/>
                  <a:pt x="1674" y="204"/>
                  <a:pt x="1674" y="204"/>
                </a:cubicBezTo>
                <a:cubicBezTo>
                  <a:pt x="1674" y="194"/>
                  <a:pt x="1674" y="194"/>
                  <a:pt x="1674" y="194"/>
                </a:cubicBezTo>
                <a:cubicBezTo>
                  <a:pt x="1671" y="198"/>
                  <a:pt x="1668" y="201"/>
                  <a:pt x="1663" y="203"/>
                </a:cubicBezTo>
                <a:cubicBezTo>
                  <a:pt x="1659" y="206"/>
                  <a:pt x="1654" y="207"/>
                  <a:pt x="1648" y="207"/>
                </a:cubicBezTo>
                <a:moveTo>
                  <a:pt x="1549" y="179"/>
                </a:moveTo>
                <a:cubicBezTo>
                  <a:pt x="1554" y="179"/>
                  <a:pt x="1559" y="177"/>
                  <a:pt x="1562" y="174"/>
                </a:cubicBezTo>
                <a:cubicBezTo>
                  <a:pt x="1565" y="170"/>
                  <a:pt x="1567" y="165"/>
                  <a:pt x="1567" y="160"/>
                </a:cubicBezTo>
                <a:cubicBezTo>
                  <a:pt x="1567" y="154"/>
                  <a:pt x="1565" y="149"/>
                  <a:pt x="1562" y="145"/>
                </a:cubicBezTo>
                <a:cubicBezTo>
                  <a:pt x="1559" y="142"/>
                  <a:pt x="1554" y="140"/>
                  <a:pt x="1549" y="140"/>
                </a:cubicBezTo>
                <a:cubicBezTo>
                  <a:pt x="1544" y="140"/>
                  <a:pt x="1540" y="142"/>
                  <a:pt x="1536" y="145"/>
                </a:cubicBezTo>
                <a:cubicBezTo>
                  <a:pt x="1533" y="149"/>
                  <a:pt x="1531" y="154"/>
                  <a:pt x="1531" y="160"/>
                </a:cubicBezTo>
                <a:cubicBezTo>
                  <a:pt x="1531" y="165"/>
                  <a:pt x="1533" y="170"/>
                  <a:pt x="1536" y="174"/>
                </a:cubicBezTo>
                <a:cubicBezTo>
                  <a:pt x="1540" y="177"/>
                  <a:pt x="1544" y="179"/>
                  <a:pt x="1549" y="179"/>
                </a:cubicBezTo>
                <a:moveTo>
                  <a:pt x="1502" y="115"/>
                </a:moveTo>
                <a:cubicBezTo>
                  <a:pt x="1531" y="115"/>
                  <a:pt x="1531" y="115"/>
                  <a:pt x="1531" y="115"/>
                </a:cubicBezTo>
                <a:cubicBezTo>
                  <a:pt x="1531" y="125"/>
                  <a:pt x="1531" y="125"/>
                  <a:pt x="1531" y="125"/>
                </a:cubicBezTo>
                <a:cubicBezTo>
                  <a:pt x="1534" y="121"/>
                  <a:pt x="1538" y="118"/>
                  <a:pt x="1542" y="116"/>
                </a:cubicBezTo>
                <a:cubicBezTo>
                  <a:pt x="1547" y="114"/>
                  <a:pt x="1552" y="113"/>
                  <a:pt x="1558" y="113"/>
                </a:cubicBezTo>
                <a:cubicBezTo>
                  <a:pt x="1563" y="113"/>
                  <a:pt x="1569" y="114"/>
                  <a:pt x="1574" y="116"/>
                </a:cubicBezTo>
                <a:cubicBezTo>
                  <a:pt x="1579" y="118"/>
                  <a:pt x="1583" y="122"/>
                  <a:pt x="1587" y="126"/>
                </a:cubicBezTo>
                <a:cubicBezTo>
                  <a:pt x="1590" y="130"/>
                  <a:pt x="1593" y="135"/>
                  <a:pt x="1595" y="140"/>
                </a:cubicBezTo>
                <a:cubicBezTo>
                  <a:pt x="1597" y="146"/>
                  <a:pt x="1598" y="152"/>
                  <a:pt x="1598" y="159"/>
                </a:cubicBezTo>
                <a:cubicBezTo>
                  <a:pt x="1598" y="166"/>
                  <a:pt x="1597" y="172"/>
                  <a:pt x="1595" y="178"/>
                </a:cubicBezTo>
                <a:cubicBezTo>
                  <a:pt x="1593" y="184"/>
                  <a:pt x="1590" y="189"/>
                  <a:pt x="1586" y="193"/>
                </a:cubicBezTo>
                <a:cubicBezTo>
                  <a:pt x="1582" y="197"/>
                  <a:pt x="1578" y="201"/>
                  <a:pt x="1573" y="203"/>
                </a:cubicBezTo>
                <a:cubicBezTo>
                  <a:pt x="1568" y="205"/>
                  <a:pt x="1563" y="207"/>
                  <a:pt x="1557" y="207"/>
                </a:cubicBezTo>
                <a:cubicBezTo>
                  <a:pt x="1552" y="207"/>
                  <a:pt x="1547" y="206"/>
                  <a:pt x="1543" y="204"/>
                </a:cubicBezTo>
                <a:cubicBezTo>
                  <a:pt x="1539" y="202"/>
                  <a:pt x="1536" y="199"/>
                  <a:pt x="1533" y="196"/>
                </a:cubicBezTo>
                <a:cubicBezTo>
                  <a:pt x="1533" y="243"/>
                  <a:pt x="1533" y="243"/>
                  <a:pt x="1533" y="243"/>
                </a:cubicBezTo>
                <a:cubicBezTo>
                  <a:pt x="1502" y="243"/>
                  <a:pt x="1502" y="243"/>
                  <a:pt x="1502" y="243"/>
                </a:cubicBezTo>
                <a:lnTo>
                  <a:pt x="1502" y="115"/>
                </a:lnTo>
                <a:close/>
                <a:moveTo>
                  <a:pt x="1455" y="135"/>
                </a:moveTo>
                <a:cubicBezTo>
                  <a:pt x="1449" y="135"/>
                  <a:pt x="1445" y="137"/>
                  <a:pt x="1445" y="140"/>
                </a:cubicBezTo>
                <a:cubicBezTo>
                  <a:pt x="1445" y="142"/>
                  <a:pt x="1446" y="144"/>
                  <a:pt x="1448" y="145"/>
                </a:cubicBezTo>
                <a:cubicBezTo>
                  <a:pt x="1450" y="146"/>
                  <a:pt x="1454" y="147"/>
                  <a:pt x="1459" y="148"/>
                </a:cubicBezTo>
                <a:cubicBezTo>
                  <a:pt x="1469" y="151"/>
                  <a:pt x="1477" y="154"/>
                  <a:pt x="1482" y="159"/>
                </a:cubicBezTo>
                <a:cubicBezTo>
                  <a:pt x="1487" y="164"/>
                  <a:pt x="1489" y="170"/>
                  <a:pt x="1489" y="179"/>
                </a:cubicBezTo>
                <a:cubicBezTo>
                  <a:pt x="1489" y="187"/>
                  <a:pt x="1486" y="194"/>
                  <a:pt x="1479" y="199"/>
                </a:cubicBezTo>
                <a:cubicBezTo>
                  <a:pt x="1472" y="204"/>
                  <a:pt x="1462" y="207"/>
                  <a:pt x="1449" y="207"/>
                </a:cubicBezTo>
                <a:cubicBezTo>
                  <a:pt x="1442" y="207"/>
                  <a:pt x="1436" y="206"/>
                  <a:pt x="1429" y="204"/>
                </a:cubicBezTo>
                <a:cubicBezTo>
                  <a:pt x="1423" y="203"/>
                  <a:pt x="1418" y="201"/>
                  <a:pt x="1414" y="198"/>
                </a:cubicBezTo>
                <a:cubicBezTo>
                  <a:pt x="1424" y="180"/>
                  <a:pt x="1424" y="180"/>
                  <a:pt x="1424" y="180"/>
                </a:cubicBezTo>
                <a:cubicBezTo>
                  <a:pt x="1427" y="181"/>
                  <a:pt x="1431" y="182"/>
                  <a:pt x="1436" y="183"/>
                </a:cubicBezTo>
                <a:cubicBezTo>
                  <a:pt x="1440" y="184"/>
                  <a:pt x="1444" y="184"/>
                  <a:pt x="1447" y="184"/>
                </a:cubicBezTo>
                <a:cubicBezTo>
                  <a:pt x="1455" y="184"/>
                  <a:pt x="1458" y="182"/>
                  <a:pt x="1458" y="179"/>
                </a:cubicBezTo>
                <a:cubicBezTo>
                  <a:pt x="1458" y="178"/>
                  <a:pt x="1458" y="177"/>
                  <a:pt x="1458" y="176"/>
                </a:cubicBezTo>
                <a:cubicBezTo>
                  <a:pt x="1458" y="176"/>
                  <a:pt x="1457" y="175"/>
                  <a:pt x="1456" y="175"/>
                </a:cubicBezTo>
                <a:cubicBezTo>
                  <a:pt x="1455" y="174"/>
                  <a:pt x="1454" y="173"/>
                  <a:pt x="1452" y="173"/>
                </a:cubicBezTo>
                <a:cubicBezTo>
                  <a:pt x="1450" y="172"/>
                  <a:pt x="1448" y="172"/>
                  <a:pt x="1445" y="171"/>
                </a:cubicBezTo>
                <a:cubicBezTo>
                  <a:pt x="1440" y="170"/>
                  <a:pt x="1435" y="168"/>
                  <a:pt x="1432" y="166"/>
                </a:cubicBezTo>
                <a:cubicBezTo>
                  <a:pt x="1428" y="164"/>
                  <a:pt x="1425" y="162"/>
                  <a:pt x="1422" y="160"/>
                </a:cubicBezTo>
                <a:cubicBezTo>
                  <a:pt x="1420" y="157"/>
                  <a:pt x="1418" y="155"/>
                  <a:pt x="1417" y="152"/>
                </a:cubicBezTo>
                <a:cubicBezTo>
                  <a:pt x="1416" y="148"/>
                  <a:pt x="1415" y="145"/>
                  <a:pt x="1415" y="141"/>
                </a:cubicBezTo>
                <a:cubicBezTo>
                  <a:pt x="1415" y="132"/>
                  <a:pt x="1418" y="125"/>
                  <a:pt x="1425" y="120"/>
                </a:cubicBezTo>
                <a:cubicBezTo>
                  <a:pt x="1432" y="115"/>
                  <a:pt x="1441" y="113"/>
                  <a:pt x="1453" y="113"/>
                </a:cubicBezTo>
                <a:cubicBezTo>
                  <a:pt x="1459" y="113"/>
                  <a:pt x="1465" y="113"/>
                  <a:pt x="1471" y="115"/>
                </a:cubicBezTo>
                <a:cubicBezTo>
                  <a:pt x="1476" y="116"/>
                  <a:pt x="1481" y="117"/>
                  <a:pt x="1485" y="120"/>
                </a:cubicBezTo>
                <a:cubicBezTo>
                  <a:pt x="1482" y="142"/>
                  <a:pt x="1482" y="142"/>
                  <a:pt x="1482" y="142"/>
                </a:cubicBezTo>
                <a:cubicBezTo>
                  <a:pt x="1478" y="140"/>
                  <a:pt x="1473" y="138"/>
                  <a:pt x="1468" y="137"/>
                </a:cubicBezTo>
                <a:cubicBezTo>
                  <a:pt x="1464" y="136"/>
                  <a:pt x="1459" y="135"/>
                  <a:pt x="1455" y="135"/>
                </a:cubicBezTo>
                <a:moveTo>
                  <a:pt x="1356" y="181"/>
                </a:moveTo>
                <a:cubicBezTo>
                  <a:pt x="1362" y="181"/>
                  <a:pt x="1366" y="179"/>
                  <a:pt x="1370" y="175"/>
                </a:cubicBezTo>
                <a:cubicBezTo>
                  <a:pt x="1373" y="171"/>
                  <a:pt x="1375" y="166"/>
                  <a:pt x="1375" y="160"/>
                </a:cubicBezTo>
                <a:cubicBezTo>
                  <a:pt x="1375" y="153"/>
                  <a:pt x="1373" y="148"/>
                  <a:pt x="1370" y="144"/>
                </a:cubicBezTo>
                <a:cubicBezTo>
                  <a:pt x="1366" y="140"/>
                  <a:pt x="1362" y="139"/>
                  <a:pt x="1356" y="139"/>
                </a:cubicBezTo>
                <a:cubicBezTo>
                  <a:pt x="1350" y="139"/>
                  <a:pt x="1345" y="140"/>
                  <a:pt x="1342" y="144"/>
                </a:cubicBezTo>
                <a:cubicBezTo>
                  <a:pt x="1338" y="148"/>
                  <a:pt x="1337" y="153"/>
                  <a:pt x="1337" y="160"/>
                </a:cubicBezTo>
                <a:cubicBezTo>
                  <a:pt x="1337" y="166"/>
                  <a:pt x="1338" y="171"/>
                  <a:pt x="1342" y="175"/>
                </a:cubicBezTo>
                <a:cubicBezTo>
                  <a:pt x="1345" y="179"/>
                  <a:pt x="1350" y="181"/>
                  <a:pt x="1356" y="181"/>
                </a:cubicBezTo>
                <a:moveTo>
                  <a:pt x="1356" y="207"/>
                </a:moveTo>
                <a:cubicBezTo>
                  <a:pt x="1349" y="207"/>
                  <a:pt x="1342" y="205"/>
                  <a:pt x="1336" y="203"/>
                </a:cubicBezTo>
                <a:cubicBezTo>
                  <a:pt x="1330" y="201"/>
                  <a:pt x="1325" y="198"/>
                  <a:pt x="1321" y="193"/>
                </a:cubicBezTo>
                <a:cubicBezTo>
                  <a:pt x="1317" y="189"/>
                  <a:pt x="1313" y="184"/>
                  <a:pt x="1311" y="178"/>
                </a:cubicBezTo>
                <a:cubicBezTo>
                  <a:pt x="1308" y="173"/>
                  <a:pt x="1307" y="166"/>
                  <a:pt x="1307" y="160"/>
                </a:cubicBezTo>
                <a:cubicBezTo>
                  <a:pt x="1307" y="153"/>
                  <a:pt x="1308" y="147"/>
                  <a:pt x="1311" y="141"/>
                </a:cubicBezTo>
                <a:cubicBezTo>
                  <a:pt x="1313" y="135"/>
                  <a:pt x="1317" y="130"/>
                  <a:pt x="1321" y="126"/>
                </a:cubicBezTo>
                <a:cubicBezTo>
                  <a:pt x="1325" y="122"/>
                  <a:pt x="1331" y="118"/>
                  <a:pt x="1337" y="116"/>
                </a:cubicBezTo>
                <a:cubicBezTo>
                  <a:pt x="1342" y="114"/>
                  <a:pt x="1349" y="113"/>
                  <a:pt x="1356" y="113"/>
                </a:cubicBezTo>
                <a:cubicBezTo>
                  <a:pt x="1363" y="113"/>
                  <a:pt x="1369" y="114"/>
                  <a:pt x="1375" y="116"/>
                </a:cubicBezTo>
                <a:cubicBezTo>
                  <a:pt x="1381" y="118"/>
                  <a:pt x="1386" y="122"/>
                  <a:pt x="1391" y="126"/>
                </a:cubicBezTo>
                <a:cubicBezTo>
                  <a:pt x="1395" y="130"/>
                  <a:pt x="1398" y="135"/>
                  <a:pt x="1401" y="141"/>
                </a:cubicBezTo>
                <a:cubicBezTo>
                  <a:pt x="1403" y="147"/>
                  <a:pt x="1404" y="153"/>
                  <a:pt x="1404" y="160"/>
                </a:cubicBezTo>
                <a:cubicBezTo>
                  <a:pt x="1404" y="166"/>
                  <a:pt x="1403" y="173"/>
                  <a:pt x="1401" y="178"/>
                </a:cubicBezTo>
                <a:cubicBezTo>
                  <a:pt x="1398" y="184"/>
                  <a:pt x="1395" y="189"/>
                  <a:pt x="1391" y="193"/>
                </a:cubicBezTo>
                <a:cubicBezTo>
                  <a:pt x="1386" y="197"/>
                  <a:pt x="1381" y="201"/>
                  <a:pt x="1375" y="203"/>
                </a:cubicBezTo>
                <a:cubicBezTo>
                  <a:pt x="1369" y="205"/>
                  <a:pt x="1363" y="207"/>
                  <a:pt x="1356" y="207"/>
                </a:cubicBezTo>
                <a:moveTo>
                  <a:pt x="1239" y="115"/>
                </a:moveTo>
                <a:cubicBezTo>
                  <a:pt x="1269" y="115"/>
                  <a:pt x="1269" y="115"/>
                  <a:pt x="1269" y="115"/>
                </a:cubicBezTo>
                <a:cubicBezTo>
                  <a:pt x="1269" y="129"/>
                  <a:pt x="1269" y="129"/>
                  <a:pt x="1269" y="129"/>
                </a:cubicBezTo>
                <a:cubicBezTo>
                  <a:pt x="1271" y="124"/>
                  <a:pt x="1274" y="120"/>
                  <a:pt x="1278" y="118"/>
                </a:cubicBezTo>
                <a:cubicBezTo>
                  <a:pt x="1282" y="115"/>
                  <a:pt x="1286" y="114"/>
                  <a:pt x="1291" y="114"/>
                </a:cubicBezTo>
                <a:cubicBezTo>
                  <a:pt x="1295" y="114"/>
                  <a:pt x="1299" y="114"/>
                  <a:pt x="1301" y="116"/>
                </a:cubicBezTo>
                <a:cubicBezTo>
                  <a:pt x="1299" y="145"/>
                  <a:pt x="1299" y="145"/>
                  <a:pt x="1299" y="145"/>
                </a:cubicBezTo>
                <a:cubicBezTo>
                  <a:pt x="1297" y="144"/>
                  <a:pt x="1296" y="143"/>
                  <a:pt x="1293" y="143"/>
                </a:cubicBezTo>
                <a:cubicBezTo>
                  <a:pt x="1291" y="143"/>
                  <a:pt x="1289" y="142"/>
                  <a:pt x="1288" y="142"/>
                </a:cubicBezTo>
                <a:cubicBezTo>
                  <a:pt x="1276" y="142"/>
                  <a:pt x="1270" y="150"/>
                  <a:pt x="1270" y="166"/>
                </a:cubicBezTo>
                <a:cubicBezTo>
                  <a:pt x="1270" y="204"/>
                  <a:pt x="1270" y="204"/>
                  <a:pt x="1270" y="204"/>
                </a:cubicBezTo>
                <a:cubicBezTo>
                  <a:pt x="1239" y="204"/>
                  <a:pt x="1239" y="204"/>
                  <a:pt x="1239" y="204"/>
                </a:cubicBezTo>
                <a:lnTo>
                  <a:pt x="1239" y="115"/>
                </a:lnTo>
                <a:close/>
                <a:moveTo>
                  <a:pt x="1195" y="150"/>
                </a:moveTo>
                <a:cubicBezTo>
                  <a:pt x="1195" y="145"/>
                  <a:pt x="1193" y="142"/>
                  <a:pt x="1191" y="139"/>
                </a:cubicBezTo>
                <a:cubicBezTo>
                  <a:pt x="1188" y="136"/>
                  <a:pt x="1184" y="135"/>
                  <a:pt x="1180" y="135"/>
                </a:cubicBezTo>
                <a:cubicBezTo>
                  <a:pt x="1172" y="135"/>
                  <a:pt x="1166" y="140"/>
                  <a:pt x="1164" y="150"/>
                </a:cubicBezTo>
                <a:lnTo>
                  <a:pt x="1195" y="150"/>
                </a:lnTo>
                <a:close/>
                <a:moveTo>
                  <a:pt x="1224" y="197"/>
                </a:moveTo>
                <a:cubicBezTo>
                  <a:pt x="1219" y="200"/>
                  <a:pt x="1214" y="203"/>
                  <a:pt x="1208" y="204"/>
                </a:cubicBezTo>
                <a:cubicBezTo>
                  <a:pt x="1201" y="206"/>
                  <a:pt x="1195" y="207"/>
                  <a:pt x="1188" y="207"/>
                </a:cubicBezTo>
                <a:cubicBezTo>
                  <a:pt x="1180" y="207"/>
                  <a:pt x="1172" y="206"/>
                  <a:pt x="1166" y="203"/>
                </a:cubicBezTo>
                <a:cubicBezTo>
                  <a:pt x="1159" y="201"/>
                  <a:pt x="1153" y="198"/>
                  <a:pt x="1149" y="194"/>
                </a:cubicBezTo>
                <a:cubicBezTo>
                  <a:pt x="1144" y="190"/>
                  <a:pt x="1141" y="185"/>
                  <a:pt x="1138" y="179"/>
                </a:cubicBezTo>
                <a:cubicBezTo>
                  <a:pt x="1136" y="173"/>
                  <a:pt x="1134" y="167"/>
                  <a:pt x="1134" y="160"/>
                </a:cubicBezTo>
                <a:cubicBezTo>
                  <a:pt x="1134" y="153"/>
                  <a:pt x="1136" y="146"/>
                  <a:pt x="1138" y="141"/>
                </a:cubicBezTo>
                <a:cubicBezTo>
                  <a:pt x="1140" y="135"/>
                  <a:pt x="1143" y="130"/>
                  <a:pt x="1147" y="126"/>
                </a:cubicBezTo>
                <a:cubicBezTo>
                  <a:pt x="1151" y="122"/>
                  <a:pt x="1156" y="118"/>
                  <a:pt x="1162" y="116"/>
                </a:cubicBezTo>
                <a:cubicBezTo>
                  <a:pt x="1168" y="114"/>
                  <a:pt x="1174" y="113"/>
                  <a:pt x="1181" y="113"/>
                </a:cubicBezTo>
                <a:cubicBezTo>
                  <a:pt x="1187" y="113"/>
                  <a:pt x="1193" y="114"/>
                  <a:pt x="1199" y="116"/>
                </a:cubicBezTo>
                <a:cubicBezTo>
                  <a:pt x="1204" y="118"/>
                  <a:pt x="1209" y="121"/>
                  <a:pt x="1212" y="125"/>
                </a:cubicBezTo>
                <a:cubicBezTo>
                  <a:pt x="1216" y="128"/>
                  <a:pt x="1219" y="133"/>
                  <a:pt x="1221" y="138"/>
                </a:cubicBezTo>
                <a:cubicBezTo>
                  <a:pt x="1223" y="144"/>
                  <a:pt x="1224" y="150"/>
                  <a:pt x="1224" y="157"/>
                </a:cubicBezTo>
                <a:cubicBezTo>
                  <a:pt x="1224" y="161"/>
                  <a:pt x="1224" y="165"/>
                  <a:pt x="1223" y="168"/>
                </a:cubicBezTo>
                <a:cubicBezTo>
                  <a:pt x="1165" y="168"/>
                  <a:pt x="1165" y="168"/>
                  <a:pt x="1165" y="168"/>
                </a:cubicBezTo>
                <a:cubicBezTo>
                  <a:pt x="1168" y="178"/>
                  <a:pt x="1176" y="183"/>
                  <a:pt x="1191" y="183"/>
                </a:cubicBezTo>
                <a:cubicBezTo>
                  <a:pt x="1194" y="183"/>
                  <a:pt x="1198" y="182"/>
                  <a:pt x="1203" y="181"/>
                </a:cubicBezTo>
                <a:cubicBezTo>
                  <a:pt x="1207" y="180"/>
                  <a:pt x="1211" y="179"/>
                  <a:pt x="1214" y="178"/>
                </a:cubicBezTo>
                <a:lnTo>
                  <a:pt x="1224" y="197"/>
                </a:lnTo>
                <a:close/>
                <a:moveTo>
                  <a:pt x="1077" y="148"/>
                </a:moveTo>
                <a:cubicBezTo>
                  <a:pt x="1062" y="103"/>
                  <a:pt x="1062" y="103"/>
                  <a:pt x="1062" y="103"/>
                </a:cubicBezTo>
                <a:cubicBezTo>
                  <a:pt x="1047" y="148"/>
                  <a:pt x="1047" y="148"/>
                  <a:pt x="1047" y="148"/>
                </a:cubicBezTo>
                <a:lnTo>
                  <a:pt x="1077" y="148"/>
                </a:lnTo>
                <a:close/>
                <a:moveTo>
                  <a:pt x="1046" y="73"/>
                </a:moveTo>
                <a:cubicBezTo>
                  <a:pt x="1081" y="73"/>
                  <a:pt x="1081" y="73"/>
                  <a:pt x="1081" y="73"/>
                </a:cubicBezTo>
                <a:cubicBezTo>
                  <a:pt x="1133" y="204"/>
                  <a:pt x="1133" y="204"/>
                  <a:pt x="1133" y="204"/>
                </a:cubicBezTo>
                <a:cubicBezTo>
                  <a:pt x="1096" y="204"/>
                  <a:pt x="1096" y="204"/>
                  <a:pt x="1096" y="204"/>
                </a:cubicBezTo>
                <a:cubicBezTo>
                  <a:pt x="1086" y="174"/>
                  <a:pt x="1086" y="174"/>
                  <a:pt x="1086" y="174"/>
                </a:cubicBezTo>
                <a:cubicBezTo>
                  <a:pt x="1039" y="174"/>
                  <a:pt x="1039" y="174"/>
                  <a:pt x="1039" y="174"/>
                </a:cubicBezTo>
                <a:cubicBezTo>
                  <a:pt x="1029" y="204"/>
                  <a:pt x="1029" y="204"/>
                  <a:pt x="1029" y="204"/>
                </a:cubicBezTo>
                <a:cubicBezTo>
                  <a:pt x="995" y="204"/>
                  <a:pt x="995" y="204"/>
                  <a:pt x="995" y="204"/>
                </a:cubicBezTo>
                <a:lnTo>
                  <a:pt x="1046" y="73"/>
                </a:lnTo>
                <a:close/>
                <a:moveTo>
                  <a:pt x="921" y="135"/>
                </a:moveTo>
                <a:cubicBezTo>
                  <a:pt x="914" y="135"/>
                  <a:pt x="911" y="137"/>
                  <a:pt x="911" y="140"/>
                </a:cubicBezTo>
                <a:cubicBezTo>
                  <a:pt x="911" y="142"/>
                  <a:pt x="912" y="144"/>
                  <a:pt x="914" y="145"/>
                </a:cubicBezTo>
                <a:cubicBezTo>
                  <a:pt x="916" y="146"/>
                  <a:pt x="919" y="147"/>
                  <a:pt x="924" y="148"/>
                </a:cubicBezTo>
                <a:cubicBezTo>
                  <a:pt x="935" y="151"/>
                  <a:pt x="943" y="154"/>
                  <a:pt x="948" y="159"/>
                </a:cubicBezTo>
                <a:cubicBezTo>
                  <a:pt x="952" y="164"/>
                  <a:pt x="955" y="170"/>
                  <a:pt x="955" y="179"/>
                </a:cubicBezTo>
                <a:cubicBezTo>
                  <a:pt x="955" y="187"/>
                  <a:pt x="951" y="194"/>
                  <a:pt x="944" y="199"/>
                </a:cubicBezTo>
                <a:cubicBezTo>
                  <a:pt x="937" y="204"/>
                  <a:pt x="928" y="207"/>
                  <a:pt x="915" y="207"/>
                </a:cubicBezTo>
                <a:cubicBezTo>
                  <a:pt x="908" y="207"/>
                  <a:pt x="901" y="206"/>
                  <a:pt x="895" y="204"/>
                </a:cubicBezTo>
                <a:cubicBezTo>
                  <a:pt x="888" y="203"/>
                  <a:pt x="883" y="201"/>
                  <a:pt x="880" y="198"/>
                </a:cubicBezTo>
                <a:cubicBezTo>
                  <a:pt x="890" y="180"/>
                  <a:pt x="890" y="180"/>
                  <a:pt x="890" y="180"/>
                </a:cubicBezTo>
                <a:cubicBezTo>
                  <a:pt x="893" y="181"/>
                  <a:pt x="897" y="182"/>
                  <a:pt x="901" y="183"/>
                </a:cubicBezTo>
                <a:cubicBezTo>
                  <a:pt x="905" y="184"/>
                  <a:pt x="909" y="184"/>
                  <a:pt x="913" y="184"/>
                </a:cubicBezTo>
                <a:cubicBezTo>
                  <a:pt x="920" y="184"/>
                  <a:pt x="924" y="182"/>
                  <a:pt x="924" y="179"/>
                </a:cubicBezTo>
                <a:cubicBezTo>
                  <a:pt x="924" y="178"/>
                  <a:pt x="924" y="177"/>
                  <a:pt x="924" y="176"/>
                </a:cubicBezTo>
                <a:cubicBezTo>
                  <a:pt x="923" y="176"/>
                  <a:pt x="923" y="175"/>
                  <a:pt x="922" y="175"/>
                </a:cubicBezTo>
                <a:cubicBezTo>
                  <a:pt x="921" y="174"/>
                  <a:pt x="919" y="173"/>
                  <a:pt x="918" y="173"/>
                </a:cubicBezTo>
                <a:cubicBezTo>
                  <a:pt x="916" y="172"/>
                  <a:pt x="914" y="172"/>
                  <a:pt x="911" y="171"/>
                </a:cubicBezTo>
                <a:cubicBezTo>
                  <a:pt x="906" y="170"/>
                  <a:pt x="901" y="168"/>
                  <a:pt x="897" y="166"/>
                </a:cubicBezTo>
                <a:cubicBezTo>
                  <a:pt x="893" y="164"/>
                  <a:pt x="890" y="162"/>
                  <a:pt x="888" y="160"/>
                </a:cubicBezTo>
                <a:cubicBezTo>
                  <a:pt x="885" y="157"/>
                  <a:pt x="884" y="155"/>
                  <a:pt x="883" y="152"/>
                </a:cubicBezTo>
                <a:cubicBezTo>
                  <a:pt x="881" y="148"/>
                  <a:pt x="881" y="145"/>
                  <a:pt x="881" y="141"/>
                </a:cubicBezTo>
                <a:cubicBezTo>
                  <a:pt x="881" y="132"/>
                  <a:pt x="884" y="125"/>
                  <a:pt x="891" y="120"/>
                </a:cubicBezTo>
                <a:cubicBezTo>
                  <a:pt x="898" y="115"/>
                  <a:pt x="907" y="113"/>
                  <a:pt x="919" y="113"/>
                </a:cubicBezTo>
                <a:cubicBezTo>
                  <a:pt x="925" y="113"/>
                  <a:pt x="931" y="113"/>
                  <a:pt x="936" y="115"/>
                </a:cubicBezTo>
                <a:cubicBezTo>
                  <a:pt x="942" y="116"/>
                  <a:pt x="947" y="117"/>
                  <a:pt x="951" y="120"/>
                </a:cubicBezTo>
                <a:cubicBezTo>
                  <a:pt x="948" y="142"/>
                  <a:pt x="948" y="142"/>
                  <a:pt x="948" y="142"/>
                </a:cubicBezTo>
                <a:cubicBezTo>
                  <a:pt x="943" y="140"/>
                  <a:pt x="939" y="138"/>
                  <a:pt x="934" y="137"/>
                </a:cubicBezTo>
                <a:cubicBezTo>
                  <a:pt x="929" y="136"/>
                  <a:pt x="925" y="135"/>
                  <a:pt x="921" y="135"/>
                </a:cubicBezTo>
                <a:moveTo>
                  <a:pt x="780" y="115"/>
                </a:moveTo>
                <a:cubicBezTo>
                  <a:pt x="810" y="115"/>
                  <a:pt x="810" y="115"/>
                  <a:pt x="810" y="115"/>
                </a:cubicBezTo>
                <a:cubicBezTo>
                  <a:pt x="810" y="126"/>
                  <a:pt x="810" y="126"/>
                  <a:pt x="810" y="126"/>
                </a:cubicBezTo>
                <a:cubicBezTo>
                  <a:pt x="812" y="122"/>
                  <a:pt x="816" y="119"/>
                  <a:pt x="820" y="116"/>
                </a:cubicBezTo>
                <a:cubicBezTo>
                  <a:pt x="825" y="114"/>
                  <a:pt x="830" y="113"/>
                  <a:pt x="836" y="113"/>
                </a:cubicBezTo>
                <a:cubicBezTo>
                  <a:pt x="846" y="113"/>
                  <a:pt x="853" y="116"/>
                  <a:pt x="859" y="122"/>
                </a:cubicBezTo>
                <a:cubicBezTo>
                  <a:pt x="864" y="128"/>
                  <a:pt x="866" y="138"/>
                  <a:pt x="866" y="150"/>
                </a:cubicBezTo>
                <a:cubicBezTo>
                  <a:pt x="866" y="204"/>
                  <a:pt x="866" y="204"/>
                  <a:pt x="866" y="204"/>
                </a:cubicBezTo>
                <a:cubicBezTo>
                  <a:pt x="836" y="204"/>
                  <a:pt x="836" y="204"/>
                  <a:pt x="836" y="204"/>
                </a:cubicBezTo>
                <a:cubicBezTo>
                  <a:pt x="836" y="156"/>
                  <a:pt x="836" y="156"/>
                  <a:pt x="836" y="156"/>
                </a:cubicBezTo>
                <a:cubicBezTo>
                  <a:pt x="836" y="145"/>
                  <a:pt x="832" y="140"/>
                  <a:pt x="824" y="140"/>
                </a:cubicBezTo>
                <a:cubicBezTo>
                  <a:pt x="819" y="140"/>
                  <a:pt x="816" y="142"/>
                  <a:pt x="814" y="144"/>
                </a:cubicBezTo>
                <a:cubicBezTo>
                  <a:pt x="812" y="147"/>
                  <a:pt x="810" y="152"/>
                  <a:pt x="810" y="157"/>
                </a:cubicBezTo>
                <a:cubicBezTo>
                  <a:pt x="810" y="204"/>
                  <a:pt x="810" y="204"/>
                  <a:pt x="810" y="204"/>
                </a:cubicBezTo>
                <a:cubicBezTo>
                  <a:pt x="780" y="204"/>
                  <a:pt x="780" y="204"/>
                  <a:pt x="780" y="204"/>
                </a:cubicBezTo>
                <a:lnTo>
                  <a:pt x="780" y="115"/>
                </a:lnTo>
                <a:close/>
                <a:moveTo>
                  <a:pt x="729" y="115"/>
                </a:moveTo>
                <a:cubicBezTo>
                  <a:pt x="760" y="115"/>
                  <a:pt x="760" y="115"/>
                  <a:pt x="760" y="115"/>
                </a:cubicBezTo>
                <a:cubicBezTo>
                  <a:pt x="760" y="204"/>
                  <a:pt x="760" y="204"/>
                  <a:pt x="760" y="204"/>
                </a:cubicBezTo>
                <a:cubicBezTo>
                  <a:pt x="729" y="204"/>
                  <a:pt x="729" y="204"/>
                  <a:pt x="729" y="204"/>
                </a:cubicBezTo>
                <a:lnTo>
                  <a:pt x="729" y="115"/>
                </a:lnTo>
                <a:close/>
                <a:moveTo>
                  <a:pt x="744" y="101"/>
                </a:moveTo>
                <a:cubicBezTo>
                  <a:pt x="739" y="101"/>
                  <a:pt x="735" y="100"/>
                  <a:pt x="732" y="97"/>
                </a:cubicBezTo>
                <a:cubicBezTo>
                  <a:pt x="729" y="94"/>
                  <a:pt x="727" y="90"/>
                  <a:pt x="727" y="85"/>
                </a:cubicBezTo>
                <a:cubicBezTo>
                  <a:pt x="727" y="80"/>
                  <a:pt x="729" y="76"/>
                  <a:pt x="732" y="73"/>
                </a:cubicBezTo>
                <a:cubicBezTo>
                  <a:pt x="735" y="70"/>
                  <a:pt x="739" y="68"/>
                  <a:pt x="744" y="68"/>
                </a:cubicBezTo>
                <a:cubicBezTo>
                  <a:pt x="749" y="68"/>
                  <a:pt x="753" y="70"/>
                  <a:pt x="757" y="73"/>
                </a:cubicBezTo>
                <a:cubicBezTo>
                  <a:pt x="760" y="76"/>
                  <a:pt x="762" y="80"/>
                  <a:pt x="762" y="85"/>
                </a:cubicBezTo>
                <a:cubicBezTo>
                  <a:pt x="762" y="90"/>
                  <a:pt x="760" y="94"/>
                  <a:pt x="757" y="97"/>
                </a:cubicBezTo>
                <a:cubicBezTo>
                  <a:pt x="753" y="100"/>
                  <a:pt x="749" y="101"/>
                  <a:pt x="744" y="101"/>
                </a:cubicBezTo>
                <a:moveTo>
                  <a:pt x="676" y="73"/>
                </a:moveTo>
                <a:cubicBezTo>
                  <a:pt x="707" y="73"/>
                  <a:pt x="707" y="73"/>
                  <a:pt x="707" y="73"/>
                </a:cubicBezTo>
                <a:cubicBezTo>
                  <a:pt x="707" y="204"/>
                  <a:pt x="707" y="204"/>
                  <a:pt x="707" y="204"/>
                </a:cubicBezTo>
                <a:cubicBezTo>
                  <a:pt x="676" y="204"/>
                  <a:pt x="676" y="204"/>
                  <a:pt x="676" y="204"/>
                </a:cubicBezTo>
                <a:lnTo>
                  <a:pt x="676" y="73"/>
                </a:lnTo>
                <a:close/>
                <a:moveTo>
                  <a:pt x="625" y="73"/>
                </a:moveTo>
                <a:cubicBezTo>
                  <a:pt x="656" y="73"/>
                  <a:pt x="656" y="73"/>
                  <a:pt x="656" y="73"/>
                </a:cubicBezTo>
                <a:cubicBezTo>
                  <a:pt x="656" y="204"/>
                  <a:pt x="656" y="204"/>
                  <a:pt x="656" y="204"/>
                </a:cubicBezTo>
                <a:cubicBezTo>
                  <a:pt x="625" y="204"/>
                  <a:pt x="625" y="204"/>
                  <a:pt x="625" y="204"/>
                </a:cubicBezTo>
                <a:lnTo>
                  <a:pt x="625" y="73"/>
                </a:lnTo>
                <a:close/>
                <a:moveTo>
                  <a:pt x="564" y="181"/>
                </a:moveTo>
                <a:cubicBezTo>
                  <a:pt x="570" y="181"/>
                  <a:pt x="574" y="179"/>
                  <a:pt x="578" y="175"/>
                </a:cubicBezTo>
                <a:cubicBezTo>
                  <a:pt x="581" y="171"/>
                  <a:pt x="583" y="166"/>
                  <a:pt x="583" y="160"/>
                </a:cubicBezTo>
                <a:cubicBezTo>
                  <a:pt x="583" y="153"/>
                  <a:pt x="581" y="148"/>
                  <a:pt x="578" y="144"/>
                </a:cubicBezTo>
                <a:cubicBezTo>
                  <a:pt x="574" y="140"/>
                  <a:pt x="570" y="139"/>
                  <a:pt x="564" y="139"/>
                </a:cubicBezTo>
                <a:cubicBezTo>
                  <a:pt x="558" y="139"/>
                  <a:pt x="553" y="140"/>
                  <a:pt x="550" y="144"/>
                </a:cubicBezTo>
                <a:cubicBezTo>
                  <a:pt x="546" y="148"/>
                  <a:pt x="544" y="153"/>
                  <a:pt x="544" y="160"/>
                </a:cubicBezTo>
                <a:cubicBezTo>
                  <a:pt x="544" y="166"/>
                  <a:pt x="546" y="171"/>
                  <a:pt x="550" y="175"/>
                </a:cubicBezTo>
                <a:cubicBezTo>
                  <a:pt x="553" y="179"/>
                  <a:pt x="558" y="181"/>
                  <a:pt x="564" y="181"/>
                </a:cubicBezTo>
                <a:moveTo>
                  <a:pt x="564" y="207"/>
                </a:moveTo>
                <a:cubicBezTo>
                  <a:pt x="557" y="207"/>
                  <a:pt x="550" y="205"/>
                  <a:pt x="544" y="203"/>
                </a:cubicBezTo>
                <a:cubicBezTo>
                  <a:pt x="538" y="200"/>
                  <a:pt x="533" y="197"/>
                  <a:pt x="529" y="192"/>
                </a:cubicBezTo>
                <a:cubicBezTo>
                  <a:pt x="524" y="188"/>
                  <a:pt x="521" y="183"/>
                  <a:pt x="518" y="177"/>
                </a:cubicBezTo>
                <a:cubicBezTo>
                  <a:pt x="516" y="171"/>
                  <a:pt x="515" y="164"/>
                  <a:pt x="515" y="158"/>
                </a:cubicBezTo>
                <a:cubicBezTo>
                  <a:pt x="515" y="151"/>
                  <a:pt x="516" y="145"/>
                  <a:pt x="518" y="139"/>
                </a:cubicBezTo>
                <a:cubicBezTo>
                  <a:pt x="521" y="134"/>
                  <a:pt x="524" y="129"/>
                  <a:pt x="529" y="125"/>
                </a:cubicBezTo>
                <a:cubicBezTo>
                  <a:pt x="533" y="121"/>
                  <a:pt x="538" y="118"/>
                  <a:pt x="544" y="116"/>
                </a:cubicBezTo>
                <a:cubicBezTo>
                  <a:pt x="550" y="114"/>
                  <a:pt x="557" y="113"/>
                  <a:pt x="564" y="113"/>
                </a:cubicBezTo>
                <a:cubicBezTo>
                  <a:pt x="571" y="113"/>
                  <a:pt x="577" y="114"/>
                  <a:pt x="583" y="116"/>
                </a:cubicBezTo>
                <a:cubicBezTo>
                  <a:pt x="589" y="118"/>
                  <a:pt x="594" y="122"/>
                  <a:pt x="599" y="126"/>
                </a:cubicBezTo>
                <a:cubicBezTo>
                  <a:pt x="603" y="130"/>
                  <a:pt x="606" y="135"/>
                  <a:pt x="609" y="141"/>
                </a:cubicBezTo>
                <a:cubicBezTo>
                  <a:pt x="611" y="147"/>
                  <a:pt x="612" y="153"/>
                  <a:pt x="612" y="160"/>
                </a:cubicBezTo>
                <a:cubicBezTo>
                  <a:pt x="612" y="166"/>
                  <a:pt x="611" y="173"/>
                  <a:pt x="609" y="178"/>
                </a:cubicBezTo>
                <a:cubicBezTo>
                  <a:pt x="606" y="184"/>
                  <a:pt x="603" y="189"/>
                  <a:pt x="599" y="193"/>
                </a:cubicBezTo>
                <a:cubicBezTo>
                  <a:pt x="594" y="197"/>
                  <a:pt x="589" y="201"/>
                  <a:pt x="583" y="203"/>
                </a:cubicBezTo>
                <a:cubicBezTo>
                  <a:pt x="577" y="205"/>
                  <a:pt x="571" y="207"/>
                  <a:pt x="564" y="207"/>
                </a:cubicBezTo>
                <a:moveTo>
                  <a:pt x="507" y="192"/>
                </a:moveTo>
                <a:cubicBezTo>
                  <a:pt x="501" y="196"/>
                  <a:pt x="494" y="200"/>
                  <a:pt x="486" y="202"/>
                </a:cubicBezTo>
                <a:cubicBezTo>
                  <a:pt x="478" y="205"/>
                  <a:pt x="469" y="206"/>
                  <a:pt x="460" y="206"/>
                </a:cubicBezTo>
                <a:cubicBezTo>
                  <a:pt x="450" y="206"/>
                  <a:pt x="440" y="204"/>
                  <a:pt x="432" y="201"/>
                </a:cubicBezTo>
                <a:cubicBezTo>
                  <a:pt x="424" y="198"/>
                  <a:pt x="417" y="194"/>
                  <a:pt x="411" y="188"/>
                </a:cubicBezTo>
                <a:cubicBezTo>
                  <a:pt x="405" y="183"/>
                  <a:pt x="401" y="176"/>
                  <a:pt x="398" y="167"/>
                </a:cubicBezTo>
                <a:cubicBezTo>
                  <a:pt x="394" y="159"/>
                  <a:pt x="393" y="150"/>
                  <a:pt x="393" y="139"/>
                </a:cubicBezTo>
                <a:cubicBezTo>
                  <a:pt x="393" y="129"/>
                  <a:pt x="395" y="120"/>
                  <a:pt x="398" y="112"/>
                </a:cubicBezTo>
                <a:cubicBezTo>
                  <a:pt x="402" y="104"/>
                  <a:pt x="406" y="96"/>
                  <a:pt x="413" y="90"/>
                </a:cubicBezTo>
                <a:cubicBezTo>
                  <a:pt x="419" y="85"/>
                  <a:pt x="427" y="80"/>
                  <a:pt x="435" y="77"/>
                </a:cubicBezTo>
                <a:cubicBezTo>
                  <a:pt x="444" y="73"/>
                  <a:pt x="454" y="72"/>
                  <a:pt x="464" y="72"/>
                </a:cubicBezTo>
                <a:cubicBezTo>
                  <a:pt x="468" y="72"/>
                  <a:pt x="472" y="72"/>
                  <a:pt x="476" y="72"/>
                </a:cubicBezTo>
                <a:cubicBezTo>
                  <a:pt x="480" y="73"/>
                  <a:pt x="484" y="74"/>
                  <a:pt x="487" y="75"/>
                </a:cubicBezTo>
                <a:cubicBezTo>
                  <a:pt x="491" y="76"/>
                  <a:pt x="495" y="77"/>
                  <a:pt x="498" y="78"/>
                </a:cubicBezTo>
                <a:cubicBezTo>
                  <a:pt x="501" y="79"/>
                  <a:pt x="504" y="81"/>
                  <a:pt x="507" y="82"/>
                </a:cubicBezTo>
                <a:cubicBezTo>
                  <a:pt x="493" y="109"/>
                  <a:pt x="493" y="109"/>
                  <a:pt x="493" y="109"/>
                </a:cubicBezTo>
                <a:cubicBezTo>
                  <a:pt x="490" y="108"/>
                  <a:pt x="488" y="107"/>
                  <a:pt x="486" y="106"/>
                </a:cubicBezTo>
                <a:cubicBezTo>
                  <a:pt x="484" y="105"/>
                  <a:pt x="482" y="104"/>
                  <a:pt x="480" y="104"/>
                </a:cubicBezTo>
                <a:cubicBezTo>
                  <a:pt x="478" y="103"/>
                  <a:pt x="476" y="103"/>
                  <a:pt x="474" y="102"/>
                </a:cubicBezTo>
                <a:cubicBezTo>
                  <a:pt x="472" y="102"/>
                  <a:pt x="469" y="102"/>
                  <a:pt x="466" y="102"/>
                </a:cubicBezTo>
                <a:cubicBezTo>
                  <a:pt x="455" y="102"/>
                  <a:pt x="445" y="105"/>
                  <a:pt x="439" y="112"/>
                </a:cubicBezTo>
                <a:cubicBezTo>
                  <a:pt x="432" y="118"/>
                  <a:pt x="428" y="127"/>
                  <a:pt x="428" y="139"/>
                </a:cubicBezTo>
                <a:cubicBezTo>
                  <a:pt x="428" y="144"/>
                  <a:pt x="429" y="149"/>
                  <a:pt x="431" y="154"/>
                </a:cubicBezTo>
                <a:cubicBezTo>
                  <a:pt x="433" y="158"/>
                  <a:pt x="435" y="162"/>
                  <a:pt x="438" y="165"/>
                </a:cubicBezTo>
                <a:cubicBezTo>
                  <a:pt x="441" y="168"/>
                  <a:pt x="445" y="171"/>
                  <a:pt x="449" y="173"/>
                </a:cubicBezTo>
                <a:cubicBezTo>
                  <a:pt x="454" y="175"/>
                  <a:pt x="459" y="175"/>
                  <a:pt x="464" y="175"/>
                </a:cubicBezTo>
                <a:cubicBezTo>
                  <a:pt x="469" y="175"/>
                  <a:pt x="474" y="175"/>
                  <a:pt x="479" y="173"/>
                </a:cubicBezTo>
                <a:cubicBezTo>
                  <a:pt x="484" y="171"/>
                  <a:pt x="489" y="168"/>
                  <a:pt x="493" y="165"/>
                </a:cubicBezTo>
                <a:lnTo>
                  <a:pt x="507" y="192"/>
                </a:lnTo>
                <a:close/>
                <a:moveTo>
                  <a:pt x="126" y="2"/>
                </a:moveTo>
                <a:cubicBezTo>
                  <a:pt x="130" y="1"/>
                  <a:pt x="133" y="1"/>
                  <a:pt x="137" y="0"/>
                </a:cubicBezTo>
                <a:cubicBezTo>
                  <a:pt x="154" y="95"/>
                  <a:pt x="154" y="95"/>
                  <a:pt x="154" y="95"/>
                </a:cubicBezTo>
                <a:cubicBezTo>
                  <a:pt x="150" y="96"/>
                  <a:pt x="146" y="96"/>
                  <a:pt x="143" y="97"/>
                </a:cubicBezTo>
                <a:lnTo>
                  <a:pt x="126" y="2"/>
                </a:lnTo>
                <a:close/>
                <a:moveTo>
                  <a:pt x="122" y="107"/>
                </a:moveTo>
                <a:cubicBezTo>
                  <a:pt x="126" y="105"/>
                  <a:pt x="129" y="102"/>
                  <a:pt x="133" y="101"/>
                </a:cubicBezTo>
                <a:cubicBezTo>
                  <a:pt x="85" y="17"/>
                  <a:pt x="85" y="17"/>
                  <a:pt x="85" y="17"/>
                </a:cubicBezTo>
                <a:cubicBezTo>
                  <a:pt x="82" y="19"/>
                  <a:pt x="78" y="21"/>
                  <a:pt x="74" y="24"/>
                </a:cubicBezTo>
                <a:lnTo>
                  <a:pt x="122" y="107"/>
                </a:lnTo>
                <a:close/>
                <a:moveTo>
                  <a:pt x="95" y="160"/>
                </a:moveTo>
                <a:cubicBezTo>
                  <a:pt x="95" y="156"/>
                  <a:pt x="95" y="153"/>
                  <a:pt x="96" y="149"/>
                </a:cubicBezTo>
                <a:cubicBezTo>
                  <a:pt x="0" y="149"/>
                  <a:pt x="0" y="149"/>
                  <a:pt x="0" y="149"/>
                </a:cubicBezTo>
                <a:cubicBezTo>
                  <a:pt x="0" y="152"/>
                  <a:pt x="0" y="156"/>
                  <a:pt x="0" y="159"/>
                </a:cubicBezTo>
                <a:cubicBezTo>
                  <a:pt x="0" y="162"/>
                  <a:pt x="0" y="165"/>
                  <a:pt x="0" y="169"/>
                </a:cubicBezTo>
                <a:cubicBezTo>
                  <a:pt x="95" y="169"/>
                  <a:pt x="95" y="169"/>
                  <a:pt x="95" y="169"/>
                </a:cubicBezTo>
                <a:cubicBezTo>
                  <a:pt x="95" y="166"/>
                  <a:pt x="95" y="163"/>
                  <a:pt x="95" y="160"/>
                </a:cubicBezTo>
                <a:moveTo>
                  <a:pt x="224" y="160"/>
                </a:moveTo>
                <a:cubicBezTo>
                  <a:pt x="224" y="195"/>
                  <a:pt x="195" y="224"/>
                  <a:pt x="159" y="224"/>
                </a:cubicBezTo>
                <a:cubicBezTo>
                  <a:pt x="128" y="224"/>
                  <a:pt x="101" y="201"/>
                  <a:pt x="96" y="171"/>
                </a:cubicBezTo>
                <a:cubicBezTo>
                  <a:pt x="6" y="203"/>
                  <a:pt x="6" y="203"/>
                  <a:pt x="6" y="203"/>
                </a:cubicBezTo>
                <a:cubicBezTo>
                  <a:pt x="8" y="210"/>
                  <a:pt x="11" y="217"/>
                  <a:pt x="14" y="224"/>
                </a:cubicBezTo>
                <a:cubicBezTo>
                  <a:pt x="103" y="191"/>
                  <a:pt x="103" y="191"/>
                  <a:pt x="103" y="191"/>
                </a:cubicBezTo>
                <a:cubicBezTo>
                  <a:pt x="30" y="253"/>
                  <a:pt x="30" y="253"/>
                  <a:pt x="30" y="253"/>
                </a:cubicBezTo>
                <a:cubicBezTo>
                  <a:pt x="34" y="259"/>
                  <a:pt x="40" y="265"/>
                  <a:pt x="45" y="271"/>
                </a:cubicBezTo>
                <a:cubicBezTo>
                  <a:pt x="113" y="213"/>
                  <a:pt x="113" y="213"/>
                  <a:pt x="113" y="213"/>
                </a:cubicBezTo>
                <a:cubicBezTo>
                  <a:pt x="69" y="291"/>
                  <a:pt x="69" y="291"/>
                  <a:pt x="69" y="291"/>
                </a:cubicBezTo>
                <a:cubicBezTo>
                  <a:pt x="76" y="296"/>
                  <a:pt x="83" y="300"/>
                  <a:pt x="91" y="304"/>
                </a:cubicBezTo>
                <a:cubicBezTo>
                  <a:pt x="133" y="231"/>
                  <a:pt x="133" y="231"/>
                  <a:pt x="133" y="231"/>
                </a:cubicBezTo>
                <a:cubicBezTo>
                  <a:pt x="118" y="314"/>
                  <a:pt x="118" y="314"/>
                  <a:pt x="118" y="314"/>
                </a:cubicBezTo>
                <a:cubicBezTo>
                  <a:pt x="127" y="317"/>
                  <a:pt x="136" y="318"/>
                  <a:pt x="146" y="319"/>
                </a:cubicBezTo>
                <a:cubicBezTo>
                  <a:pt x="159" y="241"/>
                  <a:pt x="159" y="241"/>
                  <a:pt x="159" y="241"/>
                </a:cubicBezTo>
                <a:cubicBezTo>
                  <a:pt x="173" y="319"/>
                  <a:pt x="173" y="319"/>
                  <a:pt x="173" y="319"/>
                </a:cubicBezTo>
                <a:cubicBezTo>
                  <a:pt x="183" y="318"/>
                  <a:pt x="192" y="317"/>
                  <a:pt x="202" y="314"/>
                </a:cubicBezTo>
                <a:cubicBezTo>
                  <a:pt x="189" y="242"/>
                  <a:pt x="189" y="242"/>
                  <a:pt x="189" y="242"/>
                </a:cubicBezTo>
                <a:cubicBezTo>
                  <a:pt x="225" y="305"/>
                  <a:pt x="225" y="305"/>
                  <a:pt x="225" y="305"/>
                </a:cubicBezTo>
                <a:cubicBezTo>
                  <a:pt x="235" y="301"/>
                  <a:pt x="245" y="295"/>
                  <a:pt x="253" y="289"/>
                </a:cubicBezTo>
                <a:cubicBezTo>
                  <a:pt x="220" y="231"/>
                  <a:pt x="220" y="231"/>
                  <a:pt x="220" y="231"/>
                </a:cubicBezTo>
                <a:cubicBezTo>
                  <a:pt x="271" y="274"/>
                  <a:pt x="271" y="274"/>
                  <a:pt x="271" y="274"/>
                </a:cubicBezTo>
                <a:cubicBezTo>
                  <a:pt x="279" y="266"/>
                  <a:pt x="286" y="257"/>
                  <a:pt x="293" y="247"/>
                </a:cubicBezTo>
                <a:cubicBezTo>
                  <a:pt x="247" y="209"/>
                  <a:pt x="247" y="209"/>
                  <a:pt x="247" y="209"/>
                </a:cubicBezTo>
                <a:cubicBezTo>
                  <a:pt x="303" y="229"/>
                  <a:pt x="303" y="229"/>
                  <a:pt x="303" y="229"/>
                </a:cubicBezTo>
                <a:cubicBezTo>
                  <a:pt x="308" y="219"/>
                  <a:pt x="312" y="207"/>
                  <a:pt x="315" y="195"/>
                </a:cubicBezTo>
                <a:cubicBezTo>
                  <a:pt x="266" y="177"/>
                  <a:pt x="266" y="177"/>
                  <a:pt x="266" y="177"/>
                </a:cubicBezTo>
                <a:cubicBezTo>
                  <a:pt x="318" y="177"/>
                  <a:pt x="318" y="177"/>
                  <a:pt x="318" y="177"/>
                </a:cubicBezTo>
                <a:cubicBezTo>
                  <a:pt x="319" y="171"/>
                  <a:pt x="319" y="165"/>
                  <a:pt x="319" y="159"/>
                </a:cubicBezTo>
                <a:cubicBezTo>
                  <a:pt x="319" y="152"/>
                  <a:pt x="318" y="145"/>
                  <a:pt x="317" y="138"/>
                </a:cubicBezTo>
                <a:cubicBezTo>
                  <a:pt x="220" y="138"/>
                  <a:pt x="220" y="138"/>
                  <a:pt x="220" y="138"/>
                </a:cubicBezTo>
                <a:cubicBezTo>
                  <a:pt x="223" y="145"/>
                  <a:pt x="224" y="152"/>
                  <a:pt x="224" y="160"/>
                </a:cubicBezTo>
                <a:moveTo>
                  <a:pt x="97" y="145"/>
                </a:moveTo>
                <a:cubicBezTo>
                  <a:pt x="98" y="139"/>
                  <a:pt x="100" y="134"/>
                  <a:pt x="103" y="129"/>
                </a:cubicBezTo>
                <a:cubicBezTo>
                  <a:pt x="13" y="96"/>
                  <a:pt x="13" y="96"/>
                  <a:pt x="13" y="96"/>
                </a:cubicBezTo>
                <a:cubicBezTo>
                  <a:pt x="11" y="101"/>
                  <a:pt x="9" y="107"/>
                  <a:pt x="7" y="112"/>
                </a:cubicBezTo>
                <a:lnTo>
                  <a:pt x="97" y="145"/>
                </a:lnTo>
                <a:close/>
                <a:moveTo>
                  <a:pt x="280" y="54"/>
                </a:moveTo>
                <a:cubicBezTo>
                  <a:pt x="207" y="115"/>
                  <a:pt x="207" y="115"/>
                  <a:pt x="207" y="115"/>
                </a:cubicBezTo>
                <a:cubicBezTo>
                  <a:pt x="208" y="117"/>
                  <a:pt x="210" y="119"/>
                  <a:pt x="212" y="121"/>
                </a:cubicBezTo>
                <a:cubicBezTo>
                  <a:pt x="285" y="60"/>
                  <a:pt x="285" y="60"/>
                  <a:pt x="285" y="60"/>
                </a:cubicBezTo>
                <a:cubicBezTo>
                  <a:pt x="283" y="58"/>
                  <a:pt x="281" y="56"/>
                  <a:pt x="280" y="54"/>
                </a:cubicBezTo>
                <a:moveTo>
                  <a:pt x="243" y="23"/>
                </a:moveTo>
                <a:cubicBezTo>
                  <a:pt x="241" y="21"/>
                  <a:pt x="238" y="20"/>
                  <a:pt x="236" y="18"/>
                </a:cubicBezTo>
                <a:cubicBezTo>
                  <a:pt x="188" y="102"/>
                  <a:pt x="188" y="102"/>
                  <a:pt x="188" y="102"/>
                </a:cubicBezTo>
                <a:cubicBezTo>
                  <a:pt x="190" y="103"/>
                  <a:pt x="193" y="104"/>
                  <a:pt x="196" y="106"/>
                </a:cubicBezTo>
                <a:lnTo>
                  <a:pt x="243" y="23"/>
                </a:lnTo>
                <a:close/>
                <a:moveTo>
                  <a:pt x="116" y="112"/>
                </a:moveTo>
                <a:cubicBezTo>
                  <a:pt x="42" y="50"/>
                  <a:pt x="42" y="50"/>
                  <a:pt x="42" y="50"/>
                </a:cubicBezTo>
                <a:cubicBezTo>
                  <a:pt x="39" y="54"/>
                  <a:pt x="36" y="58"/>
                  <a:pt x="33" y="62"/>
                </a:cubicBezTo>
                <a:cubicBezTo>
                  <a:pt x="106" y="124"/>
                  <a:pt x="106" y="124"/>
                  <a:pt x="106" y="124"/>
                </a:cubicBezTo>
                <a:cubicBezTo>
                  <a:pt x="109" y="119"/>
                  <a:pt x="112" y="116"/>
                  <a:pt x="116" y="112"/>
                </a:cubicBezTo>
                <a:moveTo>
                  <a:pt x="166" y="95"/>
                </a:moveTo>
                <a:cubicBezTo>
                  <a:pt x="169" y="96"/>
                  <a:pt x="172" y="96"/>
                  <a:pt x="175" y="97"/>
                </a:cubicBezTo>
                <a:cubicBezTo>
                  <a:pt x="192" y="2"/>
                  <a:pt x="192" y="2"/>
                  <a:pt x="192" y="2"/>
                </a:cubicBezTo>
                <a:cubicBezTo>
                  <a:pt x="189" y="1"/>
                  <a:pt x="186" y="1"/>
                  <a:pt x="183" y="0"/>
                </a:cubicBezTo>
                <a:lnTo>
                  <a:pt x="166" y="95"/>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sz="1800"/>
          </a:p>
        </p:txBody>
      </p:sp>
    </p:spTree>
    <p:extLst>
      <p:ext uri="{BB962C8B-B14F-4D97-AF65-F5344CB8AC3E}">
        <p14:creationId xmlns:p14="http://schemas.microsoft.com/office/powerpoint/2010/main" val="4048394718"/>
      </p:ext>
    </p:extLst>
  </p:cSld>
  <p:clrMap bg1="dk1" tx1="lt1" bg2="dk2" tx2="lt2" accent1="accent1" accent2="accent2" accent3="accent3" accent4="accent4" accent5="accent5" accent6="accent6" hlink="hlink" folHlink="folHlink"/>
  <p:sldLayoutIdLst>
    <p:sldLayoutId id="2147483798" r:id="rId1"/>
    <p:sldLayoutId id="2147483799" r:id="rId2"/>
    <p:sldLayoutId id="2147483800" r:id="rId3"/>
    <p:sldLayoutId id="2147483801" r:id="rId4"/>
    <p:sldLayoutId id="2147483802" r:id="rId5"/>
    <p:sldLayoutId id="2147483803" r:id="rId6"/>
    <p:sldLayoutId id="2147483804" r:id="rId7"/>
    <p:sldLayoutId id="2147483805" r:id="rId8"/>
    <p:sldLayoutId id="2147483806" r:id="rId9"/>
    <p:sldLayoutId id="2147483807" r:id="rId10"/>
    <p:sldLayoutId id="2147483808" r:id="rId11"/>
    <p:sldLayoutId id="2147483809" r:id="rId12"/>
    <p:sldLayoutId id="2147483810" r:id="rId13"/>
    <p:sldLayoutId id="2147483811" r:id="rId14"/>
    <p:sldLayoutId id="2147483812" r:id="rId15"/>
    <p:sldLayoutId id="2147483813" r:id="rId16"/>
    <p:sldLayoutId id="2147483814" r:id="rId17"/>
    <p:sldLayoutId id="2147483815" r:id="rId18"/>
    <p:sldLayoutId id="2147483816" r:id="rId19"/>
    <p:sldLayoutId id="2147483817" r:id="rId20"/>
    <p:sldLayoutId id="2147483818" r:id="rId21"/>
    <p:sldLayoutId id="2147483819" r:id="rId22"/>
    <p:sldLayoutId id="2147483820" r:id="rId23"/>
    <p:sldLayoutId id="2147483821" r:id="rId24"/>
    <p:sldLayoutId id="2147483822" r:id="rId25"/>
    <p:sldLayoutId id="2147483823" r:id="rId26"/>
    <p:sldLayoutId id="2147483824" r:id="rId27"/>
    <p:sldLayoutId id="2147483825" r:id="rId28"/>
    <p:sldLayoutId id="2147483826" r:id="rId29"/>
    <p:sldLayoutId id="2147483827" r:id="rId30"/>
    <p:sldLayoutId id="2147483828" r:id="rId31"/>
    <p:sldLayoutId id="2147483829" r:id="rId32"/>
    <p:sldLayoutId id="2147483830" r:id="rId33"/>
    <p:sldLayoutId id="2147483831" r:id="rId34"/>
  </p:sldLayoutIdLst>
  <p:transition>
    <p:wipe dir="r"/>
  </p:transition>
  <p:hf sldNum="0" hdr="0" dt="0"/>
  <p:txStyles>
    <p:titleStyle>
      <a:lvl1pPr algn="l" defTabSz="457178" rtl="0" eaLnBrk="1" latinLnBrk="0" hangingPunct="1">
        <a:spcBef>
          <a:spcPct val="0"/>
        </a:spcBef>
        <a:buNone/>
        <a:defRPr sz="2400" b="0" i="0" kern="1200" cap="all" spc="300" baseline="0">
          <a:solidFill>
            <a:schemeClr val="tx1"/>
          </a:solidFill>
          <a:latin typeface="Arial" panose="020B0604020202020204" pitchFamily="34" charset="0"/>
          <a:ea typeface="+mj-ea"/>
          <a:cs typeface="Arial" panose="020B0604020202020204" pitchFamily="34" charset="0"/>
        </a:defRPr>
      </a:lvl1pPr>
    </p:titleStyle>
    <p:bodyStyle>
      <a:lvl1pPr marL="233363" indent="-233363" algn="l" defTabSz="457178" rtl="0" eaLnBrk="1" latinLnBrk="0" hangingPunct="1">
        <a:spcBef>
          <a:spcPct val="20000"/>
        </a:spcBef>
        <a:buClr>
          <a:schemeClr val="accent1"/>
        </a:buClr>
        <a:buFont typeface="Arial" panose="020B0604020202020204" pitchFamily="34" charset="0"/>
        <a:buChar char="•"/>
        <a:tabLst/>
        <a:defRPr sz="1600" kern="1200">
          <a:solidFill>
            <a:schemeClr val="tx1"/>
          </a:solidFill>
          <a:latin typeface="Arial" panose="020B0604020202020204" pitchFamily="34" charset="0"/>
          <a:ea typeface="+mn-ea"/>
          <a:cs typeface="Arial" panose="020B0604020202020204" pitchFamily="34" charset="0"/>
        </a:defRPr>
      </a:lvl1pPr>
      <a:lvl2pPr marL="685800" indent="-225425" algn="l" defTabSz="457178" rtl="0" eaLnBrk="1" latinLnBrk="0" hangingPunct="1">
        <a:spcBef>
          <a:spcPct val="20000"/>
        </a:spcBef>
        <a:buClr>
          <a:schemeClr val="accent1"/>
        </a:buClr>
        <a:buFont typeface="Arial" panose="020B0604020202020204" pitchFamily="34" charset="0"/>
        <a:buChar char="•"/>
        <a:tabLst/>
        <a:defRPr sz="1400" kern="1200">
          <a:solidFill>
            <a:schemeClr val="tx1"/>
          </a:solidFill>
          <a:latin typeface="Arial" panose="020B0604020202020204" pitchFamily="34" charset="0"/>
          <a:ea typeface="+mn-ea"/>
          <a:cs typeface="Arial" panose="020B0604020202020204" pitchFamily="34" charset="0"/>
        </a:defRPr>
      </a:lvl2pPr>
      <a:lvl3pPr marL="1142944" indent="-228588" algn="l" defTabSz="457178" rtl="0" eaLnBrk="1" latinLnBrk="0" hangingPunct="1">
        <a:spcBef>
          <a:spcPct val="20000"/>
        </a:spcBef>
        <a:buClr>
          <a:schemeClr val="accent1"/>
        </a:buClr>
        <a:buFont typeface="Arial" panose="020B0604020202020204" pitchFamily="34" charset="0"/>
        <a:buChar char="•"/>
        <a:defRPr sz="1200" kern="1200">
          <a:solidFill>
            <a:schemeClr val="tx1"/>
          </a:solidFill>
          <a:latin typeface="Arial" panose="020B0604020202020204" pitchFamily="34" charset="0"/>
          <a:ea typeface="+mn-ea"/>
          <a:cs typeface="Arial" panose="020B0604020202020204" pitchFamily="34" charset="0"/>
        </a:defRPr>
      </a:lvl3pPr>
      <a:lvl4pPr marL="1600120" indent="-228588" algn="l" defTabSz="457178" rtl="0" eaLnBrk="1" latinLnBrk="0" hangingPunct="1">
        <a:spcBef>
          <a:spcPct val="20000"/>
        </a:spcBef>
        <a:buClr>
          <a:schemeClr val="accent1"/>
        </a:buClr>
        <a:buFont typeface="Arial"/>
        <a:buChar char="–"/>
        <a:defRPr sz="1200" kern="1200">
          <a:solidFill>
            <a:schemeClr val="tx1"/>
          </a:solidFill>
          <a:latin typeface="Arial" panose="020B0604020202020204" pitchFamily="34" charset="0"/>
          <a:ea typeface="+mn-ea"/>
          <a:cs typeface="Arial" panose="020B0604020202020204" pitchFamily="34" charset="0"/>
        </a:defRPr>
      </a:lvl4pPr>
      <a:lvl5pPr marL="2057297" indent="-228588" algn="l" defTabSz="457178" rtl="0" eaLnBrk="1" latinLnBrk="0" hangingPunct="1">
        <a:spcBef>
          <a:spcPct val="20000"/>
        </a:spcBef>
        <a:buClr>
          <a:schemeClr val="accent2"/>
        </a:buClr>
        <a:buFont typeface="Arial"/>
        <a:buChar char="»"/>
        <a:defRPr sz="1200" kern="1200">
          <a:solidFill>
            <a:schemeClr val="accent6"/>
          </a:solidFill>
          <a:latin typeface="Arial" panose="020B0604020202020204" pitchFamily="34" charset="0"/>
          <a:ea typeface="+mn-ea"/>
          <a:cs typeface="Arial" panose="020B0604020202020204" pitchFamily="34" charset="0"/>
        </a:defRPr>
      </a:lvl5pPr>
      <a:lvl6pPr marL="2514474" indent="-228588" algn="l" defTabSz="457178" rtl="0" eaLnBrk="1" latinLnBrk="0" hangingPunct="1">
        <a:spcBef>
          <a:spcPct val="20000"/>
        </a:spcBef>
        <a:buFont typeface="Arial"/>
        <a:buChar char="•"/>
        <a:defRPr sz="2000" kern="1200">
          <a:solidFill>
            <a:schemeClr val="tx1"/>
          </a:solidFill>
          <a:latin typeface="+mn-lt"/>
          <a:ea typeface="+mn-ea"/>
          <a:cs typeface="+mn-cs"/>
        </a:defRPr>
      </a:lvl6pPr>
      <a:lvl7pPr marL="2971652" indent="-228588" algn="l" defTabSz="457178" rtl="0" eaLnBrk="1" latinLnBrk="0" hangingPunct="1">
        <a:spcBef>
          <a:spcPct val="20000"/>
        </a:spcBef>
        <a:buFont typeface="Arial"/>
        <a:buChar char="•"/>
        <a:defRPr sz="2000" kern="1200">
          <a:solidFill>
            <a:schemeClr val="tx1"/>
          </a:solidFill>
          <a:latin typeface="+mn-lt"/>
          <a:ea typeface="+mn-ea"/>
          <a:cs typeface="+mn-cs"/>
        </a:defRPr>
      </a:lvl7pPr>
      <a:lvl8pPr marL="3428829" indent="-228588" algn="l" defTabSz="457178" rtl="0" eaLnBrk="1" latinLnBrk="0" hangingPunct="1">
        <a:spcBef>
          <a:spcPct val="20000"/>
        </a:spcBef>
        <a:buFont typeface="Arial"/>
        <a:buChar char="•"/>
        <a:defRPr sz="2000" kern="1200">
          <a:solidFill>
            <a:schemeClr val="tx1"/>
          </a:solidFill>
          <a:latin typeface="+mn-lt"/>
          <a:ea typeface="+mn-ea"/>
          <a:cs typeface="+mn-cs"/>
        </a:defRPr>
      </a:lvl8pPr>
      <a:lvl9pPr marL="3886006" indent="-228588" algn="l" defTabSz="457178"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178" rtl="0" eaLnBrk="1" latinLnBrk="0" hangingPunct="1">
        <a:defRPr sz="1800" kern="1200">
          <a:solidFill>
            <a:schemeClr val="tx1"/>
          </a:solidFill>
          <a:latin typeface="+mn-lt"/>
          <a:ea typeface="+mn-ea"/>
          <a:cs typeface="+mn-cs"/>
        </a:defRPr>
      </a:lvl1pPr>
      <a:lvl2pPr marL="457178" algn="l" defTabSz="457178" rtl="0" eaLnBrk="1" latinLnBrk="0" hangingPunct="1">
        <a:defRPr sz="1800" kern="1200">
          <a:solidFill>
            <a:schemeClr val="tx1"/>
          </a:solidFill>
          <a:latin typeface="+mn-lt"/>
          <a:ea typeface="+mn-ea"/>
          <a:cs typeface="+mn-cs"/>
        </a:defRPr>
      </a:lvl2pPr>
      <a:lvl3pPr marL="914355" algn="l" defTabSz="457178" rtl="0" eaLnBrk="1" latinLnBrk="0" hangingPunct="1">
        <a:defRPr sz="1800" kern="1200">
          <a:solidFill>
            <a:schemeClr val="tx1"/>
          </a:solidFill>
          <a:latin typeface="+mn-lt"/>
          <a:ea typeface="+mn-ea"/>
          <a:cs typeface="+mn-cs"/>
        </a:defRPr>
      </a:lvl3pPr>
      <a:lvl4pPr marL="1371532" algn="l" defTabSz="457178" rtl="0" eaLnBrk="1" latinLnBrk="0" hangingPunct="1">
        <a:defRPr sz="1800" kern="1200">
          <a:solidFill>
            <a:schemeClr val="tx1"/>
          </a:solidFill>
          <a:latin typeface="+mn-lt"/>
          <a:ea typeface="+mn-ea"/>
          <a:cs typeface="+mn-cs"/>
        </a:defRPr>
      </a:lvl4pPr>
      <a:lvl5pPr marL="1828709" algn="l" defTabSz="457178" rtl="0" eaLnBrk="1" latinLnBrk="0" hangingPunct="1">
        <a:defRPr sz="1800" kern="1200">
          <a:solidFill>
            <a:schemeClr val="tx1"/>
          </a:solidFill>
          <a:latin typeface="+mn-lt"/>
          <a:ea typeface="+mn-ea"/>
          <a:cs typeface="+mn-cs"/>
        </a:defRPr>
      </a:lvl5pPr>
      <a:lvl6pPr marL="2285886" algn="l" defTabSz="457178" rtl="0" eaLnBrk="1" latinLnBrk="0" hangingPunct="1">
        <a:defRPr sz="1800" kern="1200">
          <a:solidFill>
            <a:schemeClr val="tx1"/>
          </a:solidFill>
          <a:latin typeface="+mn-lt"/>
          <a:ea typeface="+mn-ea"/>
          <a:cs typeface="+mn-cs"/>
        </a:defRPr>
      </a:lvl6pPr>
      <a:lvl7pPr marL="2743064" algn="l" defTabSz="457178" rtl="0" eaLnBrk="1" latinLnBrk="0" hangingPunct="1">
        <a:defRPr sz="1800" kern="1200">
          <a:solidFill>
            <a:schemeClr val="tx1"/>
          </a:solidFill>
          <a:latin typeface="+mn-lt"/>
          <a:ea typeface="+mn-ea"/>
          <a:cs typeface="+mn-cs"/>
        </a:defRPr>
      </a:lvl7pPr>
      <a:lvl8pPr marL="3200240" algn="l" defTabSz="457178" rtl="0" eaLnBrk="1" latinLnBrk="0" hangingPunct="1">
        <a:defRPr sz="1800" kern="1200">
          <a:solidFill>
            <a:schemeClr val="tx1"/>
          </a:solidFill>
          <a:latin typeface="+mn-lt"/>
          <a:ea typeface="+mn-ea"/>
          <a:cs typeface="+mn-cs"/>
        </a:defRPr>
      </a:lvl8pPr>
      <a:lvl9pPr marL="3657418" algn="l" defTabSz="457178" rtl="0"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09600" y="1402080"/>
            <a:ext cx="10972800" cy="4707296"/>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p:txBody>
      </p:sp>
      <p:sp>
        <p:nvSpPr>
          <p:cNvPr id="2" name="Title Placeholder 1"/>
          <p:cNvSpPr>
            <a:spLocks noGrp="1"/>
          </p:cNvSpPr>
          <p:nvPr>
            <p:ph type="title"/>
          </p:nvPr>
        </p:nvSpPr>
        <p:spPr>
          <a:xfrm>
            <a:off x="609600" y="466827"/>
            <a:ext cx="10972800" cy="758500"/>
          </a:xfrm>
          <a:prstGeom prst="rect">
            <a:avLst/>
          </a:prstGeom>
        </p:spPr>
        <p:txBody>
          <a:bodyPr vert="horz" lIns="91440" tIns="45720" rIns="91440" bIns="45720" rtlCol="0" anchor="ctr">
            <a:noAutofit/>
          </a:bodyPr>
          <a:lstStyle/>
          <a:p>
            <a:r>
              <a:rPr lang="en-US"/>
              <a:t>TITLE HERE. ALL CAPS. WHITE. 24 PT.</a:t>
            </a:r>
          </a:p>
        </p:txBody>
      </p:sp>
      <p:sp>
        <p:nvSpPr>
          <p:cNvPr id="4" name="Footer Placeholder 3">
            <a:extLst>
              <a:ext uri="{FF2B5EF4-FFF2-40B4-BE49-F238E27FC236}">
                <a16:creationId xmlns:a16="http://schemas.microsoft.com/office/drawing/2014/main" id="{2FE60F46-2E67-474C-9893-046DAFD1D828}"/>
              </a:ext>
            </a:extLst>
          </p:cNvPr>
          <p:cNvSpPr>
            <a:spLocks noGrp="1"/>
          </p:cNvSpPr>
          <p:nvPr>
            <p:ph type="ftr" sz="quarter" idx="3"/>
          </p:nvPr>
        </p:nvSpPr>
        <p:spPr>
          <a:xfrm>
            <a:off x="5547360" y="6446011"/>
            <a:ext cx="5791200" cy="375284"/>
          </a:xfrm>
          <a:prstGeom prst="rect">
            <a:avLst/>
          </a:prstGeom>
        </p:spPr>
        <p:txBody>
          <a:bodyPr vert="horz" lIns="0" tIns="0" rIns="0" bIns="0" rtlCol="0" anchor="t" anchorCtr="0"/>
          <a:lstStyle>
            <a:lvl1pPr algn="r">
              <a:defRPr lang="en-US" sz="800" spc="0" baseline="0" dirty="0">
                <a:solidFill>
                  <a:schemeClr val="accent1"/>
                </a:solidFill>
              </a:defRPr>
            </a:lvl1pPr>
          </a:lstStyle>
          <a:p>
            <a:r>
              <a:rPr lang="en-US"/>
              <a:t>CS Agentic Development</a:t>
            </a:r>
          </a:p>
        </p:txBody>
      </p:sp>
      <p:sp>
        <p:nvSpPr>
          <p:cNvPr id="6" name="Slide Number Placeholder 5">
            <a:extLst>
              <a:ext uri="{FF2B5EF4-FFF2-40B4-BE49-F238E27FC236}">
                <a16:creationId xmlns:a16="http://schemas.microsoft.com/office/drawing/2014/main" id="{E7226748-83C3-467A-9DF6-CC369EE24DDF}"/>
              </a:ext>
            </a:extLst>
          </p:cNvPr>
          <p:cNvSpPr>
            <a:spLocks noGrp="1"/>
          </p:cNvSpPr>
          <p:nvPr>
            <p:ph type="sldNum" sz="quarter" idx="4"/>
          </p:nvPr>
        </p:nvSpPr>
        <p:spPr>
          <a:xfrm>
            <a:off x="11338560" y="6343070"/>
            <a:ext cx="304800" cy="235898"/>
          </a:xfrm>
          <a:prstGeom prst="rect">
            <a:avLst/>
          </a:prstGeom>
        </p:spPr>
        <p:txBody>
          <a:bodyPr wrap="square" lIns="0" rIns="0" anchor="ctr">
            <a:spAutoFit/>
          </a:bodyPr>
          <a:lstStyle>
            <a:lvl1pPr>
              <a:defRPr lang="en-US" sz="933" b="0" i="0" smtClean="0">
                <a:latin typeface="Arial Regular"/>
                <a:cs typeface="DIN-Light"/>
              </a:defRPr>
            </a:lvl1pPr>
          </a:lstStyle>
          <a:p>
            <a:fld id="{4644D924-5A8E-4AEE-85EF-4FA2A7E4AC52}" type="slidenum">
              <a:rPr lang="en-US" smtClean="0"/>
              <a:t>‹#›</a:t>
            </a:fld>
            <a:endParaRPr lang="en-US"/>
          </a:p>
        </p:txBody>
      </p:sp>
      <p:sp>
        <p:nvSpPr>
          <p:cNvPr id="39" name="Footer Placeholder 3">
            <a:extLst>
              <a:ext uri="{FF2B5EF4-FFF2-40B4-BE49-F238E27FC236}">
                <a16:creationId xmlns:a16="http://schemas.microsoft.com/office/drawing/2014/main" id="{15BF577F-DD63-462C-8D95-AD4D3295C9A9}"/>
              </a:ext>
            </a:extLst>
          </p:cNvPr>
          <p:cNvSpPr txBox="1">
            <a:spLocks/>
          </p:cNvSpPr>
          <p:nvPr/>
        </p:nvSpPr>
        <p:spPr>
          <a:xfrm>
            <a:off x="5296102" y="6279969"/>
            <a:ext cx="5997303" cy="183091"/>
          </a:xfrm>
          <a:prstGeom prst="rect">
            <a:avLst/>
          </a:prstGeom>
        </p:spPr>
        <p:txBody>
          <a:bodyPr vert="horz" lIns="0" tIns="0" rIns="0" bIns="0" rtlCol="0" anchor="ctr"/>
          <a:lstStyle>
            <a:defPPr>
              <a:defRPr lang="en-US"/>
            </a:defPPr>
            <a:lvl1pPr marL="0" algn="r" defTabSz="457200" rtl="0" eaLnBrk="1" latinLnBrk="0" hangingPunct="1">
              <a:defRPr sz="600" b="0" kern="800" spc="40" baseline="0">
                <a:solidFill>
                  <a:schemeClr val="tx2"/>
                </a:solidFill>
                <a:latin typeface="+mj-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800" spc="0" baseline="0">
                <a:solidFill>
                  <a:schemeClr val="tx1"/>
                </a:solidFill>
                <a:cs typeface="DIN-Light"/>
              </a:rPr>
              <a:t>© 2021 </a:t>
            </a:r>
            <a:r>
              <a:rPr lang="en-US" sz="800" spc="0" baseline="0">
                <a:solidFill>
                  <a:schemeClr val="tx1"/>
                </a:solidFill>
              </a:rPr>
              <a:t>Collins Aerospace</a:t>
            </a:r>
            <a:endParaRPr lang="en-US" sz="800" spc="0" baseline="0">
              <a:solidFill>
                <a:schemeClr val="accent1"/>
              </a:solidFill>
              <a:cs typeface="DIN-Light"/>
              <a:sym typeface="Verdana"/>
            </a:endParaRPr>
          </a:p>
        </p:txBody>
      </p:sp>
      <p:sp>
        <p:nvSpPr>
          <p:cNvPr id="40" name="Logo">
            <a:extLst>
              <a:ext uri="{FF2B5EF4-FFF2-40B4-BE49-F238E27FC236}">
                <a16:creationId xmlns:a16="http://schemas.microsoft.com/office/drawing/2014/main" id="{B4023E06-5263-4C9E-8BEF-4E169EF2921B}"/>
              </a:ext>
            </a:extLst>
          </p:cNvPr>
          <p:cNvSpPr>
            <a:spLocks noChangeAspect="1" noEditPoints="1"/>
          </p:cNvSpPr>
          <p:nvPr/>
        </p:nvSpPr>
        <p:spPr bwMode="auto">
          <a:xfrm>
            <a:off x="623147" y="6264635"/>
            <a:ext cx="2087917" cy="353568"/>
          </a:xfrm>
          <a:custGeom>
            <a:avLst/>
            <a:gdLst>
              <a:gd name="T0" fmla="*/ 1871 w 1887"/>
              <a:gd name="T1" fmla="*/ 204 h 319"/>
              <a:gd name="T2" fmla="*/ 1811 w 1887"/>
              <a:gd name="T3" fmla="*/ 126 h 319"/>
              <a:gd name="T4" fmla="*/ 1886 w 1887"/>
              <a:gd name="T5" fmla="*/ 168 h 319"/>
              <a:gd name="T6" fmla="*/ 1779 w 1887"/>
              <a:gd name="T7" fmla="*/ 204 h 319"/>
              <a:gd name="T8" fmla="*/ 1728 w 1887"/>
              <a:gd name="T9" fmla="*/ 126 h 319"/>
              <a:gd name="T10" fmla="*/ 1751 w 1887"/>
              <a:gd name="T11" fmla="*/ 146 h 319"/>
              <a:gd name="T12" fmla="*/ 1656 w 1887"/>
              <a:gd name="T13" fmla="*/ 179 h 319"/>
              <a:gd name="T14" fmla="*/ 1643 w 1887"/>
              <a:gd name="T15" fmla="*/ 174 h 319"/>
              <a:gd name="T16" fmla="*/ 1611 w 1887"/>
              <a:gd name="T17" fmla="*/ 141 h 319"/>
              <a:gd name="T18" fmla="*/ 1703 w 1887"/>
              <a:gd name="T19" fmla="*/ 115 h 319"/>
              <a:gd name="T20" fmla="*/ 1562 w 1887"/>
              <a:gd name="T21" fmla="*/ 174 h 319"/>
              <a:gd name="T22" fmla="*/ 1549 w 1887"/>
              <a:gd name="T23" fmla="*/ 179 h 319"/>
              <a:gd name="T24" fmla="*/ 1587 w 1887"/>
              <a:gd name="T25" fmla="*/ 126 h 319"/>
              <a:gd name="T26" fmla="*/ 1543 w 1887"/>
              <a:gd name="T27" fmla="*/ 204 h 319"/>
              <a:gd name="T28" fmla="*/ 1448 w 1887"/>
              <a:gd name="T29" fmla="*/ 145 h 319"/>
              <a:gd name="T30" fmla="*/ 1414 w 1887"/>
              <a:gd name="T31" fmla="*/ 198 h 319"/>
              <a:gd name="T32" fmla="*/ 1452 w 1887"/>
              <a:gd name="T33" fmla="*/ 173 h 319"/>
              <a:gd name="T34" fmla="*/ 1453 w 1887"/>
              <a:gd name="T35" fmla="*/ 113 h 319"/>
              <a:gd name="T36" fmla="*/ 1370 w 1887"/>
              <a:gd name="T37" fmla="*/ 175 h 319"/>
              <a:gd name="T38" fmla="*/ 1356 w 1887"/>
              <a:gd name="T39" fmla="*/ 181 h 319"/>
              <a:gd name="T40" fmla="*/ 1321 w 1887"/>
              <a:gd name="T41" fmla="*/ 126 h 319"/>
              <a:gd name="T42" fmla="*/ 1401 w 1887"/>
              <a:gd name="T43" fmla="*/ 178 h 319"/>
              <a:gd name="T44" fmla="*/ 1278 w 1887"/>
              <a:gd name="T45" fmla="*/ 118 h 319"/>
              <a:gd name="T46" fmla="*/ 1270 w 1887"/>
              <a:gd name="T47" fmla="*/ 204 h 319"/>
              <a:gd name="T48" fmla="*/ 1195 w 1887"/>
              <a:gd name="T49" fmla="*/ 150 h 319"/>
              <a:gd name="T50" fmla="*/ 1134 w 1887"/>
              <a:gd name="T51" fmla="*/ 160 h 319"/>
              <a:gd name="T52" fmla="*/ 1221 w 1887"/>
              <a:gd name="T53" fmla="*/ 138 h 319"/>
              <a:gd name="T54" fmla="*/ 1224 w 1887"/>
              <a:gd name="T55" fmla="*/ 197 h 319"/>
              <a:gd name="T56" fmla="*/ 1133 w 1887"/>
              <a:gd name="T57" fmla="*/ 204 h 319"/>
              <a:gd name="T58" fmla="*/ 921 w 1887"/>
              <a:gd name="T59" fmla="*/ 135 h 319"/>
              <a:gd name="T60" fmla="*/ 915 w 1887"/>
              <a:gd name="T61" fmla="*/ 207 h 319"/>
              <a:gd name="T62" fmla="*/ 924 w 1887"/>
              <a:gd name="T63" fmla="*/ 176 h 319"/>
              <a:gd name="T64" fmla="*/ 881 w 1887"/>
              <a:gd name="T65" fmla="*/ 141 h 319"/>
              <a:gd name="T66" fmla="*/ 921 w 1887"/>
              <a:gd name="T67" fmla="*/ 135 h 319"/>
              <a:gd name="T68" fmla="*/ 866 w 1887"/>
              <a:gd name="T69" fmla="*/ 150 h 319"/>
              <a:gd name="T70" fmla="*/ 810 w 1887"/>
              <a:gd name="T71" fmla="*/ 204 h 319"/>
              <a:gd name="T72" fmla="*/ 729 w 1887"/>
              <a:gd name="T73" fmla="*/ 115 h 319"/>
              <a:gd name="T74" fmla="*/ 762 w 1887"/>
              <a:gd name="T75" fmla="*/ 85 h 319"/>
              <a:gd name="T76" fmla="*/ 676 w 1887"/>
              <a:gd name="T77" fmla="*/ 73 h 319"/>
              <a:gd name="T78" fmla="*/ 578 w 1887"/>
              <a:gd name="T79" fmla="*/ 175 h 319"/>
              <a:gd name="T80" fmla="*/ 564 w 1887"/>
              <a:gd name="T81" fmla="*/ 181 h 319"/>
              <a:gd name="T82" fmla="*/ 529 w 1887"/>
              <a:gd name="T83" fmla="*/ 125 h 319"/>
              <a:gd name="T84" fmla="*/ 609 w 1887"/>
              <a:gd name="T85" fmla="*/ 178 h 319"/>
              <a:gd name="T86" fmla="*/ 432 w 1887"/>
              <a:gd name="T87" fmla="*/ 201 h 319"/>
              <a:gd name="T88" fmla="*/ 464 w 1887"/>
              <a:gd name="T89" fmla="*/ 72 h 319"/>
              <a:gd name="T90" fmla="*/ 480 w 1887"/>
              <a:gd name="T91" fmla="*/ 104 h 319"/>
              <a:gd name="T92" fmla="*/ 449 w 1887"/>
              <a:gd name="T93" fmla="*/ 173 h 319"/>
              <a:gd name="T94" fmla="*/ 154 w 1887"/>
              <a:gd name="T95" fmla="*/ 95 h 319"/>
              <a:gd name="T96" fmla="*/ 122 w 1887"/>
              <a:gd name="T97" fmla="*/ 107 h 319"/>
              <a:gd name="T98" fmla="*/ 95 w 1887"/>
              <a:gd name="T99" fmla="*/ 160 h 319"/>
              <a:gd name="T100" fmla="*/ 30 w 1887"/>
              <a:gd name="T101" fmla="*/ 253 h 319"/>
              <a:gd name="T102" fmla="*/ 146 w 1887"/>
              <a:gd name="T103" fmla="*/ 319 h 319"/>
              <a:gd name="T104" fmla="*/ 220 w 1887"/>
              <a:gd name="T105" fmla="*/ 231 h 319"/>
              <a:gd name="T106" fmla="*/ 318 w 1887"/>
              <a:gd name="T107" fmla="*/ 177 h 319"/>
              <a:gd name="T108" fmla="*/ 13 w 1887"/>
              <a:gd name="T109" fmla="*/ 96 h 319"/>
              <a:gd name="T110" fmla="*/ 280 w 1887"/>
              <a:gd name="T111" fmla="*/ 54 h 319"/>
              <a:gd name="T112" fmla="*/ 42 w 1887"/>
              <a:gd name="T113" fmla="*/ 50 h 319"/>
              <a:gd name="T114" fmla="*/ 183 w 1887"/>
              <a:gd name="T115" fmla="*/ 0 h 3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887" h="319">
                <a:moveTo>
                  <a:pt x="1859" y="150"/>
                </a:moveTo>
                <a:cubicBezTo>
                  <a:pt x="1858" y="145"/>
                  <a:pt x="1856" y="142"/>
                  <a:pt x="1854" y="139"/>
                </a:cubicBezTo>
                <a:cubicBezTo>
                  <a:pt x="1851" y="136"/>
                  <a:pt x="1848" y="135"/>
                  <a:pt x="1844" y="135"/>
                </a:cubicBezTo>
                <a:cubicBezTo>
                  <a:pt x="1835" y="135"/>
                  <a:pt x="1830" y="140"/>
                  <a:pt x="1828" y="150"/>
                </a:cubicBezTo>
                <a:lnTo>
                  <a:pt x="1859" y="150"/>
                </a:lnTo>
                <a:close/>
                <a:moveTo>
                  <a:pt x="1887" y="197"/>
                </a:moveTo>
                <a:cubicBezTo>
                  <a:pt x="1883" y="200"/>
                  <a:pt x="1877" y="203"/>
                  <a:pt x="1871" y="204"/>
                </a:cubicBezTo>
                <a:cubicBezTo>
                  <a:pt x="1865" y="206"/>
                  <a:pt x="1858" y="207"/>
                  <a:pt x="1851" y="207"/>
                </a:cubicBezTo>
                <a:cubicBezTo>
                  <a:pt x="1843" y="207"/>
                  <a:pt x="1835" y="206"/>
                  <a:pt x="1829" y="203"/>
                </a:cubicBezTo>
                <a:cubicBezTo>
                  <a:pt x="1822" y="201"/>
                  <a:pt x="1817" y="198"/>
                  <a:pt x="1812" y="194"/>
                </a:cubicBezTo>
                <a:cubicBezTo>
                  <a:pt x="1807" y="190"/>
                  <a:pt x="1804" y="185"/>
                  <a:pt x="1801" y="179"/>
                </a:cubicBezTo>
                <a:cubicBezTo>
                  <a:pt x="1799" y="173"/>
                  <a:pt x="1798" y="167"/>
                  <a:pt x="1798" y="160"/>
                </a:cubicBezTo>
                <a:cubicBezTo>
                  <a:pt x="1798" y="153"/>
                  <a:pt x="1799" y="146"/>
                  <a:pt x="1801" y="141"/>
                </a:cubicBezTo>
                <a:cubicBezTo>
                  <a:pt x="1803" y="135"/>
                  <a:pt x="1806" y="130"/>
                  <a:pt x="1811" y="126"/>
                </a:cubicBezTo>
                <a:cubicBezTo>
                  <a:pt x="1815" y="122"/>
                  <a:pt x="1820" y="118"/>
                  <a:pt x="1825" y="116"/>
                </a:cubicBezTo>
                <a:cubicBezTo>
                  <a:pt x="1831" y="114"/>
                  <a:pt x="1837" y="113"/>
                  <a:pt x="1844" y="113"/>
                </a:cubicBezTo>
                <a:cubicBezTo>
                  <a:pt x="1851" y="113"/>
                  <a:pt x="1857" y="114"/>
                  <a:pt x="1862" y="116"/>
                </a:cubicBezTo>
                <a:cubicBezTo>
                  <a:pt x="1867" y="118"/>
                  <a:pt x="1872" y="121"/>
                  <a:pt x="1876" y="125"/>
                </a:cubicBezTo>
                <a:cubicBezTo>
                  <a:pt x="1880" y="128"/>
                  <a:pt x="1882" y="133"/>
                  <a:pt x="1884" y="138"/>
                </a:cubicBezTo>
                <a:cubicBezTo>
                  <a:pt x="1886" y="144"/>
                  <a:pt x="1887" y="150"/>
                  <a:pt x="1887" y="157"/>
                </a:cubicBezTo>
                <a:cubicBezTo>
                  <a:pt x="1887" y="161"/>
                  <a:pt x="1887" y="165"/>
                  <a:pt x="1886" y="168"/>
                </a:cubicBezTo>
                <a:cubicBezTo>
                  <a:pt x="1828" y="168"/>
                  <a:pt x="1828" y="168"/>
                  <a:pt x="1828" y="168"/>
                </a:cubicBezTo>
                <a:cubicBezTo>
                  <a:pt x="1831" y="178"/>
                  <a:pt x="1840" y="183"/>
                  <a:pt x="1854" y="183"/>
                </a:cubicBezTo>
                <a:cubicBezTo>
                  <a:pt x="1858" y="183"/>
                  <a:pt x="1862" y="182"/>
                  <a:pt x="1866" y="181"/>
                </a:cubicBezTo>
                <a:cubicBezTo>
                  <a:pt x="1870" y="180"/>
                  <a:pt x="1874" y="179"/>
                  <a:pt x="1877" y="178"/>
                </a:cubicBezTo>
                <a:lnTo>
                  <a:pt x="1887" y="197"/>
                </a:lnTo>
                <a:close/>
                <a:moveTo>
                  <a:pt x="1794" y="198"/>
                </a:moveTo>
                <a:cubicBezTo>
                  <a:pt x="1790" y="201"/>
                  <a:pt x="1785" y="203"/>
                  <a:pt x="1779" y="204"/>
                </a:cubicBezTo>
                <a:cubicBezTo>
                  <a:pt x="1774" y="206"/>
                  <a:pt x="1769" y="206"/>
                  <a:pt x="1763" y="206"/>
                </a:cubicBezTo>
                <a:cubicBezTo>
                  <a:pt x="1755" y="206"/>
                  <a:pt x="1748" y="205"/>
                  <a:pt x="1742" y="203"/>
                </a:cubicBezTo>
                <a:cubicBezTo>
                  <a:pt x="1736" y="201"/>
                  <a:pt x="1731" y="198"/>
                  <a:pt x="1727" y="194"/>
                </a:cubicBezTo>
                <a:cubicBezTo>
                  <a:pt x="1723" y="190"/>
                  <a:pt x="1719" y="185"/>
                  <a:pt x="1717" y="179"/>
                </a:cubicBezTo>
                <a:cubicBezTo>
                  <a:pt x="1715" y="173"/>
                  <a:pt x="1714" y="167"/>
                  <a:pt x="1714" y="160"/>
                </a:cubicBezTo>
                <a:cubicBezTo>
                  <a:pt x="1714" y="153"/>
                  <a:pt x="1715" y="147"/>
                  <a:pt x="1718" y="141"/>
                </a:cubicBezTo>
                <a:cubicBezTo>
                  <a:pt x="1720" y="135"/>
                  <a:pt x="1723" y="130"/>
                  <a:pt x="1728" y="126"/>
                </a:cubicBezTo>
                <a:cubicBezTo>
                  <a:pt x="1732" y="122"/>
                  <a:pt x="1737" y="119"/>
                  <a:pt x="1743" y="116"/>
                </a:cubicBezTo>
                <a:cubicBezTo>
                  <a:pt x="1749" y="114"/>
                  <a:pt x="1756" y="113"/>
                  <a:pt x="1763" y="113"/>
                </a:cubicBezTo>
                <a:cubicBezTo>
                  <a:pt x="1773" y="113"/>
                  <a:pt x="1781" y="115"/>
                  <a:pt x="1788" y="118"/>
                </a:cubicBezTo>
                <a:cubicBezTo>
                  <a:pt x="1784" y="144"/>
                  <a:pt x="1784" y="144"/>
                  <a:pt x="1784" y="144"/>
                </a:cubicBezTo>
                <a:cubicBezTo>
                  <a:pt x="1782" y="143"/>
                  <a:pt x="1779" y="142"/>
                  <a:pt x="1775" y="141"/>
                </a:cubicBezTo>
                <a:cubicBezTo>
                  <a:pt x="1772" y="141"/>
                  <a:pt x="1769" y="140"/>
                  <a:pt x="1767" y="140"/>
                </a:cubicBezTo>
                <a:cubicBezTo>
                  <a:pt x="1760" y="140"/>
                  <a:pt x="1755" y="142"/>
                  <a:pt x="1751" y="146"/>
                </a:cubicBezTo>
                <a:cubicBezTo>
                  <a:pt x="1747" y="149"/>
                  <a:pt x="1745" y="154"/>
                  <a:pt x="1745" y="160"/>
                </a:cubicBezTo>
                <a:cubicBezTo>
                  <a:pt x="1745" y="166"/>
                  <a:pt x="1747" y="170"/>
                  <a:pt x="1751" y="174"/>
                </a:cubicBezTo>
                <a:cubicBezTo>
                  <a:pt x="1755" y="177"/>
                  <a:pt x="1760" y="179"/>
                  <a:pt x="1767" y="179"/>
                </a:cubicBezTo>
                <a:cubicBezTo>
                  <a:pt x="1770" y="179"/>
                  <a:pt x="1772" y="179"/>
                  <a:pt x="1775" y="178"/>
                </a:cubicBezTo>
                <a:cubicBezTo>
                  <a:pt x="1778" y="178"/>
                  <a:pt x="1780" y="177"/>
                  <a:pt x="1782" y="176"/>
                </a:cubicBezTo>
                <a:lnTo>
                  <a:pt x="1794" y="198"/>
                </a:lnTo>
                <a:close/>
                <a:moveTo>
                  <a:pt x="1656" y="179"/>
                </a:moveTo>
                <a:cubicBezTo>
                  <a:pt x="1662" y="179"/>
                  <a:pt x="1666" y="177"/>
                  <a:pt x="1669" y="174"/>
                </a:cubicBezTo>
                <a:cubicBezTo>
                  <a:pt x="1673" y="170"/>
                  <a:pt x="1674" y="165"/>
                  <a:pt x="1674" y="160"/>
                </a:cubicBezTo>
                <a:cubicBezTo>
                  <a:pt x="1674" y="154"/>
                  <a:pt x="1673" y="149"/>
                  <a:pt x="1669" y="145"/>
                </a:cubicBezTo>
                <a:cubicBezTo>
                  <a:pt x="1666" y="142"/>
                  <a:pt x="1662" y="140"/>
                  <a:pt x="1656" y="140"/>
                </a:cubicBezTo>
                <a:cubicBezTo>
                  <a:pt x="1651" y="140"/>
                  <a:pt x="1647" y="142"/>
                  <a:pt x="1643" y="145"/>
                </a:cubicBezTo>
                <a:cubicBezTo>
                  <a:pt x="1640" y="149"/>
                  <a:pt x="1638" y="154"/>
                  <a:pt x="1638" y="160"/>
                </a:cubicBezTo>
                <a:cubicBezTo>
                  <a:pt x="1638" y="165"/>
                  <a:pt x="1640" y="170"/>
                  <a:pt x="1643" y="174"/>
                </a:cubicBezTo>
                <a:cubicBezTo>
                  <a:pt x="1647" y="177"/>
                  <a:pt x="1651" y="179"/>
                  <a:pt x="1656" y="179"/>
                </a:cubicBezTo>
                <a:moveTo>
                  <a:pt x="1648" y="207"/>
                </a:moveTo>
                <a:cubicBezTo>
                  <a:pt x="1642" y="207"/>
                  <a:pt x="1637" y="206"/>
                  <a:pt x="1632" y="203"/>
                </a:cubicBezTo>
                <a:cubicBezTo>
                  <a:pt x="1627" y="201"/>
                  <a:pt x="1622" y="198"/>
                  <a:pt x="1619" y="194"/>
                </a:cubicBezTo>
                <a:cubicBezTo>
                  <a:pt x="1615" y="189"/>
                  <a:pt x="1613" y="185"/>
                  <a:pt x="1611" y="179"/>
                </a:cubicBezTo>
                <a:cubicBezTo>
                  <a:pt x="1609" y="173"/>
                  <a:pt x="1608" y="167"/>
                  <a:pt x="1608" y="160"/>
                </a:cubicBezTo>
                <a:cubicBezTo>
                  <a:pt x="1608" y="153"/>
                  <a:pt x="1609" y="147"/>
                  <a:pt x="1611" y="141"/>
                </a:cubicBezTo>
                <a:cubicBezTo>
                  <a:pt x="1613" y="135"/>
                  <a:pt x="1616" y="130"/>
                  <a:pt x="1619" y="126"/>
                </a:cubicBezTo>
                <a:cubicBezTo>
                  <a:pt x="1623" y="122"/>
                  <a:pt x="1627" y="119"/>
                  <a:pt x="1633" y="116"/>
                </a:cubicBezTo>
                <a:cubicBezTo>
                  <a:pt x="1638" y="114"/>
                  <a:pt x="1643" y="113"/>
                  <a:pt x="1649" y="113"/>
                </a:cubicBezTo>
                <a:cubicBezTo>
                  <a:pt x="1654" y="113"/>
                  <a:pt x="1659" y="114"/>
                  <a:pt x="1663" y="116"/>
                </a:cubicBezTo>
                <a:cubicBezTo>
                  <a:pt x="1668" y="118"/>
                  <a:pt x="1671" y="122"/>
                  <a:pt x="1674" y="126"/>
                </a:cubicBezTo>
                <a:cubicBezTo>
                  <a:pt x="1674" y="115"/>
                  <a:pt x="1674" y="115"/>
                  <a:pt x="1674" y="115"/>
                </a:cubicBezTo>
                <a:cubicBezTo>
                  <a:pt x="1703" y="115"/>
                  <a:pt x="1703" y="115"/>
                  <a:pt x="1703" y="115"/>
                </a:cubicBezTo>
                <a:cubicBezTo>
                  <a:pt x="1703" y="204"/>
                  <a:pt x="1703" y="204"/>
                  <a:pt x="1703" y="204"/>
                </a:cubicBezTo>
                <a:cubicBezTo>
                  <a:pt x="1674" y="204"/>
                  <a:pt x="1674" y="204"/>
                  <a:pt x="1674" y="204"/>
                </a:cubicBezTo>
                <a:cubicBezTo>
                  <a:pt x="1674" y="194"/>
                  <a:pt x="1674" y="194"/>
                  <a:pt x="1674" y="194"/>
                </a:cubicBezTo>
                <a:cubicBezTo>
                  <a:pt x="1671" y="198"/>
                  <a:pt x="1668" y="201"/>
                  <a:pt x="1663" y="203"/>
                </a:cubicBezTo>
                <a:cubicBezTo>
                  <a:pt x="1659" y="206"/>
                  <a:pt x="1654" y="207"/>
                  <a:pt x="1648" y="207"/>
                </a:cubicBezTo>
                <a:moveTo>
                  <a:pt x="1549" y="179"/>
                </a:moveTo>
                <a:cubicBezTo>
                  <a:pt x="1554" y="179"/>
                  <a:pt x="1559" y="177"/>
                  <a:pt x="1562" y="174"/>
                </a:cubicBezTo>
                <a:cubicBezTo>
                  <a:pt x="1565" y="170"/>
                  <a:pt x="1567" y="165"/>
                  <a:pt x="1567" y="160"/>
                </a:cubicBezTo>
                <a:cubicBezTo>
                  <a:pt x="1567" y="154"/>
                  <a:pt x="1565" y="149"/>
                  <a:pt x="1562" y="145"/>
                </a:cubicBezTo>
                <a:cubicBezTo>
                  <a:pt x="1559" y="142"/>
                  <a:pt x="1554" y="140"/>
                  <a:pt x="1549" y="140"/>
                </a:cubicBezTo>
                <a:cubicBezTo>
                  <a:pt x="1544" y="140"/>
                  <a:pt x="1540" y="142"/>
                  <a:pt x="1536" y="145"/>
                </a:cubicBezTo>
                <a:cubicBezTo>
                  <a:pt x="1533" y="149"/>
                  <a:pt x="1531" y="154"/>
                  <a:pt x="1531" y="160"/>
                </a:cubicBezTo>
                <a:cubicBezTo>
                  <a:pt x="1531" y="165"/>
                  <a:pt x="1533" y="170"/>
                  <a:pt x="1536" y="174"/>
                </a:cubicBezTo>
                <a:cubicBezTo>
                  <a:pt x="1540" y="177"/>
                  <a:pt x="1544" y="179"/>
                  <a:pt x="1549" y="179"/>
                </a:cubicBezTo>
                <a:moveTo>
                  <a:pt x="1502" y="115"/>
                </a:moveTo>
                <a:cubicBezTo>
                  <a:pt x="1531" y="115"/>
                  <a:pt x="1531" y="115"/>
                  <a:pt x="1531" y="115"/>
                </a:cubicBezTo>
                <a:cubicBezTo>
                  <a:pt x="1531" y="125"/>
                  <a:pt x="1531" y="125"/>
                  <a:pt x="1531" y="125"/>
                </a:cubicBezTo>
                <a:cubicBezTo>
                  <a:pt x="1534" y="121"/>
                  <a:pt x="1538" y="118"/>
                  <a:pt x="1542" y="116"/>
                </a:cubicBezTo>
                <a:cubicBezTo>
                  <a:pt x="1547" y="114"/>
                  <a:pt x="1552" y="113"/>
                  <a:pt x="1558" y="113"/>
                </a:cubicBezTo>
                <a:cubicBezTo>
                  <a:pt x="1563" y="113"/>
                  <a:pt x="1569" y="114"/>
                  <a:pt x="1574" y="116"/>
                </a:cubicBezTo>
                <a:cubicBezTo>
                  <a:pt x="1579" y="118"/>
                  <a:pt x="1583" y="122"/>
                  <a:pt x="1587" y="126"/>
                </a:cubicBezTo>
                <a:cubicBezTo>
                  <a:pt x="1590" y="130"/>
                  <a:pt x="1593" y="135"/>
                  <a:pt x="1595" y="140"/>
                </a:cubicBezTo>
                <a:cubicBezTo>
                  <a:pt x="1597" y="146"/>
                  <a:pt x="1598" y="152"/>
                  <a:pt x="1598" y="159"/>
                </a:cubicBezTo>
                <a:cubicBezTo>
                  <a:pt x="1598" y="166"/>
                  <a:pt x="1597" y="172"/>
                  <a:pt x="1595" y="178"/>
                </a:cubicBezTo>
                <a:cubicBezTo>
                  <a:pt x="1593" y="184"/>
                  <a:pt x="1590" y="189"/>
                  <a:pt x="1586" y="193"/>
                </a:cubicBezTo>
                <a:cubicBezTo>
                  <a:pt x="1582" y="197"/>
                  <a:pt x="1578" y="201"/>
                  <a:pt x="1573" y="203"/>
                </a:cubicBezTo>
                <a:cubicBezTo>
                  <a:pt x="1568" y="205"/>
                  <a:pt x="1563" y="207"/>
                  <a:pt x="1557" y="207"/>
                </a:cubicBezTo>
                <a:cubicBezTo>
                  <a:pt x="1552" y="207"/>
                  <a:pt x="1547" y="206"/>
                  <a:pt x="1543" y="204"/>
                </a:cubicBezTo>
                <a:cubicBezTo>
                  <a:pt x="1539" y="202"/>
                  <a:pt x="1536" y="199"/>
                  <a:pt x="1533" y="196"/>
                </a:cubicBezTo>
                <a:cubicBezTo>
                  <a:pt x="1533" y="243"/>
                  <a:pt x="1533" y="243"/>
                  <a:pt x="1533" y="243"/>
                </a:cubicBezTo>
                <a:cubicBezTo>
                  <a:pt x="1502" y="243"/>
                  <a:pt x="1502" y="243"/>
                  <a:pt x="1502" y="243"/>
                </a:cubicBezTo>
                <a:lnTo>
                  <a:pt x="1502" y="115"/>
                </a:lnTo>
                <a:close/>
                <a:moveTo>
                  <a:pt x="1455" y="135"/>
                </a:moveTo>
                <a:cubicBezTo>
                  <a:pt x="1449" y="135"/>
                  <a:pt x="1445" y="137"/>
                  <a:pt x="1445" y="140"/>
                </a:cubicBezTo>
                <a:cubicBezTo>
                  <a:pt x="1445" y="142"/>
                  <a:pt x="1446" y="144"/>
                  <a:pt x="1448" y="145"/>
                </a:cubicBezTo>
                <a:cubicBezTo>
                  <a:pt x="1450" y="146"/>
                  <a:pt x="1454" y="147"/>
                  <a:pt x="1459" y="148"/>
                </a:cubicBezTo>
                <a:cubicBezTo>
                  <a:pt x="1469" y="151"/>
                  <a:pt x="1477" y="154"/>
                  <a:pt x="1482" y="159"/>
                </a:cubicBezTo>
                <a:cubicBezTo>
                  <a:pt x="1487" y="164"/>
                  <a:pt x="1489" y="170"/>
                  <a:pt x="1489" y="179"/>
                </a:cubicBezTo>
                <a:cubicBezTo>
                  <a:pt x="1489" y="187"/>
                  <a:pt x="1486" y="194"/>
                  <a:pt x="1479" y="199"/>
                </a:cubicBezTo>
                <a:cubicBezTo>
                  <a:pt x="1472" y="204"/>
                  <a:pt x="1462" y="207"/>
                  <a:pt x="1449" y="207"/>
                </a:cubicBezTo>
                <a:cubicBezTo>
                  <a:pt x="1442" y="207"/>
                  <a:pt x="1436" y="206"/>
                  <a:pt x="1429" y="204"/>
                </a:cubicBezTo>
                <a:cubicBezTo>
                  <a:pt x="1423" y="203"/>
                  <a:pt x="1418" y="201"/>
                  <a:pt x="1414" y="198"/>
                </a:cubicBezTo>
                <a:cubicBezTo>
                  <a:pt x="1424" y="180"/>
                  <a:pt x="1424" y="180"/>
                  <a:pt x="1424" y="180"/>
                </a:cubicBezTo>
                <a:cubicBezTo>
                  <a:pt x="1427" y="181"/>
                  <a:pt x="1431" y="182"/>
                  <a:pt x="1436" y="183"/>
                </a:cubicBezTo>
                <a:cubicBezTo>
                  <a:pt x="1440" y="184"/>
                  <a:pt x="1444" y="184"/>
                  <a:pt x="1447" y="184"/>
                </a:cubicBezTo>
                <a:cubicBezTo>
                  <a:pt x="1455" y="184"/>
                  <a:pt x="1458" y="182"/>
                  <a:pt x="1458" y="179"/>
                </a:cubicBezTo>
                <a:cubicBezTo>
                  <a:pt x="1458" y="178"/>
                  <a:pt x="1458" y="177"/>
                  <a:pt x="1458" y="176"/>
                </a:cubicBezTo>
                <a:cubicBezTo>
                  <a:pt x="1458" y="176"/>
                  <a:pt x="1457" y="175"/>
                  <a:pt x="1456" y="175"/>
                </a:cubicBezTo>
                <a:cubicBezTo>
                  <a:pt x="1455" y="174"/>
                  <a:pt x="1454" y="173"/>
                  <a:pt x="1452" y="173"/>
                </a:cubicBezTo>
                <a:cubicBezTo>
                  <a:pt x="1450" y="172"/>
                  <a:pt x="1448" y="172"/>
                  <a:pt x="1445" y="171"/>
                </a:cubicBezTo>
                <a:cubicBezTo>
                  <a:pt x="1440" y="170"/>
                  <a:pt x="1435" y="168"/>
                  <a:pt x="1432" y="166"/>
                </a:cubicBezTo>
                <a:cubicBezTo>
                  <a:pt x="1428" y="164"/>
                  <a:pt x="1425" y="162"/>
                  <a:pt x="1422" y="160"/>
                </a:cubicBezTo>
                <a:cubicBezTo>
                  <a:pt x="1420" y="157"/>
                  <a:pt x="1418" y="155"/>
                  <a:pt x="1417" y="152"/>
                </a:cubicBezTo>
                <a:cubicBezTo>
                  <a:pt x="1416" y="148"/>
                  <a:pt x="1415" y="145"/>
                  <a:pt x="1415" y="141"/>
                </a:cubicBezTo>
                <a:cubicBezTo>
                  <a:pt x="1415" y="132"/>
                  <a:pt x="1418" y="125"/>
                  <a:pt x="1425" y="120"/>
                </a:cubicBezTo>
                <a:cubicBezTo>
                  <a:pt x="1432" y="115"/>
                  <a:pt x="1441" y="113"/>
                  <a:pt x="1453" y="113"/>
                </a:cubicBezTo>
                <a:cubicBezTo>
                  <a:pt x="1459" y="113"/>
                  <a:pt x="1465" y="113"/>
                  <a:pt x="1471" y="115"/>
                </a:cubicBezTo>
                <a:cubicBezTo>
                  <a:pt x="1476" y="116"/>
                  <a:pt x="1481" y="117"/>
                  <a:pt x="1485" y="120"/>
                </a:cubicBezTo>
                <a:cubicBezTo>
                  <a:pt x="1482" y="142"/>
                  <a:pt x="1482" y="142"/>
                  <a:pt x="1482" y="142"/>
                </a:cubicBezTo>
                <a:cubicBezTo>
                  <a:pt x="1478" y="140"/>
                  <a:pt x="1473" y="138"/>
                  <a:pt x="1468" y="137"/>
                </a:cubicBezTo>
                <a:cubicBezTo>
                  <a:pt x="1464" y="136"/>
                  <a:pt x="1459" y="135"/>
                  <a:pt x="1455" y="135"/>
                </a:cubicBezTo>
                <a:moveTo>
                  <a:pt x="1356" y="181"/>
                </a:moveTo>
                <a:cubicBezTo>
                  <a:pt x="1362" y="181"/>
                  <a:pt x="1366" y="179"/>
                  <a:pt x="1370" y="175"/>
                </a:cubicBezTo>
                <a:cubicBezTo>
                  <a:pt x="1373" y="171"/>
                  <a:pt x="1375" y="166"/>
                  <a:pt x="1375" y="160"/>
                </a:cubicBezTo>
                <a:cubicBezTo>
                  <a:pt x="1375" y="153"/>
                  <a:pt x="1373" y="148"/>
                  <a:pt x="1370" y="144"/>
                </a:cubicBezTo>
                <a:cubicBezTo>
                  <a:pt x="1366" y="140"/>
                  <a:pt x="1362" y="139"/>
                  <a:pt x="1356" y="139"/>
                </a:cubicBezTo>
                <a:cubicBezTo>
                  <a:pt x="1350" y="139"/>
                  <a:pt x="1345" y="140"/>
                  <a:pt x="1342" y="144"/>
                </a:cubicBezTo>
                <a:cubicBezTo>
                  <a:pt x="1338" y="148"/>
                  <a:pt x="1337" y="153"/>
                  <a:pt x="1337" y="160"/>
                </a:cubicBezTo>
                <a:cubicBezTo>
                  <a:pt x="1337" y="166"/>
                  <a:pt x="1338" y="171"/>
                  <a:pt x="1342" y="175"/>
                </a:cubicBezTo>
                <a:cubicBezTo>
                  <a:pt x="1345" y="179"/>
                  <a:pt x="1350" y="181"/>
                  <a:pt x="1356" y="181"/>
                </a:cubicBezTo>
                <a:moveTo>
                  <a:pt x="1356" y="207"/>
                </a:moveTo>
                <a:cubicBezTo>
                  <a:pt x="1349" y="207"/>
                  <a:pt x="1342" y="205"/>
                  <a:pt x="1336" y="203"/>
                </a:cubicBezTo>
                <a:cubicBezTo>
                  <a:pt x="1330" y="201"/>
                  <a:pt x="1325" y="198"/>
                  <a:pt x="1321" y="193"/>
                </a:cubicBezTo>
                <a:cubicBezTo>
                  <a:pt x="1317" y="189"/>
                  <a:pt x="1313" y="184"/>
                  <a:pt x="1311" y="178"/>
                </a:cubicBezTo>
                <a:cubicBezTo>
                  <a:pt x="1308" y="173"/>
                  <a:pt x="1307" y="166"/>
                  <a:pt x="1307" y="160"/>
                </a:cubicBezTo>
                <a:cubicBezTo>
                  <a:pt x="1307" y="153"/>
                  <a:pt x="1308" y="147"/>
                  <a:pt x="1311" y="141"/>
                </a:cubicBezTo>
                <a:cubicBezTo>
                  <a:pt x="1313" y="135"/>
                  <a:pt x="1317" y="130"/>
                  <a:pt x="1321" y="126"/>
                </a:cubicBezTo>
                <a:cubicBezTo>
                  <a:pt x="1325" y="122"/>
                  <a:pt x="1331" y="118"/>
                  <a:pt x="1337" y="116"/>
                </a:cubicBezTo>
                <a:cubicBezTo>
                  <a:pt x="1342" y="114"/>
                  <a:pt x="1349" y="113"/>
                  <a:pt x="1356" y="113"/>
                </a:cubicBezTo>
                <a:cubicBezTo>
                  <a:pt x="1363" y="113"/>
                  <a:pt x="1369" y="114"/>
                  <a:pt x="1375" y="116"/>
                </a:cubicBezTo>
                <a:cubicBezTo>
                  <a:pt x="1381" y="118"/>
                  <a:pt x="1386" y="122"/>
                  <a:pt x="1391" y="126"/>
                </a:cubicBezTo>
                <a:cubicBezTo>
                  <a:pt x="1395" y="130"/>
                  <a:pt x="1398" y="135"/>
                  <a:pt x="1401" y="141"/>
                </a:cubicBezTo>
                <a:cubicBezTo>
                  <a:pt x="1403" y="147"/>
                  <a:pt x="1404" y="153"/>
                  <a:pt x="1404" y="160"/>
                </a:cubicBezTo>
                <a:cubicBezTo>
                  <a:pt x="1404" y="166"/>
                  <a:pt x="1403" y="173"/>
                  <a:pt x="1401" y="178"/>
                </a:cubicBezTo>
                <a:cubicBezTo>
                  <a:pt x="1398" y="184"/>
                  <a:pt x="1395" y="189"/>
                  <a:pt x="1391" y="193"/>
                </a:cubicBezTo>
                <a:cubicBezTo>
                  <a:pt x="1386" y="197"/>
                  <a:pt x="1381" y="201"/>
                  <a:pt x="1375" y="203"/>
                </a:cubicBezTo>
                <a:cubicBezTo>
                  <a:pt x="1369" y="205"/>
                  <a:pt x="1363" y="207"/>
                  <a:pt x="1356" y="207"/>
                </a:cubicBezTo>
                <a:moveTo>
                  <a:pt x="1239" y="115"/>
                </a:moveTo>
                <a:cubicBezTo>
                  <a:pt x="1269" y="115"/>
                  <a:pt x="1269" y="115"/>
                  <a:pt x="1269" y="115"/>
                </a:cubicBezTo>
                <a:cubicBezTo>
                  <a:pt x="1269" y="129"/>
                  <a:pt x="1269" y="129"/>
                  <a:pt x="1269" y="129"/>
                </a:cubicBezTo>
                <a:cubicBezTo>
                  <a:pt x="1271" y="124"/>
                  <a:pt x="1274" y="120"/>
                  <a:pt x="1278" y="118"/>
                </a:cubicBezTo>
                <a:cubicBezTo>
                  <a:pt x="1282" y="115"/>
                  <a:pt x="1286" y="114"/>
                  <a:pt x="1291" y="114"/>
                </a:cubicBezTo>
                <a:cubicBezTo>
                  <a:pt x="1295" y="114"/>
                  <a:pt x="1299" y="114"/>
                  <a:pt x="1301" y="116"/>
                </a:cubicBezTo>
                <a:cubicBezTo>
                  <a:pt x="1299" y="145"/>
                  <a:pt x="1299" y="145"/>
                  <a:pt x="1299" y="145"/>
                </a:cubicBezTo>
                <a:cubicBezTo>
                  <a:pt x="1297" y="144"/>
                  <a:pt x="1296" y="143"/>
                  <a:pt x="1293" y="143"/>
                </a:cubicBezTo>
                <a:cubicBezTo>
                  <a:pt x="1291" y="143"/>
                  <a:pt x="1289" y="142"/>
                  <a:pt x="1288" y="142"/>
                </a:cubicBezTo>
                <a:cubicBezTo>
                  <a:pt x="1276" y="142"/>
                  <a:pt x="1270" y="150"/>
                  <a:pt x="1270" y="166"/>
                </a:cubicBezTo>
                <a:cubicBezTo>
                  <a:pt x="1270" y="204"/>
                  <a:pt x="1270" y="204"/>
                  <a:pt x="1270" y="204"/>
                </a:cubicBezTo>
                <a:cubicBezTo>
                  <a:pt x="1239" y="204"/>
                  <a:pt x="1239" y="204"/>
                  <a:pt x="1239" y="204"/>
                </a:cubicBezTo>
                <a:lnTo>
                  <a:pt x="1239" y="115"/>
                </a:lnTo>
                <a:close/>
                <a:moveTo>
                  <a:pt x="1195" y="150"/>
                </a:moveTo>
                <a:cubicBezTo>
                  <a:pt x="1195" y="145"/>
                  <a:pt x="1193" y="142"/>
                  <a:pt x="1191" y="139"/>
                </a:cubicBezTo>
                <a:cubicBezTo>
                  <a:pt x="1188" y="136"/>
                  <a:pt x="1184" y="135"/>
                  <a:pt x="1180" y="135"/>
                </a:cubicBezTo>
                <a:cubicBezTo>
                  <a:pt x="1172" y="135"/>
                  <a:pt x="1166" y="140"/>
                  <a:pt x="1164" y="150"/>
                </a:cubicBezTo>
                <a:lnTo>
                  <a:pt x="1195" y="150"/>
                </a:lnTo>
                <a:close/>
                <a:moveTo>
                  <a:pt x="1224" y="197"/>
                </a:moveTo>
                <a:cubicBezTo>
                  <a:pt x="1219" y="200"/>
                  <a:pt x="1214" y="203"/>
                  <a:pt x="1208" y="204"/>
                </a:cubicBezTo>
                <a:cubicBezTo>
                  <a:pt x="1201" y="206"/>
                  <a:pt x="1195" y="207"/>
                  <a:pt x="1188" y="207"/>
                </a:cubicBezTo>
                <a:cubicBezTo>
                  <a:pt x="1180" y="207"/>
                  <a:pt x="1172" y="206"/>
                  <a:pt x="1166" y="203"/>
                </a:cubicBezTo>
                <a:cubicBezTo>
                  <a:pt x="1159" y="201"/>
                  <a:pt x="1153" y="198"/>
                  <a:pt x="1149" y="194"/>
                </a:cubicBezTo>
                <a:cubicBezTo>
                  <a:pt x="1144" y="190"/>
                  <a:pt x="1141" y="185"/>
                  <a:pt x="1138" y="179"/>
                </a:cubicBezTo>
                <a:cubicBezTo>
                  <a:pt x="1136" y="173"/>
                  <a:pt x="1134" y="167"/>
                  <a:pt x="1134" y="160"/>
                </a:cubicBezTo>
                <a:cubicBezTo>
                  <a:pt x="1134" y="153"/>
                  <a:pt x="1136" y="146"/>
                  <a:pt x="1138" y="141"/>
                </a:cubicBezTo>
                <a:cubicBezTo>
                  <a:pt x="1140" y="135"/>
                  <a:pt x="1143" y="130"/>
                  <a:pt x="1147" y="126"/>
                </a:cubicBezTo>
                <a:cubicBezTo>
                  <a:pt x="1151" y="122"/>
                  <a:pt x="1156" y="118"/>
                  <a:pt x="1162" y="116"/>
                </a:cubicBezTo>
                <a:cubicBezTo>
                  <a:pt x="1168" y="114"/>
                  <a:pt x="1174" y="113"/>
                  <a:pt x="1181" y="113"/>
                </a:cubicBezTo>
                <a:cubicBezTo>
                  <a:pt x="1187" y="113"/>
                  <a:pt x="1193" y="114"/>
                  <a:pt x="1199" y="116"/>
                </a:cubicBezTo>
                <a:cubicBezTo>
                  <a:pt x="1204" y="118"/>
                  <a:pt x="1209" y="121"/>
                  <a:pt x="1212" y="125"/>
                </a:cubicBezTo>
                <a:cubicBezTo>
                  <a:pt x="1216" y="128"/>
                  <a:pt x="1219" y="133"/>
                  <a:pt x="1221" y="138"/>
                </a:cubicBezTo>
                <a:cubicBezTo>
                  <a:pt x="1223" y="144"/>
                  <a:pt x="1224" y="150"/>
                  <a:pt x="1224" y="157"/>
                </a:cubicBezTo>
                <a:cubicBezTo>
                  <a:pt x="1224" y="161"/>
                  <a:pt x="1224" y="165"/>
                  <a:pt x="1223" y="168"/>
                </a:cubicBezTo>
                <a:cubicBezTo>
                  <a:pt x="1165" y="168"/>
                  <a:pt x="1165" y="168"/>
                  <a:pt x="1165" y="168"/>
                </a:cubicBezTo>
                <a:cubicBezTo>
                  <a:pt x="1168" y="178"/>
                  <a:pt x="1176" y="183"/>
                  <a:pt x="1191" y="183"/>
                </a:cubicBezTo>
                <a:cubicBezTo>
                  <a:pt x="1194" y="183"/>
                  <a:pt x="1198" y="182"/>
                  <a:pt x="1203" y="181"/>
                </a:cubicBezTo>
                <a:cubicBezTo>
                  <a:pt x="1207" y="180"/>
                  <a:pt x="1211" y="179"/>
                  <a:pt x="1214" y="178"/>
                </a:cubicBezTo>
                <a:lnTo>
                  <a:pt x="1224" y="197"/>
                </a:lnTo>
                <a:close/>
                <a:moveTo>
                  <a:pt x="1077" y="148"/>
                </a:moveTo>
                <a:cubicBezTo>
                  <a:pt x="1062" y="103"/>
                  <a:pt x="1062" y="103"/>
                  <a:pt x="1062" y="103"/>
                </a:cubicBezTo>
                <a:cubicBezTo>
                  <a:pt x="1047" y="148"/>
                  <a:pt x="1047" y="148"/>
                  <a:pt x="1047" y="148"/>
                </a:cubicBezTo>
                <a:lnTo>
                  <a:pt x="1077" y="148"/>
                </a:lnTo>
                <a:close/>
                <a:moveTo>
                  <a:pt x="1046" y="73"/>
                </a:moveTo>
                <a:cubicBezTo>
                  <a:pt x="1081" y="73"/>
                  <a:pt x="1081" y="73"/>
                  <a:pt x="1081" y="73"/>
                </a:cubicBezTo>
                <a:cubicBezTo>
                  <a:pt x="1133" y="204"/>
                  <a:pt x="1133" y="204"/>
                  <a:pt x="1133" y="204"/>
                </a:cubicBezTo>
                <a:cubicBezTo>
                  <a:pt x="1096" y="204"/>
                  <a:pt x="1096" y="204"/>
                  <a:pt x="1096" y="204"/>
                </a:cubicBezTo>
                <a:cubicBezTo>
                  <a:pt x="1086" y="174"/>
                  <a:pt x="1086" y="174"/>
                  <a:pt x="1086" y="174"/>
                </a:cubicBezTo>
                <a:cubicBezTo>
                  <a:pt x="1039" y="174"/>
                  <a:pt x="1039" y="174"/>
                  <a:pt x="1039" y="174"/>
                </a:cubicBezTo>
                <a:cubicBezTo>
                  <a:pt x="1029" y="204"/>
                  <a:pt x="1029" y="204"/>
                  <a:pt x="1029" y="204"/>
                </a:cubicBezTo>
                <a:cubicBezTo>
                  <a:pt x="995" y="204"/>
                  <a:pt x="995" y="204"/>
                  <a:pt x="995" y="204"/>
                </a:cubicBezTo>
                <a:lnTo>
                  <a:pt x="1046" y="73"/>
                </a:lnTo>
                <a:close/>
                <a:moveTo>
                  <a:pt x="921" y="135"/>
                </a:moveTo>
                <a:cubicBezTo>
                  <a:pt x="914" y="135"/>
                  <a:pt x="911" y="137"/>
                  <a:pt x="911" y="140"/>
                </a:cubicBezTo>
                <a:cubicBezTo>
                  <a:pt x="911" y="142"/>
                  <a:pt x="912" y="144"/>
                  <a:pt x="914" y="145"/>
                </a:cubicBezTo>
                <a:cubicBezTo>
                  <a:pt x="916" y="146"/>
                  <a:pt x="919" y="147"/>
                  <a:pt x="924" y="148"/>
                </a:cubicBezTo>
                <a:cubicBezTo>
                  <a:pt x="935" y="151"/>
                  <a:pt x="943" y="154"/>
                  <a:pt x="948" y="159"/>
                </a:cubicBezTo>
                <a:cubicBezTo>
                  <a:pt x="952" y="164"/>
                  <a:pt x="955" y="170"/>
                  <a:pt x="955" y="179"/>
                </a:cubicBezTo>
                <a:cubicBezTo>
                  <a:pt x="955" y="187"/>
                  <a:pt x="951" y="194"/>
                  <a:pt x="944" y="199"/>
                </a:cubicBezTo>
                <a:cubicBezTo>
                  <a:pt x="937" y="204"/>
                  <a:pt x="928" y="207"/>
                  <a:pt x="915" y="207"/>
                </a:cubicBezTo>
                <a:cubicBezTo>
                  <a:pt x="908" y="207"/>
                  <a:pt x="901" y="206"/>
                  <a:pt x="895" y="204"/>
                </a:cubicBezTo>
                <a:cubicBezTo>
                  <a:pt x="888" y="203"/>
                  <a:pt x="883" y="201"/>
                  <a:pt x="880" y="198"/>
                </a:cubicBezTo>
                <a:cubicBezTo>
                  <a:pt x="890" y="180"/>
                  <a:pt x="890" y="180"/>
                  <a:pt x="890" y="180"/>
                </a:cubicBezTo>
                <a:cubicBezTo>
                  <a:pt x="893" y="181"/>
                  <a:pt x="897" y="182"/>
                  <a:pt x="901" y="183"/>
                </a:cubicBezTo>
                <a:cubicBezTo>
                  <a:pt x="905" y="184"/>
                  <a:pt x="909" y="184"/>
                  <a:pt x="913" y="184"/>
                </a:cubicBezTo>
                <a:cubicBezTo>
                  <a:pt x="920" y="184"/>
                  <a:pt x="924" y="182"/>
                  <a:pt x="924" y="179"/>
                </a:cubicBezTo>
                <a:cubicBezTo>
                  <a:pt x="924" y="178"/>
                  <a:pt x="924" y="177"/>
                  <a:pt x="924" y="176"/>
                </a:cubicBezTo>
                <a:cubicBezTo>
                  <a:pt x="923" y="176"/>
                  <a:pt x="923" y="175"/>
                  <a:pt x="922" y="175"/>
                </a:cubicBezTo>
                <a:cubicBezTo>
                  <a:pt x="921" y="174"/>
                  <a:pt x="919" y="173"/>
                  <a:pt x="918" y="173"/>
                </a:cubicBezTo>
                <a:cubicBezTo>
                  <a:pt x="916" y="172"/>
                  <a:pt x="914" y="172"/>
                  <a:pt x="911" y="171"/>
                </a:cubicBezTo>
                <a:cubicBezTo>
                  <a:pt x="906" y="170"/>
                  <a:pt x="901" y="168"/>
                  <a:pt x="897" y="166"/>
                </a:cubicBezTo>
                <a:cubicBezTo>
                  <a:pt x="893" y="164"/>
                  <a:pt x="890" y="162"/>
                  <a:pt x="888" y="160"/>
                </a:cubicBezTo>
                <a:cubicBezTo>
                  <a:pt x="885" y="157"/>
                  <a:pt x="884" y="155"/>
                  <a:pt x="883" y="152"/>
                </a:cubicBezTo>
                <a:cubicBezTo>
                  <a:pt x="881" y="148"/>
                  <a:pt x="881" y="145"/>
                  <a:pt x="881" y="141"/>
                </a:cubicBezTo>
                <a:cubicBezTo>
                  <a:pt x="881" y="132"/>
                  <a:pt x="884" y="125"/>
                  <a:pt x="891" y="120"/>
                </a:cubicBezTo>
                <a:cubicBezTo>
                  <a:pt x="898" y="115"/>
                  <a:pt x="907" y="113"/>
                  <a:pt x="919" y="113"/>
                </a:cubicBezTo>
                <a:cubicBezTo>
                  <a:pt x="925" y="113"/>
                  <a:pt x="931" y="113"/>
                  <a:pt x="936" y="115"/>
                </a:cubicBezTo>
                <a:cubicBezTo>
                  <a:pt x="942" y="116"/>
                  <a:pt x="947" y="117"/>
                  <a:pt x="951" y="120"/>
                </a:cubicBezTo>
                <a:cubicBezTo>
                  <a:pt x="948" y="142"/>
                  <a:pt x="948" y="142"/>
                  <a:pt x="948" y="142"/>
                </a:cubicBezTo>
                <a:cubicBezTo>
                  <a:pt x="943" y="140"/>
                  <a:pt x="939" y="138"/>
                  <a:pt x="934" y="137"/>
                </a:cubicBezTo>
                <a:cubicBezTo>
                  <a:pt x="929" y="136"/>
                  <a:pt x="925" y="135"/>
                  <a:pt x="921" y="135"/>
                </a:cubicBezTo>
                <a:moveTo>
                  <a:pt x="780" y="115"/>
                </a:moveTo>
                <a:cubicBezTo>
                  <a:pt x="810" y="115"/>
                  <a:pt x="810" y="115"/>
                  <a:pt x="810" y="115"/>
                </a:cubicBezTo>
                <a:cubicBezTo>
                  <a:pt x="810" y="126"/>
                  <a:pt x="810" y="126"/>
                  <a:pt x="810" y="126"/>
                </a:cubicBezTo>
                <a:cubicBezTo>
                  <a:pt x="812" y="122"/>
                  <a:pt x="816" y="119"/>
                  <a:pt x="820" y="116"/>
                </a:cubicBezTo>
                <a:cubicBezTo>
                  <a:pt x="825" y="114"/>
                  <a:pt x="830" y="113"/>
                  <a:pt x="836" y="113"/>
                </a:cubicBezTo>
                <a:cubicBezTo>
                  <a:pt x="846" y="113"/>
                  <a:pt x="853" y="116"/>
                  <a:pt x="859" y="122"/>
                </a:cubicBezTo>
                <a:cubicBezTo>
                  <a:pt x="864" y="128"/>
                  <a:pt x="866" y="138"/>
                  <a:pt x="866" y="150"/>
                </a:cubicBezTo>
                <a:cubicBezTo>
                  <a:pt x="866" y="204"/>
                  <a:pt x="866" y="204"/>
                  <a:pt x="866" y="204"/>
                </a:cubicBezTo>
                <a:cubicBezTo>
                  <a:pt x="836" y="204"/>
                  <a:pt x="836" y="204"/>
                  <a:pt x="836" y="204"/>
                </a:cubicBezTo>
                <a:cubicBezTo>
                  <a:pt x="836" y="156"/>
                  <a:pt x="836" y="156"/>
                  <a:pt x="836" y="156"/>
                </a:cubicBezTo>
                <a:cubicBezTo>
                  <a:pt x="836" y="145"/>
                  <a:pt x="832" y="140"/>
                  <a:pt x="824" y="140"/>
                </a:cubicBezTo>
                <a:cubicBezTo>
                  <a:pt x="819" y="140"/>
                  <a:pt x="816" y="142"/>
                  <a:pt x="814" y="144"/>
                </a:cubicBezTo>
                <a:cubicBezTo>
                  <a:pt x="812" y="147"/>
                  <a:pt x="810" y="152"/>
                  <a:pt x="810" y="157"/>
                </a:cubicBezTo>
                <a:cubicBezTo>
                  <a:pt x="810" y="204"/>
                  <a:pt x="810" y="204"/>
                  <a:pt x="810" y="204"/>
                </a:cubicBezTo>
                <a:cubicBezTo>
                  <a:pt x="780" y="204"/>
                  <a:pt x="780" y="204"/>
                  <a:pt x="780" y="204"/>
                </a:cubicBezTo>
                <a:lnTo>
                  <a:pt x="780" y="115"/>
                </a:lnTo>
                <a:close/>
                <a:moveTo>
                  <a:pt x="729" y="115"/>
                </a:moveTo>
                <a:cubicBezTo>
                  <a:pt x="760" y="115"/>
                  <a:pt x="760" y="115"/>
                  <a:pt x="760" y="115"/>
                </a:cubicBezTo>
                <a:cubicBezTo>
                  <a:pt x="760" y="204"/>
                  <a:pt x="760" y="204"/>
                  <a:pt x="760" y="204"/>
                </a:cubicBezTo>
                <a:cubicBezTo>
                  <a:pt x="729" y="204"/>
                  <a:pt x="729" y="204"/>
                  <a:pt x="729" y="204"/>
                </a:cubicBezTo>
                <a:lnTo>
                  <a:pt x="729" y="115"/>
                </a:lnTo>
                <a:close/>
                <a:moveTo>
                  <a:pt x="744" y="101"/>
                </a:moveTo>
                <a:cubicBezTo>
                  <a:pt x="739" y="101"/>
                  <a:pt x="735" y="100"/>
                  <a:pt x="732" y="97"/>
                </a:cubicBezTo>
                <a:cubicBezTo>
                  <a:pt x="729" y="94"/>
                  <a:pt x="727" y="90"/>
                  <a:pt x="727" y="85"/>
                </a:cubicBezTo>
                <a:cubicBezTo>
                  <a:pt x="727" y="80"/>
                  <a:pt x="729" y="76"/>
                  <a:pt x="732" y="73"/>
                </a:cubicBezTo>
                <a:cubicBezTo>
                  <a:pt x="735" y="70"/>
                  <a:pt x="739" y="68"/>
                  <a:pt x="744" y="68"/>
                </a:cubicBezTo>
                <a:cubicBezTo>
                  <a:pt x="749" y="68"/>
                  <a:pt x="753" y="70"/>
                  <a:pt x="757" y="73"/>
                </a:cubicBezTo>
                <a:cubicBezTo>
                  <a:pt x="760" y="76"/>
                  <a:pt x="762" y="80"/>
                  <a:pt x="762" y="85"/>
                </a:cubicBezTo>
                <a:cubicBezTo>
                  <a:pt x="762" y="90"/>
                  <a:pt x="760" y="94"/>
                  <a:pt x="757" y="97"/>
                </a:cubicBezTo>
                <a:cubicBezTo>
                  <a:pt x="753" y="100"/>
                  <a:pt x="749" y="101"/>
                  <a:pt x="744" y="101"/>
                </a:cubicBezTo>
                <a:moveTo>
                  <a:pt x="676" y="73"/>
                </a:moveTo>
                <a:cubicBezTo>
                  <a:pt x="707" y="73"/>
                  <a:pt x="707" y="73"/>
                  <a:pt x="707" y="73"/>
                </a:cubicBezTo>
                <a:cubicBezTo>
                  <a:pt x="707" y="204"/>
                  <a:pt x="707" y="204"/>
                  <a:pt x="707" y="204"/>
                </a:cubicBezTo>
                <a:cubicBezTo>
                  <a:pt x="676" y="204"/>
                  <a:pt x="676" y="204"/>
                  <a:pt x="676" y="204"/>
                </a:cubicBezTo>
                <a:lnTo>
                  <a:pt x="676" y="73"/>
                </a:lnTo>
                <a:close/>
                <a:moveTo>
                  <a:pt x="625" y="73"/>
                </a:moveTo>
                <a:cubicBezTo>
                  <a:pt x="656" y="73"/>
                  <a:pt x="656" y="73"/>
                  <a:pt x="656" y="73"/>
                </a:cubicBezTo>
                <a:cubicBezTo>
                  <a:pt x="656" y="204"/>
                  <a:pt x="656" y="204"/>
                  <a:pt x="656" y="204"/>
                </a:cubicBezTo>
                <a:cubicBezTo>
                  <a:pt x="625" y="204"/>
                  <a:pt x="625" y="204"/>
                  <a:pt x="625" y="204"/>
                </a:cubicBezTo>
                <a:lnTo>
                  <a:pt x="625" y="73"/>
                </a:lnTo>
                <a:close/>
                <a:moveTo>
                  <a:pt x="564" y="181"/>
                </a:moveTo>
                <a:cubicBezTo>
                  <a:pt x="570" y="181"/>
                  <a:pt x="574" y="179"/>
                  <a:pt x="578" y="175"/>
                </a:cubicBezTo>
                <a:cubicBezTo>
                  <a:pt x="581" y="171"/>
                  <a:pt x="583" y="166"/>
                  <a:pt x="583" y="160"/>
                </a:cubicBezTo>
                <a:cubicBezTo>
                  <a:pt x="583" y="153"/>
                  <a:pt x="581" y="148"/>
                  <a:pt x="578" y="144"/>
                </a:cubicBezTo>
                <a:cubicBezTo>
                  <a:pt x="574" y="140"/>
                  <a:pt x="570" y="139"/>
                  <a:pt x="564" y="139"/>
                </a:cubicBezTo>
                <a:cubicBezTo>
                  <a:pt x="558" y="139"/>
                  <a:pt x="553" y="140"/>
                  <a:pt x="550" y="144"/>
                </a:cubicBezTo>
                <a:cubicBezTo>
                  <a:pt x="546" y="148"/>
                  <a:pt x="544" y="153"/>
                  <a:pt x="544" y="160"/>
                </a:cubicBezTo>
                <a:cubicBezTo>
                  <a:pt x="544" y="166"/>
                  <a:pt x="546" y="171"/>
                  <a:pt x="550" y="175"/>
                </a:cubicBezTo>
                <a:cubicBezTo>
                  <a:pt x="553" y="179"/>
                  <a:pt x="558" y="181"/>
                  <a:pt x="564" y="181"/>
                </a:cubicBezTo>
                <a:moveTo>
                  <a:pt x="564" y="207"/>
                </a:moveTo>
                <a:cubicBezTo>
                  <a:pt x="557" y="207"/>
                  <a:pt x="550" y="205"/>
                  <a:pt x="544" y="203"/>
                </a:cubicBezTo>
                <a:cubicBezTo>
                  <a:pt x="538" y="200"/>
                  <a:pt x="533" y="197"/>
                  <a:pt x="529" y="192"/>
                </a:cubicBezTo>
                <a:cubicBezTo>
                  <a:pt x="524" y="188"/>
                  <a:pt x="521" y="183"/>
                  <a:pt x="518" y="177"/>
                </a:cubicBezTo>
                <a:cubicBezTo>
                  <a:pt x="516" y="171"/>
                  <a:pt x="515" y="164"/>
                  <a:pt x="515" y="158"/>
                </a:cubicBezTo>
                <a:cubicBezTo>
                  <a:pt x="515" y="151"/>
                  <a:pt x="516" y="145"/>
                  <a:pt x="518" y="139"/>
                </a:cubicBezTo>
                <a:cubicBezTo>
                  <a:pt x="521" y="134"/>
                  <a:pt x="524" y="129"/>
                  <a:pt x="529" y="125"/>
                </a:cubicBezTo>
                <a:cubicBezTo>
                  <a:pt x="533" y="121"/>
                  <a:pt x="538" y="118"/>
                  <a:pt x="544" y="116"/>
                </a:cubicBezTo>
                <a:cubicBezTo>
                  <a:pt x="550" y="114"/>
                  <a:pt x="557" y="113"/>
                  <a:pt x="564" y="113"/>
                </a:cubicBezTo>
                <a:cubicBezTo>
                  <a:pt x="571" y="113"/>
                  <a:pt x="577" y="114"/>
                  <a:pt x="583" y="116"/>
                </a:cubicBezTo>
                <a:cubicBezTo>
                  <a:pt x="589" y="118"/>
                  <a:pt x="594" y="122"/>
                  <a:pt x="599" y="126"/>
                </a:cubicBezTo>
                <a:cubicBezTo>
                  <a:pt x="603" y="130"/>
                  <a:pt x="606" y="135"/>
                  <a:pt x="609" y="141"/>
                </a:cubicBezTo>
                <a:cubicBezTo>
                  <a:pt x="611" y="147"/>
                  <a:pt x="612" y="153"/>
                  <a:pt x="612" y="160"/>
                </a:cubicBezTo>
                <a:cubicBezTo>
                  <a:pt x="612" y="166"/>
                  <a:pt x="611" y="173"/>
                  <a:pt x="609" y="178"/>
                </a:cubicBezTo>
                <a:cubicBezTo>
                  <a:pt x="606" y="184"/>
                  <a:pt x="603" y="189"/>
                  <a:pt x="599" y="193"/>
                </a:cubicBezTo>
                <a:cubicBezTo>
                  <a:pt x="594" y="197"/>
                  <a:pt x="589" y="201"/>
                  <a:pt x="583" y="203"/>
                </a:cubicBezTo>
                <a:cubicBezTo>
                  <a:pt x="577" y="205"/>
                  <a:pt x="571" y="207"/>
                  <a:pt x="564" y="207"/>
                </a:cubicBezTo>
                <a:moveTo>
                  <a:pt x="507" y="192"/>
                </a:moveTo>
                <a:cubicBezTo>
                  <a:pt x="501" y="196"/>
                  <a:pt x="494" y="200"/>
                  <a:pt x="486" y="202"/>
                </a:cubicBezTo>
                <a:cubicBezTo>
                  <a:pt x="478" y="205"/>
                  <a:pt x="469" y="206"/>
                  <a:pt x="460" y="206"/>
                </a:cubicBezTo>
                <a:cubicBezTo>
                  <a:pt x="450" y="206"/>
                  <a:pt x="440" y="204"/>
                  <a:pt x="432" y="201"/>
                </a:cubicBezTo>
                <a:cubicBezTo>
                  <a:pt x="424" y="198"/>
                  <a:pt x="417" y="194"/>
                  <a:pt x="411" y="188"/>
                </a:cubicBezTo>
                <a:cubicBezTo>
                  <a:pt x="405" y="183"/>
                  <a:pt x="401" y="176"/>
                  <a:pt x="398" y="167"/>
                </a:cubicBezTo>
                <a:cubicBezTo>
                  <a:pt x="394" y="159"/>
                  <a:pt x="393" y="150"/>
                  <a:pt x="393" y="139"/>
                </a:cubicBezTo>
                <a:cubicBezTo>
                  <a:pt x="393" y="129"/>
                  <a:pt x="395" y="120"/>
                  <a:pt x="398" y="112"/>
                </a:cubicBezTo>
                <a:cubicBezTo>
                  <a:pt x="402" y="104"/>
                  <a:pt x="406" y="96"/>
                  <a:pt x="413" y="90"/>
                </a:cubicBezTo>
                <a:cubicBezTo>
                  <a:pt x="419" y="85"/>
                  <a:pt x="427" y="80"/>
                  <a:pt x="435" y="77"/>
                </a:cubicBezTo>
                <a:cubicBezTo>
                  <a:pt x="444" y="73"/>
                  <a:pt x="454" y="72"/>
                  <a:pt x="464" y="72"/>
                </a:cubicBezTo>
                <a:cubicBezTo>
                  <a:pt x="468" y="72"/>
                  <a:pt x="472" y="72"/>
                  <a:pt x="476" y="72"/>
                </a:cubicBezTo>
                <a:cubicBezTo>
                  <a:pt x="480" y="73"/>
                  <a:pt x="484" y="74"/>
                  <a:pt x="487" y="75"/>
                </a:cubicBezTo>
                <a:cubicBezTo>
                  <a:pt x="491" y="76"/>
                  <a:pt x="495" y="77"/>
                  <a:pt x="498" y="78"/>
                </a:cubicBezTo>
                <a:cubicBezTo>
                  <a:pt x="501" y="79"/>
                  <a:pt x="504" y="81"/>
                  <a:pt x="507" y="82"/>
                </a:cubicBezTo>
                <a:cubicBezTo>
                  <a:pt x="493" y="109"/>
                  <a:pt x="493" y="109"/>
                  <a:pt x="493" y="109"/>
                </a:cubicBezTo>
                <a:cubicBezTo>
                  <a:pt x="490" y="108"/>
                  <a:pt x="488" y="107"/>
                  <a:pt x="486" y="106"/>
                </a:cubicBezTo>
                <a:cubicBezTo>
                  <a:pt x="484" y="105"/>
                  <a:pt x="482" y="104"/>
                  <a:pt x="480" y="104"/>
                </a:cubicBezTo>
                <a:cubicBezTo>
                  <a:pt x="478" y="103"/>
                  <a:pt x="476" y="103"/>
                  <a:pt x="474" y="102"/>
                </a:cubicBezTo>
                <a:cubicBezTo>
                  <a:pt x="472" y="102"/>
                  <a:pt x="469" y="102"/>
                  <a:pt x="466" y="102"/>
                </a:cubicBezTo>
                <a:cubicBezTo>
                  <a:pt x="455" y="102"/>
                  <a:pt x="445" y="105"/>
                  <a:pt x="439" y="112"/>
                </a:cubicBezTo>
                <a:cubicBezTo>
                  <a:pt x="432" y="118"/>
                  <a:pt x="428" y="127"/>
                  <a:pt x="428" y="139"/>
                </a:cubicBezTo>
                <a:cubicBezTo>
                  <a:pt x="428" y="144"/>
                  <a:pt x="429" y="149"/>
                  <a:pt x="431" y="154"/>
                </a:cubicBezTo>
                <a:cubicBezTo>
                  <a:pt x="433" y="158"/>
                  <a:pt x="435" y="162"/>
                  <a:pt x="438" y="165"/>
                </a:cubicBezTo>
                <a:cubicBezTo>
                  <a:pt x="441" y="168"/>
                  <a:pt x="445" y="171"/>
                  <a:pt x="449" y="173"/>
                </a:cubicBezTo>
                <a:cubicBezTo>
                  <a:pt x="454" y="175"/>
                  <a:pt x="459" y="175"/>
                  <a:pt x="464" y="175"/>
                </a:cubicBezTo>
                <a:cubicBezTo>
                  <a:pt x="469" y="175"/>
                  <a:pt x="474" y="175"/>
                  <a:pt x="479" y="173"/>
                </a:cubicBezTo>
                <a:cubicBezTo>
                  <a:pt x="484" y="171"/>
                  <a:pt x="489" y="168"/>
                  <a:pt x="493" y="165"/>
                </a:cubicBezTo>
                <a:lnTo>
                  <a:pt x="507" y="192"/>
                </a:lnTo>
                <a:close/>
                <a:moveTo>
                  <a:pt x="126" y="2"/>
                </a:moveTo>
                <a:cubicBezTo>
                  <a:pt x="130" y="1"/>
                  <a:pt x="133" y="1"/>
                  <a:pt x="137" y="0"/>
                </a:cubicBezTo>
                <a:cubicBezTo>
                  <a:pt x="154" y="95"/>
                  <a:pt x="154" y="95"/>
                  <a:pt x="154" y="95"/>
                </a:cubicBezTo>
                <a:cubicBezTo>
                  <a:pt x="150" y="96"/>
                  <a:pt x="146" y="96"/>
                  <a:pt x="143" y="97"/>
                </a:cubicBezTo>
                <a:lnTo>
                  <a:pt x="126" y="2"/>
                </a:lnTo>
                <a:close/>
                <a:moveTo>
                  <a:pt x="122" y="107"/>
                </a:moveTo>
                <a:cubicBezTo>
                  <a:pt x="126" y="105"/>
                  <a:pt x="129" y="102"/>
                  <a:pt x="133" y="101"/>
                </a:cubicBezTo>
                <a:cubicBezTo>
                  <a:pt x="85" y="17"/>
                  <a:pt x="85" y="17"/>
                  <a:pt x="85" y="17"/>
                </a:cubicBezTo>
                <a:cubicBezTo>
                  <a:pt x="82" y="19"/>
                  <a:pt x="78" y="21"/>
                  <a:pt x="74" y="24"/>
                </a:cubicBezTo>
                <a:lnTo>
                  <a:pt x="122" y="107"/>
                </a:lnTo>
                <a:close/>
                <a:moveTo>
                  <a:pt x="95" y="160"/>
                </a:moveTo>
                <a:cubicBezTo>
                  <a:pt x="95" y="156"/>
                  <a:pt x="95" y="153"/>
                  <a:pt x="96" y="149"/>
                </a:cubicBezTo>
                <a:cubicBezTo>
                  <a:pt x="0" y="149"/>
                  <a:pt x="0" y="149"/>
                  <a:pt x="0" y="149"/>
                </a:cubicBezTo>
                <a:cubicBezTo>
                  <a:pt x="0" y="152"/>
                  <a:pt x="0" y="156"/>
                  <a:pt x="0" y="159"/>
                </a:cubicBezTo>
                <a:cubicBezTo>
                  <a:pt x="0" y="162"/>
                  <a:pt x="0" y="165"/>
                  <a:pt x="0" y="169"/>
                </a:cubicBezTo>
                <a:cubicBezTo>
                  <a:pt x="95" y="169"/>
                  <a:pt x="95" y="169"/>
                  <a:pt x="95" y="169"/>
                </a:cubicBezTo>
                <a:cubicBezTo>
                  <a:pt x="95" y="166"/>
                  <a:pt x="95" y="163"/>
                  <a:pt x="95" y="160"/>
                </a:cubicBezTo>
                <a:moveTo>
                  <a:pt x="224" y="160"/>
                </a:moveTo>
                <a:cubicBezTo>
                  <a:pt x="224" y="195"/>
                  <a:pt x="195" y="224"/>
                  <a:pt x="159" y="224"/>
                </a:cubicBezTo>
                <a:cubicBezTo>
                  <a:pt x="128" y="224"/>
                  <a:pt x="101" y="201"/>
                  <a:pt x="96" y="171"/>
                </a:cubicBezTo>
                <a:cubicBezTo>
                  <a:pt x="6" y="203"/>
                  <a:pt x="6" y="203"/>
                  <a:pt x="6" y="203"/>
                </a:cubicBezTo>
                <a:cubicBezTo>
                  <a:pt x="8" y="210"/>
                  <a:pt x="11" y="217"/>
                  <a:pt x="14" y="224"/>
                </a:cubicBezTo>
                <a:cubicBezTo>
                  <a:pt x="103" y="191"/>
                  <a:pt x="103" y="191"/>
                  <a:pt x="103" y="191"/>
                </a:cubicBezTo>
                <a:cubicBezTo>
                  <a:pt x="30" y="253"/>
                  <a:pt x="30" y="253"/>
                  <a:pt x="30" y="253"/>
                </a:cubicBezTo>
                <a:cubicBezTo>
                  <a:pt x="34" y="259"/>
                  <a:pt x="40" y="265"/>
                  <a:pt x="45" y="271"/>
                </a:cubicBezTo>
                <a:cubicBezTo>
                  <a:pt x="113" y="213"/>
                  <a:pt x="113" y="213"/>
                  <a:pt x="113" y="213"/>
                </a:cubicBezTo>
                <a:cubicBezTo>
                  <a:pt x="69" y="291"/>
                  <a:pt x="69" y="291"/>
                  <a:pt x="69" y="291"/>
                </a:cubicBezTo>
                <a:cubicBezTo>
                  <a:pt x="76" y="296"/>
                  <a:pt x="83" y="300"/>
                  <a:pt x="91" y="304"/>
                </a:cubicBezTo>
                <a:cubicBezTo>
                  <a:pt x="133" y="231"/>
                  <a:pt x="133" y="231"/>
                  <a:pt x="133" y="231"/>
                </a:cubicBezTo>
                <a:cubicBezTo>
                  <a:pt x="118" y="314"/>
                  <a:pt x="118" y="314"/>
                  <a:pt x="118" y="314"/>
                </a:cubicBezTo>
                <a:cubicBezTo>
                  <a:pt x="127" y="317"/>
                  <a:pt x="136" y="318"/>
                  <a:pt x="146" y="319"/>
                </a:cubicBezTo>
                <a:cubicBezTo>
                  <a:pt x="159" y="241"/>
                  <a:pt x="159" y="241"/>
                  <a:pt x="159" y="241"/>
                </a:cubicBezTo>
                <a:cubicBezTo>
                  <a:pt x="173" y="319"/>
                  <a:pt x="173" y="319"/>
                  <a:pt x="173" y="319"/>
                </a:cubicBezTo>
                <a:cubicBezTo>
                  <a:pt x="183" y="318"/>
                  <a:pt x="192" y="317"/>
                  <a:pt x="202" y="314"/>
                </a:cubicBezTo>
                <a:cubicBezTo>
                  <a:pt x="189" y="242"/>
                  <a:pt x="189" y="242"/>
                  <a:pt x="189" y="242"/>
                </a:cubicBezTo>
                <a:cubicBezTo>
                  <a:pt x="225" y="305"/>
                  <a:pt x="225" y="305"/>
                  <a:pt x="225" y="305"/>
                </a:cubicBezTo>
                <a:cubicBezTo>
                  <a:pt x="235" y="301"/>
                  <a:pt x="245" y="295"/>
                  <a:pt x="253" y="289"/>
                </a:cubicBezTo>
                <a:cubicBezTo>
                  <a:pt x="220" y="231"/>
                  <a:pt x="220" y="231"/>
                  <a:pt x="220" y="231"/>
                </a:cubicBezTo>
                <a:cubicBezTo>
                  <a:pt x="271" y="274"/>
                  <a:pt x="271" y="274"/>
                  <a:pt x="271" y="274"/>
                </a:cubicBezTo>
                <a:cubicBezTo>
                  <a:pt x="279" y="266"/>
                  <a:pt x="286" y="257"/>
                  <a:pt x="293" y="247"/>
                </a:cubicBezTo>
                <a:cubicBezTo>
                  <a:pt x="247" y="209"/>
                  <a:pt x="247" y="209"/>
                  <a:pt x="247" y="209"/>
                </a:cubicBezTo>
                <a:cubicBezTo>
                  <a:pt x="303" y="229"/>
                  <a:pt x="303" y="229"/>
                  <a:pt x="303" y="229"/>
                </a:cubicBezTo>
                <a:cubicBezTo>
                  <a:pt x="308" y="219"/>
                  <a:pt x="312" y="207"/>
                  <a:pt x="315" y="195"/>
                </a:cubicBezTo>
                <a:cubicBezTo>
                  <a:pt x="266" y="177"/>
                  <a:pt x="266" y="177"/>
                  <a:pt x="266" y="177"/>
                </a:cubicBezTo>
                <a:cubicBezTo>
                  <a:pt x="318" y="177"/>
                  <a:pt x="318" y="177"/>
                  <a:pt x="318" y="177"/>
                </a:cubicBezTo>
                <a:cubicBezTo>
                  <a:pt x="319" y="171"/>
                  <a:pt x="319" y="165"/>
                  <a:pt x="319" y="159"/>
                </a:cubicBezTo>
                <a:cubicBezTo>
                  <a:pt x="319" y="152"/>
                  <a:pt x="318" y="145"/>
                  <a:pt x="317" y="138"/>
                </a:cubicBezTo>
                <a:cubicBezTo>
                  <a:pt x="220" y="138"/>
                  <a:pt x="220" y="138"/>
                  <a:pt x="220" y="138"/>
                </a:cubicBezTo>
                <a:cubicBezTo>
                  <a:pt x="223" y="145"/>
                  <a:pt x="224" y="152"/>
                  <a:pt x="224" y="160"/>
                </a:cubicBezTo>
                <a:moveTo>
                  <a:pt x="97" y="145"/>
                </a:moveTo>
                <a:cubicBezTo>
                  <a:pt x="98" y="139"/>
                  <a:pt x="100" y="134"/>
                  <a:pt x="103" y="129"/>
                </a:cubicBezTo>
                <a:cubicBezTo>
                  <a:pt x="13" y="96"/>
                  <a:pt x="13" y="96"/>
                  <a:pt x="13" y="96"/>
                </a:cubicBezTo>
                <a:cubicBezTo>
                  <a:pt x="11" y="101"/>
                  <a:pt x="9" y="107"/>
                  <a:pt x="7" y="112"/>
                </a:cubicBezTo>
                <a:lnTo>
                  <a:pt x="97" y="145"/>
                </a:lnTo>
                <a:close/>
                <a:moveTo>
                  <a:pt x="280" y="54"/>
                </a:moveTo>
                <a:cubicBezTo>
                  <a:pt x="207" y="115"/>
                  <a:pt x="207" y="115"/>
                  <a:pt x="207" y="115"/>
                </a:cubicBezTo>
                <a:cubicBezTo>
                  <a:pt x="208" y="117"/>
                  <a:pt x="210" y="119"/>
                  <a:pt x="212" y="121"/>
                </a:cubicBezTo>
                <a:cubicBezTo>
                  <a:pt x="285" y="60"/>
                  <a:pt x="285" y="60"/>
                  <a:pt x="285" y="60"/>
                </a:cubicBezTo>
                <a:cubicBezTo>
                  <a:pt x="283" y="58"/>
                  <a:pt x="281" y="56"/>
                  <a:pt x="280" y="54"/>
                </a:cubicBezTo>
                <a:moveTo>
                  <a:pt x="243" y="23"/>
                </a:moveTo>
                <a:cubicBezTo>
                  <a:pt x="241" y="21"/>
                  <a:pt x="238" y="20"/>
                  <a:pt x="236" y="18"/>
                </a:cubicBezTo>
                <a:cubicBezTo>
                  <a:pt x="188" y="102"/>
                  <a:pt x="188" y="102"/>
                  <a:pt x="188" y="102"/>
                </a:cubicBezTo>
                <a:cubicBezTo>
                  <a:pt x="190" y="103"/>
                  <a:pt x="193" y="104"/>
                  <a:pt x="196" y="106"/>
                </a:cubicBezTo>
                <a:lnTo>
                  <a:pt x="243" y="23"/>
                </a:lnTo>
                <a:close/>
                <a:moveTo>
                  <a:pt x="116" y="112"/>
                </a:moveTo>
                <a:cubicBezTo>
                  <a:pt x="42" y="50"/>
                  <a:pt x="42" y="50"/>
                  <a:pt x="42" y="50"/>
                </a:cubicBezTo>
                <a:cubicBezTo>
                  <a:pt x="39" y="54"/>
                  <a:pt x="36" y="58"/>
                  <a:pt x="33" y="62"/>
                </a:cubicBezTo>
                <a:cubicBezTo>
                  <a:pt x="106" y="124"/>
                  <a:pt x="106" y="124"/>
                  <a:pt x="106" y="124"/>
                </a:cubicBezTo>
                <a:cubicBezTo>
                  <a:pt x="109" y="119"/>
                  <a:pt x="112" y="116"/>
                  <a:pt x="116" y="112"/>
                </a:cubicBezTo>
                <a:moveTo>
                  <a:pt x="166" y="95"/>
                </a:moveTo>
                <a:cubicBezTo>
                  <a:pt x="169" y="96"/>
                  <a:pt x="172" y="96"/>
                  <a:pt x="175" y="97"/>
                </a:cubicBezTo>
                <a:cubicBezTo>
                  <a:pt x="192" y="2"/>
                  <a:pt x="192" y="2"/>
                  <a:pt x="192" y="2"/>
                </a:cubicBezTo>
                <a:cubicBezTo>
                  <a:pt x="189" y="1"/>
                  <a:pt x="186" y="1"/>
                  <a:pt x="183" y="0"/>
                </a:cubicBezTo>
                <a:lnTo>
                  <a:pt x="166" y="95"/>
                </a:lnTo>
                <a:close/>
              </a:path>
            </a:pathLst>
          </a:custGeom>
          <a:solidFill>
            <a:schemeClr val="tx1"/>
          </a:solidFill>
          <a:ln>
            <a:noFill/>
          </a:ln>
        </p:spPr>
        <p:txBody>
          <a:bodyPr vert="horz" wrap="square" lIns="121920" tIns="60960" rIns="121920" bIns="60960" numCol="1" anchor="t" anchorCtr="0" compatLnSpc="1">
            <a:prstTxWarp prst="textNoShape">
              <a:avLst/>
            </a:prstTxWarp>
          </a:bodyPr>
          <a:lstStyle/>
          <a:p>
            <a:endParaRPr lang="en-US" sz="2400"/>
          </a:p>
        </p:txBody>
      </p:sp>
    </p:spTree>
    <p:extLst>
      <p:ext uri="{BB962C8B-B14F-4D97-AF65-F5344CB8AC3E}">
        <p14:creationId xmlns:p14="http://schemas.microsoft.com/office/powerpoint/2010/main" val="362385252"/>
      </p:ext>
    </p:extLst>
  </p:cSld>
  <p:clrMap bg1="dk1" tx1="lt1" bg2="dk2" tx2="lt2" accent1="accent1" accent2="accent2" accent3="accent3" accent4="accent4" accent5="accent5" accent6="accent6" hlink="hlink" folHlink="folHlink"/>
  <p:sldLayoutIdLst>
    <p:sldLayoutId id="2147483833" r:id="rId1"/>
    <p:sldLayoutId id="2147483834" r:id="rId2"/>
    <p:sldLayoutId id="2147483835" r:id="rId3"/>
    <p:sldLayoutId id="2147483836" r:id="rId4"/>
    <p:sldLayoutId id="2147483837" r:id="rId5"/>
    <p:sldLayoutId id="2147483838" r:id="rId6"/>
    <p:sldLayoutId id="2147483839" r:id="rId7"/>
    <p:sldLayoutId id="2147483840" r:id="rId8"/>
    <p:sldLayoutId id="2147483841" r:id="rId9"/>
    <p:sldLayoutId id="2147483842" r:id="rId10"/>
    <p:sldLayoutId id="2147483843" r:id="rId11"/>
    <p:sldLayoutId id="2147483844" r:id="rId12"/>
    <p:sldLayoutId id="2147483845" r:id="rId13"/>
    <p:sldLayoutId id="2147483846" r:id="rId14"/>
    <p:sldLayoutId id="2147483847" r:id="rId15"/>
    <p:sldLayoutId id="2147483848" r:id="rId16"/>
    <p:sldLayoutId id="2147483849" r:id="rId17"/>
    <p:sldLayoutId id="2147483850" r:id="rId18"/>
    <p:sldLayoutId id="2147483851" r:id="rId19"/>
    <p:sldLayoutId id="2147483852" r:id="rId20"/>
    <p:sldLayoutId id="2147483853" r:id="rId21"/>
    <p:sldLayoutId id="2147483854" r:id="rId22"/>
    <p:sldLayoutId id="2147483855" r:id="rId23"/>
    <p:sldLayoutId id="2147483856" r:id="rId24"/>
    <p:sldLayoutId id="2147483857" r:id="rId25"/>
    <p:sldLayoutId id="2147483858" r:id="rId26"/>
    <p:sldLayoutId id="2147483859" r:id="rId27"/>
    <p:sldLayoutId id="2147483860" r:id="rId28"/>
    <p:sldLayoutId id="2147483861" r:id="rId29"/>
    <p:sldLayoutId id="2147483862" r:id="rId30"/>
    <p:sldLayoutId id="2147483863" r:id="rId31"/>
    <p:sldLayoutId id="2147483865" r:id="rId32"/>
  </p:sldLayoutIdLst>
  <p:transition>
    <p:wipe dir="r"/>
  </p:transition>
  <p:hf sldNum="0" hdr="0" dt="0"/>
  <p:txStyles>
    <p:titleStyle>
      <a:lvl1pPr algn="l" defTabSz="609555" rtl="0" eaLnBrk="1" latinLnBrk="0" hangingPunct="1">
        <a:spcBef>
          <a:spcPct val="0"/>
        </a:spcBef>
        <a:buNone/>
        <a:defRPr sz="3200" b="0" i="0" kern="1200" cap="all" spc="400" baseline="0">
          <a:solidFill>
            <a:schemeClr val="tx1"/>
          </a:solidFill>
          <a:latin typeface="Arial" panose="020B0604020202020204" pitchFamily="34" charset="0"/>
          <a:ea typeface="+mj-ea"/>
          <a:cs typeface="Arial" panose="020B0604020202020204" pitchFamily="34" charset="0"/>
        </a:defRPr>
      </a:lvl1pPr>
    </p:titleStyle>
    <p:bodyStyle>
      <a:lvl1pPr marL="311143" indent="-311143" algn="l" defTabSz="609555" rtl="0" eaLnBrk="1" latinLnBrk="0" hangingPunct="1">
        <a:spcBef>
          <a:spcPct val="20000"/>
        </a:spcBef>
        <a:buClr>
          <a:schemeClr val="accent1"/>
        </a:buClr>
        <a:buFont typeface="Arial" panose="020B0604020202020204" pitchFamily="34" charset="0"/>
        <a:buChar char="•"/>
        <a:tabLst/>
        <a:defRPr sz="2133" kern="1200">
          <a:solidFill>
            <a:schemeClr val="tx1"/>
          </a:solidFill>
          <a:latin typeface="Arial" panose="020B0604020202020204" pitchFamily="34" charset="0"/>
          <a:ea typeface="+mn-ea"/>
          <a:cs typeface="Arial" panose="020B0604020202020204" pitchFamily="34" charset="0"/>
        </a:defRPr>
      </a:lvl1pPr>
      <a:lvl2pPr marL="914377" indent="-300559" algn="l" defTabSz="609555" rtl="0" eaLnBrk="1" latinLnBrk="0" hangingPunct="1">
        <a:spcBef>
          <a:spcPct val="20000"/>
        </a:spcBef>
        <a:buClr>
          <a:schemeClr val="accent1"/>
        </a:buClr>
        <a:buFont typeface="Arial" panose="020B0604020202020204" pitchFamily="34" charset="0"/>
        <a:buChar char="•"/>
        <a:tabLst/>
        <a:defRPr sz="1867" kern="1200">
          <a:solidFill>
            <a:schemeClr val="tx1"/>
          </a:solidFill>
          <a:latin typeface="Arial" panose="020B0604020202020204" pitchFamily="34" charset="0"/>
          <a:ea typeface="+mn-ea"/>
          <a:cs typeface="Arial" panose="020B0604020202020204" pitchFamily="34" charset="0"/>
        </a:defRPr>
      </a:lvl2pPr>
      <a:lvl3pPr marL="1523887" indent="-304776" algn="l" defTabSz="609555" rtl="0" eaLnBrk="1" latinLnBrk="0" hangingPunct="1">
        <a:spcBef>
          <a:spcPct val="20000"/>
        </a:spcBef>
        <a:buClr>
          <a:schemeClr val="accent1"/>
        </a:buClr>
        <a:buFont typeface="Arial" panose="020B0604020202020204" pitchFamily="34" charset="0"/>
        <a:buChar char="•"/>
        <a:defRPr sz="1600" kern="1200">
          <a:solidFill>
            <a:schemeClr val="tx1"/>
          </a:solidFill>
          <a:latin typeface="Arial" panose="020B0604020202020204" pitchFamily="34" charset="0"/>
          <a:ea typeface="+mn-ea"/>
          <a:cs typeface="Arial" panose="020B0604020202020204" pitchFamily="34" charset="0"/>
        </a:defRPr>
      </a:lvl3pPr>
      <a:lvl4pPr marL="2133440" indent="-304776" algn="l" defTabSz="609555" rtl="0" eaLnBrk="1" latinLnBrk="0" hangingPunct="1">
        <a:spcBef>
          <a:spcPct val="20000"/>
        </a:spcBef>
        <a:buClr>
          <a:schemeClr val="accent1"/>
        </a:buClr>
        <a:buFont typeface="Arial"/>
        <a:buChar char="–"/>
        <a:defRPr sz="1600" kern="1200">
          <a:solidFill>
            <a:schemeClr val="tx1"/>
          </a:solidFill>
          <a:latin typeface="Arial" panose="020B0604020202020204" pitchFamily="34" charset="0"/>
          <a:ea typeface="+mn-ea"/>
          <a:cs typeface="Arial" panose="020B0604020202020204" pitchFamily="34" charset="0"/>
        </a:defRPr>
      </a:lvl4pPr>
      <a:lvl5pPr marL="2742994" indent="-304776" algn="l" defTabSz="609555" rtl="0" eaLnBrk="1" latinLnBrk="0" hangingPunct="1">
        <a:spcBef>
          <a:spcPct val="20000"/>
        </a:spcBef>
        <a:buClr>
          <a:schemeClr val="accent2"/>
        </a:buClr>
        <a:buFont typeface="Arial"/>
        <a:buChar char="»"/>
        <a:defRPr sz="1600" kern="1200">
          <a:solidFill>
            <a:schemeClr val="accent6"/>
          </a:solidFill>
          <a:latin typeface="Arial" panose="020B0604020202020204" pitchFamily="34" charset="0"/>
          <a:ea typeface="+mn-ea"/>
          <a:cs typeface="Arial" panose="020B0604020202020204" pitchFamily="34" charset="0"/>
        </a:defRPr>
      </a:lvl5pPr>
      <a:lvl6pPr marL="3352548" indent="-304776" algn="l" defTabSz="609555" rtl="0" eaLnBrk="1" latinLnBrk="0" hangingPunct="1">
        <a:spcBef>
          <a:spcPct val="20000"/>
        </a:spcBef>
        <a:buFont typeface="Arial"/>
        <a:buChar char="•"/>
        <a:defRPr sz="2667" kern="1200">
          <a:solidFill>
            <a:schemeClr val="tx1"/>
          </a:solidFill>
          <a:latin typeface="+mn-lt"/>
          <a:ea typeface="+mn-ea"/>
          <a:cs typeface="+mn-cs"/>
        </a:defRPr>
      </a:lvl6pPr>
      <a:lvl7pPr marL="3962104" indent="-304776" algn="l" defTabSz="609555" rtl="0" eaLnBrk="1" latinLnBrk="0" hangingPunct="1">
        <a:spcBef>
          <a:spcPct val="20000"/>
        </a:spcBef>
        <a:buFont typeface="Arial"/>
        <a:buChar char="•"/>
        <a:defRPr sz="2667" kern="1200">
          <a:solidFill>
            <a:schemeClr val="tx1"/>
          </a:solidFill>
          <a:latin typeface="+mn-lt"/>
          <a:ea typeface="+mn-ea"/>
          <a:cs typeface="+mn-cs"/>
        </a:defRPr>
      </a:lvl7pPr>
      <a:lvl8pPr marL="4571658" indent="-304776" algn="l" defTabSz="609555" rtl="0" eaLnBrk="1" latinLnBrk="0" hangingPunct="1">
        <a:spcBef>
          <a:spcPct val="20000"/>
        </a:spcBef>
        <a:buFont typeface="Arial"/>
        <a:buChar char="•"/>
        <a:defRPr sz="2667" kern="1200">
          <a:solidFill>
            <a:schemeClr val="tx1"/>
          </a:solidFill>
          <a:latin typeface="+mn-lt"/>
          <a:ea typeface="+mn-ea"/>
          <a:cs typeface="+mn-cs"/>
        </a:defRPr>
      </a:lvl8pPr>
      <a:lvl9pPr marL="5181212" indent="-304776" algn="l" defTabSz="609555" rtl="0" eaLnBrk="1" latinLnBrk="0" hangingPunct="1">
        <a:spcBef>
          <a:spcPct val="20000"/>
        </a:spcBef>
        <a:buFont typeface="Arial"/>
        <a:buChar char="•"/>
        <a:defRPr sz="2667" kern="1200">
          <a:solidFill>
            <a:schemeClr val="tx1"/>
          </a:solidFill>
          <a:latin typeface="+mn-lt"/>
          <a:ea typeface="+mn-ea"/>
          <a:cs typeface="+mn-cs"/>
        </a:defRPr>
      </a:lvl9pPr>
    </p:bodyStyle>
    <p:otherStyle>
      <a:defPPr>
        <a:defRPr lang="en-US"/>
      </a:defPPr>
      <a:lvl1pPr marL="0" algn="l" defTabSz="609555" rtl="0" eaLnBrk="1" latinLnBrk="0" hangingPunct="1">
        <a:defRPr sz="2400" kern="1200">
          <a:solidFill>
            <a:schemeClr val="tx1"/>
          </a:solidFill>
          <a:latin typeface="+mn-lt"/>
          <a:ea typeface="+mn-ea"/>
          <a:cs typeface="+mn-cs"/>
        </a:defRPr>
      </a:lvl1pPr>
      <a:lvl2pPr marL="609555" algn="l" defTabSz="609555" rtl="0" eaLnBrk="1" latinLnBrk="0" hangingPunct="1">
        <a:defRPr sz="2400" kern="1200">
          <a:solidFill>
            <a:schemeClr val="tx1"/>
          </a:solidFill>
          <a:latin typeface="+mn-lt"/>
          <a:ea typeface="+mn-ea"/>
          <a:cs typeface="+mn-cs"/>
        </a:defRPr>
      </a:lvl2pPr>
      <a:lvl3pPr marL="1219110" algn="l" defTabSz="609555" rtl="0" eaLnBrk="1" latinLnBrk="0" hangingPunct="1">
        <a:defRPr sz="2400" kern="1200">
          <a:solidFill>
            <a:schemeClr val="tx1"/>
          </a:solidFill>
          <a:latin typeface="+mn-lt"/>
          <a:ea typeface="+mn-ea"/>
          <a:cs typeface="+mn-cs"/>
        </a:defRPr>
      </a:lvl3pPr>
      <a:lvl4pPr marL="1828664" algn="l" defTabSz="609555" rtl="0" eaLnBrk="1" latinLnBrk="0" hangingPunct="1">
        <a:defRPr sz="2400" kern="1200">
          <a:solidFill>
            <a:schemeClr val="tx1"/>
          </a:solidFill>
          <a:latin typeface="+mn-lt"/>
          <a:ea typeface="+mn-ea"/>
          <a:cs typeface="+mn-cs"/>
        </a:defRPr>
      </a:lvl4pPr>
      <a:lvl5pPr marL="2438218" algn="l" defTabSz="609555" rtl="0" eaLnBrk="1" latinLnBrk="0" hangingPunct="1">
        <a:defRPr sz="2400" kern="1200">
          <a:solidFill>
            <a:schemeClr val="tx1"/>
          </a:solidFill>
          <a:latin typeface="+mn-lt"/>
          <a:ea typeface="+mn-ea"/>
          <a:cs typeface="+mn-cs"/>
        </a:defRPr>
      </a:lvl5pPr>
      <a:lvl6pPr marL="3047772" algn="l" defTabSz="609555" rtl="0" eaLnBrk="1" latinLnBrk="0" hangingPunct="1">
        <a:defRPr sz="2400" kern="1200">
          <a:solidFill>
            <a:schemeClr val="tx1"/>
          </a:solidFill>
          <a:latin typeface="+mn-lt"/>
          <a:ea typeface="+mn-ea"/>
          <a:cs typeface="+mn-cs"/>
        </a:defRPr>
      </a:lvl6pPr>
      <a:lvl7pPr marL="3657327" algn="l" defTabSz="609555" rtl="0" eaLnBrk="1" latinLnBrk="0" hangingPunct="1">
        <a:defRPr sz="2400" kern="1200">
          <a:solidFill>
            <a:schemeClr val="tx1"/>
          </a:solidFill>
          <a:latin typeface="+mn-lt"/>
          <a:ea typeface="+mn-ea"/>
          <a:cs typeface="+mn-cs"/>
        </a:defRPr>
      </a:lvl7pPr>
      <a:lvl8pPr marL="4266880" algn="l" defTabSz="609555" rtl="0" eaLnBrk="1" latinLnBrk="0" hangingPunct="1">
        <a:defRPr sz="2400" kern="1200">
          <a:solidFill>
            <a:schemeClr val="tx1"/>
          </a:solidFill>
          <a:latin typeface="+mn-lt"/>
          <a:ea typeface="+mn-ea"/>
          <a:cs typeface="+mn-cs"/>
        </a:defRPr>
      </a:lvl8pPr>
      <a:lvl9pPr marL="4876435" algn="l" defTabSz="609555"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2.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1.xml"/><Relationship Id="rId1" Type="http://schemas.openxmlformats.org/officeDocument/2006/relationships/slideLayout" Target="../slideLayouts/slideLayout49.xml"/></Relationships>
</file>

<file path=ppt/slides/_rels/slide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51.xml"/></Relationships>
</file>

<file path=ppt/slides/_rels/slide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51.xml"/></Relationships>
</file>

<file path=ppt/slides/_rels/slide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51.xml"/></Relationships>
</file>

<file path=ppt/slides/_rels/slide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5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70473" y="1295401"/>
            <a:ext cx="10451054" cy="1737360"/>
          </a:xfrm>
        </p:spPr>
        <p:txBody>
          <a:bodyPr/>
          <a:lstStyle/>
          <a:p>
            <a:r>
              <a:rPr lang="en-US" dirty="0"/>
              <a:t>Intent, Specifications, Realizations, and the Judgments That Connect Them</a:t>
            </a:r>
          </a:p>
        </p:txBody>
      </p:sp>
      <p:sp>
        <p:nvSpPr>
          <p:cNvPr id="4" name="Footer Placeholder 3"/>
          <p:cNvSpPr>
            <a:spLocks noGrp="1"/>
          </p:cNvSpPr>
          <p:nvPr>
            <p:ph type="ftr" sz="quarter" idx="11"/>
          </p:nvPr>
        </p:nvSpPr>
        <p:spPr/>
        <p:txBody>
          <a:bodyPr/>
          <a:lstStyle/>
          <a:p>
            <a:r>
              <a:rPr dirty="0"/>
              <a:t>Agentic Software Engineering — SE Module, Lecture 01</a:t>
            </a:r>
          </a:p>
        </p:txBody>
      </p:sp>
      <p:cxnSp>
        <p:nvCxnSpPr>
          <p:cNvPr id="5" name="Connector 4"/>
          <p:cNvCxnSpPr/>
          <p:nvPr/>
        </p:nvCxnSpPr>
        <p:spPr>
          <a:xfrm>
            <a:off x="1920240" y="3429000"/>
            <a:ext cx="8321040" cy="0"/>
          </a:xfrm>
          <a:prstGeom prst="line">
            <a:avLst/>
          </a:prstGeom>
          <a:ln w="28575">
            <a:solidFill>
              <a:schemeClr val="accent1"/>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1920240" y="4114800"/>
            <a:ext cx="8321040" cy="0"/>
          </a:xfrm>
          <a:prstGeom prst="line">
            <a:avLst/>
          </a:prstGeom>
          <a:ln w="28575">
            <a:solidFill>
              <a:schemeClr val="accent1"/>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1430767" y="3570351"/>
            <a:ext cx="9079454" cy="393954"/>
          </a:xfrm>
          <a:prstGeom prst="rect">
            <a:avLst/>
          </a:prstGeom>
          <a:noFill/>
        </p:spPr>
        <p:txBody>
          <a:bodyPr wrap="square" lIns="45720" tIns="27432" rIns="45720" bIns="27432" anchor="ctr">
            <a:spAutoFit/>
          </a:bodyPr>
          <a:lstStyle/>
          <a:p>
            <a:pPr algn="ctr"/>
            <a:r>
              <a:rPr sz="2200" dirty="0">
                <a:latin typeface="Tahoma"/>
              </a:rPr>
              <a:t>Agentic Software Engineering — </a:t>
            </a:r>
            <a:r>
              <a:rPr lang="en-US" sz="2200" dirty="0">
                <a:latin typeface="Tahoma"/>
              </a:rPr>
              <a:t>ASE Principles</a:t>
            </a:r>
            <a:r>
              <a:rPr sz="2200" dirty="0">
                <a:latin typeface="Tahoma"/>
              </a:rPr>
              <a:t> Module, Lecture 01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9353AD-E3B4-5F11-87CE-19A60B0F4110}"/>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2A7B829E-4A53-CCF2-765C-E47BDC8D324C}"/>
              </a:ext>
            </a:extLst>
          </p:cNvPr>
          <p:cNvSpPr>
            <a:spLocks noGrp="1"/>
          </p:cNvSpPr>
          <p:nvPr>
            <p:ph type="title"/>
          </p:nvPr>
        </p:nvSpPr>
        <p:spPr/>
        <p:txBody>
          <a:bodyPr/>
          <a:lstStyle/>
          <a:p>
            <a:r>
              <a:rPr lang="en-US" sz="3200" dirty="0"/>
              <a:t>Motivation</a:t>
            </a:r>
          </a:p>
        </p:txBody>
      </p:sp>
      <p:sp>
        <p:nvSpPr>
          <p:cNvPr id="3" name="Footer Placeholder 2">
            <a:extLst>
              <a:ext uri="{FF2B5EF4-FFF2-40B4-BE49-F238E27FC236}">
                <a16:creationId xmlns:a16="http://schemas.microsoft.com/office/drawing/2014/main" id="{50A7E0D4-0F30-B1F4-C113-8C53F20244D6}"/>
              </a:ext>
            </a:extLst>
          </p:cNvPr>
          <p:cNvSpPr>
            <a:spLocks noGrp="1"/>
          </p:cNvSpPr>
          <p:nvPr>
            <p:ph type="ftr" sz="quarter" idx="10"/>
          </p:nvPr>
        </p:nvSpPr>
        <p:spPr/>
        <p:txBody>
          <a:bodyPr/>
          <a:lstStyle/>
          <a:p>
            <a:pPr>
              <a:defRPr/>
            </a:pPr>
            <a:r>
              <a:rPr lang="en-US"/>
              <a:t>RASE for seL4 using HAMR</a:t>
            </a:r>
          </a:p>
        </p:txBody>
      </p:sp>
      <p:sp>
        <p:nvSpPr>
          <p:cNvPr id="7" name="TextBox 6">
            <a:extLst>
              <a:ext uri="{FF2B5EF4-FFF2-40B4-BE49-F238E27FC236}">
                <a16:creationId xmlns:a16="http://schemas.microsoft.com/office/drawing/2014/main" id="{31757673-6078-2EA6-EDF7-DAF3D2045FCD}"/>
              </a:ext>
            </a:extLst>
          </p:cNvPr>
          <p:cNvSpPr txBox="1"/>
          <p:nvPr/>
        </p:nvSpPr>
        <p:spPr>
          <a:xfrm>
            <a:off x="6590998" y="4343986"/>
            <a:ext cx="5194602" cy="1477328"/>
          </a:xfrm>
          <a:prstGeom prst="rect">
            <a:avLst/>
          </a:prstGeom>
          <a:noFill/>
          <a:ln w="28575">
            <a:solidFill>
              <a:schemeClr val="tx1"/>
            </a:solidFill>
          </a:ln>
        </p:spPr>
        <p:txBody>
          <a:bodyPr wrap="square" rtlCol="0">
            <a:spAutoFit/>
          </a:bodyPr>
          <a:lstStyle/>
          <a:p>
            <a:r>
              <a:rPr lang="en-US" b="1" dirty="0"/>
              <a:t>The question this lecture begins to answer</a:t>
            </a:r>
            <a:r>
              <a:rPr lang="en-US" dirty="0"/>
              <a:t>:</a:t>
            </a:r>
          </a:p>
          <a:p>
            <a:endParaRPr lang="en-US" dirty="0"/>
          </a:p>
          <a:p>
            <a:r>
              <a:rPr lang="en-US" dirty="0"/>
              <a:t>What are the basic principles can guide us in engineering the development and assurance context?</a:t>
            </a:r>
          </a:p>
        </p:txBody>
      </p:sp>
      <p:pic>
        <p:nvPicPr>
          <p:cNvPr id="8" name="Picture 7">
            <a:extLst>
              <a:ext uri="{FF2B5EF4-FFF2-40B4-BE49-F238E27FC236}">
                <a16:creationId xmlns:a16="http://schemas.microsoft.com/office/drawing/2014/main" id="{6CFCD1F8-7E68-33A2-3BE0-9561F3013A77}"/>
              </a:ext>
            </a:extLst>
          </p:cNvPr>
          <p:cNvPicPr>
            <a:picLocks noChangeAspect="1"/>
          </p:cNvPicPr>
          <p:nvPr/>
        </p:nvPicPr>
        <p:blipFill>
          <a:blip r:embed="rId3"/>
          <a:stretch>
            <a:fillRect/>
          </a:stretch>
        </p:blipFill>
        <p:spPr>
          <a:xfrm>
            <a:off x="895179" y="1385158"/>
            <a:ext cx="5945460" cy="2518997"/>
          </a:xfrm>
          <a:prstGeom prst="rect">
            <a:avLst/>
          </a:prstGeom>
        </p:spPr>
      </p:pic>
      <p:sp>
        <p:nvSpPr>
          <p:cNvPr id="9" name="TextBox 8">
            <a:extLst>
              <a:ext uri="{FF2B5EF4-FFF2-40B4-BE49-F238E27FC236}">
                <a16:creationId xmlns:a16="http://schemas.microsoft.com/office/drawing/2014/main" id="{63CBF88E-5E79-8062-26F4-A4DBC30CD1A4}"/>
              </a:ext>
            </a:extLst>
          </p:cNvPr>
          <p:cNvSpPr txBox="1"/>
          <p:nvPr/>
        </p:nvSpPr>
        <p:spPr>
          <a:xfrm>
            <a:off x="838663" y="4521875"/>
            <a:ext cx="5511337" cy="2031325"/>
          </a:xfrm>
          <a:prstGeom prst="rect">
            <a:avLst/>
          </a:prstGeom>
          <a:noFill/>
        </p:spPr>
        <p:txBody>
          <a:bodyPr wrap="square" rtlCol="0">
            <a:spAutoFit/>
          </a:bodyPr>
          <a:lstStyle/>
          <a:p>
            <a:r>
              <a:rPr lang="en-US" dirty="0"/>
              <a:t>Human effort will shift </a:t>
            </a:r>
          </a:p>
          <a:p>
            <a:r>
              <a:rPr lang="en-US" b="1" dirty="0"/>
              <a:t>…</a:t>
            </a:r>
            <a:r>
              <a:rPr lang="en-US" dirty="0"/>
              <a:t>from</a:t>
            </a:r>
            <a:r>
              <a:rPr lang="en-US" b="1" dirty="0"/>
              <a:t> engineering the code </a:t>
            </a:r>
          </a:p>
          <a:p>
            <a:r>
              <a:rPr lang="en-US" b="1" dirty="0"/>
              <a:t>…</a:t>
            </a:r>
            <a:r>
              <a:rPr lang="en-US" dirty="0"/>
              <a:t>to </a:t>
            </a:r>
            <a:r>
              <a:rPr lang="en-US" b="1" dirty="0"/>
              <a:t>engineering the development and assurance context</a:t>
            </a:r>
          </a:p>
          <a:p>
            <a:r>
              <a:rPr lang="en-US" b="1" dirty="0"/>
              <a:t>…</a:t>
            </a:r>
            <a:r>
              <a:rPr lang="en-US" dirty="0"/>
              <a:t>to</a:t>
            </a:r>
            <a:r>
              <a:rPr lang="en-US" b="1" dirty="0"/>
              <a:t> engineering layered, composable abstractions</a:t>
            </a:r>
          </a:p>
          <a:p>
            <a:r>
              <a:rPr lang="en-US" b="1" dirty="0"/>
              <a:t>…</a:t>
            </a:r>
            <a:r>
              <a:rPr lang="en-US" dirty="0"/>
              <a:t>that </a:t>
            </a:r>
            <a:r>
              <a:rPr lang="en-US" b="1" dirty="0"/>
              <a:t>provide direction but also explainability</a:t>
            </a:r>
          </a:p>
        </p:txBody>
      </p:sp>
      <p:sp>
        <p:nvSpPr>
          <p:cNvPr id="2" name="Text Box 151">
            <a:extLst>
              <a:ext uri="{FF2B5EF4-FFF2-40B4-BE49-F238E27FC236}">
                <a16:creationId xmlns:a16="http://schemas.microsoft.com/office/drawing/2014/main" id="{154A665A-AC53-48EC-5689-6B51D8CB8068}"/>
              </a:ext>
            </a:extLst>
          </p:cNvPr>
          <p:cNvSpPr txBox="1">
            <a:spLocks noChangeArrowheads="1"/>
          </p:cNvSpPr>
          <p:nvPr/>
        </p:nvSpPr>
        <p:spPr bwMode="auto">
          <a:xfrm>
            <a:off x="621175" y="4146313"/>
            <a:ext cx="4512931" cy="338554"/>
          </a:xfrm>
          <a:prstGeom prst="rect">
            <a:avLst/>
          </a:prstGeom>
          <a:gradFill rotWithShape="0">
            <a:gsLst>
              <a:gs pos="0">
                <a:schemeClr val="accent2"/>
              </a:gs>
              <a:gs pos="100000">
                <a:srgbClr val="FFFFFF"/>
              </a:gs>
            </a:gsLst>
            <a:lin ang="0" scaled="1"/>
          </a:gradFill>
          <a:ln w="38100">
            <a:noFill/>
            <a:miter lim="800000"/>
            <a:headEnd/>
            <a:tailEnd/>
          </a:ln>
        </p:spPr>
        <p:txBody>
          <a:bodyPr wrap="square" anchor="ctr">
            <a:prstTxWarp prst="textNoShape">
              <a:avLst/>
            </a:prstTxWarp>
            <a:spAutoFit/>
          </a:bodyPr>
          <a:lstStyle/>
          <a:p>
            <a:r>
              <a:rPr lang="en-US" sz="1600" dirty="0"/>
              <a:t>As we move into the future..</a:t>
            </a:r>
          </a:p>
        </p:txBody>
      </p:sp>
    </p:spTree>
    <p:extLst>
      <p:ext uri="{BB962C8B-B14F-4D97-AF65-F5344CB8AC3E}">
        <p14:creationId xmlns:p14="http://schemas.microsoft.com/office/powerpoint/2010/main" val="1959774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9"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3EB5D4-A92E-FFDF-E162-74B41E5785AD}"/>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E0307273-97AE-FBD1-F235-A257F35595DD}"/>
              </a:ext>
            </a:extLst>
          </p:cNvPr>
          <p:cNvSpPr>
            <a:spLocks noGrp="1"/>
          </p:cNvSpPr>
          <p:nvPr>
            <p:ph type="title"/>
          </p:nvPr>
        </p:nvSpPr>
        <p:spPr/>
        <p:txBody>
          <a:bodyPr/>
          <a:lstStyle/>
          <a:p>
            <a:r>
              <a:rPr lang="en-US" sz="3200" dirty="0"/>
              <a:t>ASE – Key Concepts</a:t>
            </a:r>
          </a:p>
        </p:txBody>
      </p:sp>
      <p:sp>
        <p:nvSpPr>
          <p:cNvPr id="4" name="Footer Placeholder 3">
            <a:extLst>
              <a:ext uri="{FF2B5EF4-FFF2-40B4-BE49-F238E27FC236}">
                <a16:creationId xmlns:a16="http://schemas.microsoft.com/office/drawing/2014/main" id="{2ADF653C-BFB2-A959-29A5-9C9D146B7214}"/>
              </a:ext>
            </a:extLst>
          </p:cNvPr>
          <p:cNvSpPr>
            <a:spLocks noGrp="1"/>
          </p:cNvSpPr>
          <p:nvPr>
            <p:ph type="ftr" sz="quarter" idx="10"/>
          </p:nvPr>
        </p:nvSpPr>
        <p:spPr/>
        <p:txBody>
          <a:bodyPr/>
          <a:lstStyle/>
          <a:p>
            <a:pPr>
              <a:defRPr/>
            </a:pPr>
            <a:r>
              <a:rPr lang="en-US"/>
              <a:t>CS Agentic Development</a:t>
            </a:r>
          </a:p>
        </p:txBody>
      </p:sp>
      <p:sp>
        <p:nvSpPr>
          <p:cNvPr id="6" name="Rectangle 5">
            <a:extLst>
              <a:ext uri="{FF2B5EF4-FFF2-40B4-BE49-F238E27FC236}">
                <a16:creationId xmlns:a16="http://schemas.microsoft.com/office/drawing/2014/main" id="{5B96928B-99FC-3D75-3F34-21BE787F6041}"/>
              </a:ext>
            </a:extLst>
          </p:cNvPr>
          <p:cNvSpPr/>
          <p:nvPr/>
        </p:nvSpPr>
        <p:spPr bwMode="auto">
          <a:xfrm>
            <a:off x="5156927" y="3530796"/>
            <a:ext cx="1559859" cy="882127"/>
          </a:xfrm>
          <a:prstGeom prst="rect">
            <a:avLst/>
          </a:prstGeom>
          <a:solidFill>
            <a:schemeClr val="accent5">
              <a:lumMod val="60000"/>
              <a:lumOff val="40000"/>
            </a:schemeClr>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dirty="0">
                <a:ln>
                  <a:noFill/>
                </a:ln>
                <a:solidFill>
                  <a:schemeClr val="tx1"/>
                </a:solidFill>
                <a:effectLst/>
                <a:latin typeface="Tahoma" charset="0"/>
              </a:rPr>
              <a:t>Specs</a:t>
            </a:r>
          </a:p>
        </p:txBody>
      </p:sp>
      <p:sp>
        <p:nvSpPr>
          <p:cNvPr id="8" name="Rectangle 7">
            <a:extLst>
              <a:ext uri="{FF2B5EF4-FFF2-40B4-BE49-F238E27FC236}">
                <a16:creationId xmlns:a16="http://schemas.microsoft.com/office/drawing/2014/main" id="{800186A3-7FF6-9CCB-EA0F-E21952E16530}"/>
              </a:ext>
            </a:extLst>
          </p:cNvPr>
          <p:cNvSpPr/>
          <p:nvPr/>
        </p:nvSpPr>
        <p:spPr bwMode="auto">
          <a:xfrm>
            <a:off x="5156927" y="4930186"/>
            <a:ext cx="1559859" cy="882127"/>
          </a:xfrm>
          <a:prstGeom prst="rect">
            <a:avLst/>
          </a:prstGeom>
          <a:solidFill>
            <a:schemeClr val="accent5">
              <a:lumMod val="60000"/>
              <a:lumOff val="40000"/>
            </a:schemeClr>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dirty="0">
                <a:ln>
                  <a:noFill/>
                </a:ln>
                <a:solidFill>
                  <a:schemeClr val="tx1"/>
                </a:solidFill>
                <a:effectLst/>
                <a:latin typeface="Tahoma" charset="0"/>
              </a:rPr>
              <a:t>Realization</a:t>
            </a:r>
          </a:p>
        </p:txBody>
      </p:sp>
      <p:pic>
        <p:nvPicPr>
          <p:cNvPr id="10" name="Picture 9" descr="Team - Free people icons">
            <a:extLst>
              <a:ext uri="{FF2B5EF4-FFF2-40B4-BE49-F238E27FC236}">
                <a16:creationId xmlns:a16="http://schemas.microsoft.com/office/drawing/2014/main" id="{ABB7B218-7085-A128-1B9D-B87D40839B23}"/>
              </a:ext>
            </a:extLst>
          </p:cNvPr>
          <p:cNvPicPr>
            <a:picLocks noChangeAspect="1"/>
          </p:cNvPicPr>
          <p:nvPr/>
        </p:nvPicPr>
        <p:blipFill>
          <a:blip r:embed="rId2"/>
          <a:stretch>
            <a:fillRect/>
          </a:stretch>
        </p:blipFill>
        <p:spPr>
          <a:xfrm>
            <a:off x="3278779" y="1883886"/>
            <a:ext cx="1143000" cy="1143000"/>
          </a:xfrm>
          <a:prstGeom prst="rect">
            <a:avLst/>
          </a:prstGeom>
        </p:spPr>
      </p:pic>
      <p:sp>
        <p:nvSpPr>
          <p:cNvPr id="11" name="TextBox 10">
            <a:extLst>
              <a:ext uri="{FF2B5EF4-FFF2-40B4-BE49-F238E27FC236}">
                <a16:creationId xmlns:a16="http://schemas.microsoft.com/office/drawing/2014/main" id="{97AD646C-A96D-1269-B4CA-4235EDCA0CFF}"/>
              </a:ext>
            </a:extLst>
          </p:cNvPr>
          <p:cNvSpPr txBox="1"/>
          <p:nvPr/>
        </p:nvSpPr>
        <p:spPr>
          <a:xfrm>
            <a:off x="3082835" y="2983997"/>
            <a:ext cx="1649362" cy="646331"/>
          </a:xfrm>
          <a:prstGeom prst="rect">
            <a:avLst/>
          </a:prstGeom>
          <a:noFill/>
        </p:spPr>
        <p:txBody>
          <a:bodyPr wrap="none" rtlCol="0">
            <a:spAutoFit/>
          </a:bodyPr>
          <a:lstStyle/>
          <a:p>
            <a:r>
              <a:rPr lang="en-US" dirty="0"/>
              <a:t>Stakeholders /</a:t>
            </a:r>
          </a:p>
          <a:p>
            <a:r>
              <a:rPr lang="en-US" dirty="0"/>
              <a:t>Human Intent</a:t>
            </a:r>
          </a:p>
        </p:txBody>
      </p:sp>
      <p:sp>
        <p:nvSpPr>
          <p:cNvPr id="13" name="TextBox 12">
            <a:extLst>
              <a:ext uri="{FF2B5EF4-FFF2-40B4-BE49-F238E27FC236}">
                <a16:creationId xmlns:a16="http://schemas.microsoft.com/office/drawing/2014/main" id="{B1677223-F106-5C32-9A26-382325D1E085}"/>
              </a:ext>
            </a:extLst>
          </p:cNvPr>
          <p:cNvSpPr txBox="1"/>
          <p:nvPr/>
        </p:nvSpPr>
        <p:spPr>
          <a:xfrm>
            <a:off x="5982790" y="4525624"/>
            <a:ext cx="1059970" cy="307777"/>
          </a:xfrm>
          <a:prstGeom prst="rect">
            <a:avLst/>
          </a:prstGeom>
          <a:noFill/>
        </p:spPr>
        <p:txBody>
          <a:bodyPr wrap="none" rtlCol="0">
            <a:spAutoFit/>
          </a:bodyPr>
          <a:lstStyle/>
          <a:p>
            <a:r>
              <a:rPr lang="en-US" sz="1400" dirty="0"/>
              <a:t>Verification</a:t>
            </a:r>
          </a:p>
        </p:txBody>
      </p:sp>
      <p:cxnSp>
        <p:nvCxnSpPr>
          <p:cNvPr id="16" name="Straight Arrow Connector 15">
            <a:extLst>
              <a:ext uri="{FF2B5EF4-FFF2-40B4-BE49-F238E27FC236}">
                <a16:creationId xmlns:a16="http://schemas.microsoft.com/office/drawing/2014/main" id="{389610B0-A184-B0A3-5EF6-D0FCCC00446A}"/>
              </a:ext>
            </a:extLst>
          </p:cNvPr>
          <p:cNvCxnSpPr>
            <a:cxnSpLocks/>
          </p:cNvCxnSpPr>
          <p:nvPr/>
        </p:nvCxnSpPr>
        <p:spPr bwMode="auto">
          <a:xfrm>
            <a:off x="5923794" y="4412923"/>
            <a:ext cx="0" cy="517263"/>
          </a:xfrm>
          <a:prstGeom prst="straightConnector1">
            <a:avLst/>
          </a:prstGeom>
          <a:solidFill>
            <a:schemeClr val="accent1"/>
          </a:solidFill>
          <a:ln w="38100" cap="flat" cmpd="sng" algn="ctr">
            <a:solidFill>
              <a:schemeClr val="tx1"/>
            </a:solidFill>
            <a:prstDash val="solid"/>
            <a:miter lim="800000"/>
            <a:headEnd type="triangle"/>
            <a:tailEnd type="triangle"/>
          </a:ln>
          <a:effectLst/>
        </p:spPr>
      </p:cxnSp>
      <p:cxnSp>
        <p:nvCxnSpPr>
          <p:cNvPr id="19" name="Straight Arrow Connector 18">
            <a:extLst>
              <a:ext uri="{FF2B5EF4-FFF2-40B4-BE49-F238E27FC236}">
                <a16:creationId xmlns:a16="http://schemas.microsoft.com/office/drawing/2014/main" id="{3CD57899-DB5A-DBB4-DE15-AC6A3F195C55}"/>
              </a:ext>
            </a:extLst>
          </p:cNvPr>
          <p:cNvCxnSpPr>
            <a:cxnSpLocks/>
          </p:cNvCxnSpPr>
          <p:nvPr/>
        </p:nvCxnSpPr>
        <p:spPr bwMode="auto">
          <a:xfrm>
            <a:off x="4188823" y="3986244"/>
            <a:ext cx="976812" cy="0"/>
          </a:xfrm>
          <a:prstGeom prst="straightConnector1">
            <a:avLst/>
          </a:prstGeom>
          <a:solidFill>
            <a:schemeClr val="accent1"/>
          </a:solidFill>
          <a:ln w="38100" cap="flat" cmpd="sng" algn="ctr">
            <a:solidFill>
              <a:schemeClr val="tx1"/>
            </a:solidFill>
            <a:prstDash val="solid"/>
            <a:miter lim="800000"/>
            <a:headEnd type="none" w="med" len="med"/>
            <a:tailEnd type="triangle"/>
          </a:ln>
          <a:effectLst/>
        </p:spPr>
      </p:cxnSp>
      <p:cxnSp>
        <p:nvCxnSpPr>
          <p:cNvPr id="20" name="Straight Arrow Connector 19">
            <a:extLst>
              <a:ext uri="{FF2B5EF4-FFF2-40B4-BE49-F238E27FC236}">
                <a16:creationId xmlns:a16="http://schemas.microsoft.com/office/drawing/2014/main" id="{426C3E4D-403B-1246-FD0F-C8D86047301D}"/>
              </a:ext>
            </a:extLst>
          </p:cNvPr>
          <p:cNvCxnSpPr>
            <a:cxnSpLocks/>
          </p:cNvCxnSpPr>
          <p:nvPr/>
        </p:nvCxnSpPr>
        <p:spPr bwMode="auto">
          <a:xfrm flipV="1">
            <a:off x="4197531" y="3630328"/>
            <a:ext cx="0" cy="341531"/>
          </a:xfrm>
          <a:prstGeom prst="straightConnector1">
            <a:avLst/>
          </a:prstGeom>
          <a:solidFill>
            <a:schemeClr val="accent1"/>
          </a:solidFill>
          <a:ln w="38100" cap="flat" cmpd="sng" algn="ctr">
            <a:solidFill>
              <a:schemeClr val="tx1"/>
            </a:solidFill>
            <a:prstDash val="solid"/>
            <a:miter lim="800000"/>
            <a:headEnd type="none" w="med" len="med"/>
            <a:tailEnd type="triangle"/>
          </a:ln>
          <a:effectLst/>
        </p:spPr>
      </p:cxnSp>
      <p:cxnSp>
        <p:nvCxnSpPr>
          <p:cNvPr id="26" name="Straight Arrow Connector 25">
            <a:extLst>
              <a:ext uri="{FF2B5EF4-FFF2-40B4-BE49-F238E27FC236}">
                <a16:creationId xmlns:a16="http://schemas.microsoft.com/office/drawing/2014/main" id="{4D247D85-E202-C372-AF46-C2B98EEF97AB}"/>
              </a:ext>
            </a:extLst>
          </p:cNvPr>
          <p:cNvCxnSpPr>
            <a:cxnSpLocks/>
          </p:cNvCxnSpPr>
          <p:nvPr/>
        </p:nvCxnSpPr>
        <p:spPr bwMode="auto">
          <a:xfrm>
            <a:off x="4180115" y="5372665"/>
            <a:ext cx="976812" cy="0"/>
          </a:xfrm>
          <a:prstGeom prst="straightConnector1">
            <a:avLst/>
          </a:prstGeom>
          <a:solidFill>
            <a:schemeClr val="accent1"/>
          </a:solidFill>
          <a:ln w="38100" cap="flat" cmpd="sng" algn="ctr">
            <a:solidFill>
              <a:schemeClr val="tx1"/>
            </a:solidFill>
            <a:prstDash val="solid"/>
            <a:miter lim="800000"/>
            <a:headEnd type="none" w="med" len="med"/>
            <a:tailEnd type="triangle"/>
          </a:ln>
          <a:effectLst/>
        </p:spPr>
      </p:cxnSp>
      <p:cxnSp>
        <p:nvCxnSpPr>
          <p:cNvPr id="28" name="Straight Connector 27">
            <a:extLst>
              <a:ext uri="{FF2B5EF4-FFF2-40B4-BE49-F238E27FC236}">
                <a16:creationId xmlns:a16="http://schemas.microsoft.com/office/drawing/2014/main" id="{D302610A-86D1-6F17-D8EF-C74E6595D942}"/>
              </a:ext>
            </a:extLst>
          </p:cNvPr>
          <p:cNvCxnSpPr/>
          <p:nvPr/>
        </p:nvCxnSpPr>
        <p:spPr bwMode="auto">
          <a:xfrm>
            <a:off x="4197531" y="3971859"/>
            <a:ext cx="0" cy="1377370"/>
          </a:xfrm>
          <a:prstGeom prst="line">
            <a:avLst/>
          </a:prstGeom>
          <a:solidFill>
            <a:schemeClr val="accent1"/>
          </a:solidFill>
          <a:ln w="38100" cap="flat" cmpd="sng" algn="ctr">
            <a:solidFill>
              <a:schemeClr val="tx1"/>
            </a:solidFill>
            <a:prstDash val="solid"/>
            <a:miter lim="800000"/>
            <a:headEnd type="none" w="med" len="med"/>
            <a:tailEnd type="none" w="med" len="med"/>
          </a:ln>
          <a:effectLst/>
        </p:spPr>
      </p:cxnSp>
      <p:sp>
        <p:nvSpPr>
          <p:cNvPr id="29" name="TextBox 28">
            <a:extLst>
              <a:ext uri="{FF2B5EF4-FFF2-40B4-BE49-F238E27FC236}">
                <a16:creationId xmlns:a16="http://schemas.microsoft.com/office/drawing/2014/main" id="{AE073CDC-8F06-276A-9512-687254808EBD}"/>
              </a:ext>
            </a:extLst>
          </p:cNvPr>
          <p:cNvSpPr txBox="1"/>
          <p:nvPr/>
        </p:nvSpPr>
        <p:spPr>
          <a:xfrm>
            <a:off x="4180115" y="4045749"/>
            <a:ext cx="954044" cy="307777"/>
          </a:xfrm>
          <a:prstGeom prst="rect">
            <a:avLst/>
          </a:prstGeom>
          <a:noFill/>
        </p:spPr>
        <p:txBody>
          <a:bodyPr wrap="none" rtlCol="0">
            <a:spAutoFit/>
          </a:bodyPr>
          <a:lstStyle/>
          <a:p>
            <a:r>
              <a:rPr lang="en-US" sz="1400" dirty="0"/>
              <a:t>Validation</a:t>
            </a:r>
          </a:p>
        </p:txBody>
      </p:sp>
      <p:sp>
        <p:nvSpPr>
          <p:cNvPr id="30" name="U-Turn Arrow 29">
            <a:extLst>
              <a:ext uri="{FF2B5EF4-FFF2-40B4-BE49-F238E27FC236}">
                <a16:creationId xmlns:a16="http://schemas.microsoft.com/office/drawing/2014/main" id="{EF02380A-CEC6-9059-5FFD-56C4F2D75F86}"/>
              </a:ext>
            </a:extLst>
          </p:cNvPr>
          <p:cNvSpPr/>
          <p:nvPr/>
        </p:nvSpPr>
        <p:spPr bwMode="auto">
          <a:xfrm rot="5400000">
            <a:off x="6703210" y="3854916"/>
            <a:ext cx="483326" cy="381667"/>
          </a:xfrm>
          <a:prstGeom prst="uturnArrow">
            <a:avLst/>
          </a:prstGeom>
          <a:solidFill>
            <a:schemeClr val="tx1"/>
          </a:solidFill>
          <a:ln w="9525" cap="flat" cmpd="sng" algn="ctr">
            <a:no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ahoma" charset="0"/>
            </a:endParaRPr>
          </a:p>
        </p:txBody>
      </p:sp>
      <p:sp>
        <p:nvSpPr>
          <p:cNvPr id="31" name="TextBox 30">
            <a:extLst>
              <a:ext uri="{FF2B5EF4-FFF2-40B4-BE49-F238E27FC236}">
                <a16:creationId xmlns:a16="http://schemas.microsoft.com/office/drawing/2014/main" id="{66B48765-CD88-2713-752F-8C4C5FECC0D6}"/>
              </a:ext>
            </a:extLst>
          </p:cNvPr>
          <p:cNvSpPr txBox="1"/>
          <p:nvPr/>
        </p:nvSpPr>
        <p:spPr>
          <a:xfrm>
            <a:off x="7135707" y="3565875"/>
            <a:ext cx="736484" cy="523220"/>
          </a:xfrm>
          <a:prstGeom prst="rect">
            <a:avLst/>
          </a:prstGeom>
          <a:noFill/>
        </p:spPr>
        <p:txBody>
          <a:bodyPr wrap="none" rtlCol="0">
            <a:spAutoFit/>
          </a:bodyPr>
          <a:lstStyle/>
          <a:p>
            <a:r>
              <a:rPr lang="en-US" sz="1400" dirty="0"/>
              <a:t>Quality</a:t>
            </a:r>
          </a:p>
          <a:p>
            <a:r>
              <a:rPr lang="en-US" sz="1400" dirty="0"/>
              <a:t>Rules</a:t>
            </a:r>
          </a:p>
        </p:txBody>
      </p:sp>
      <p:sp>
        <p:nvSpPr>
          <p:cNvPr id="32" name="U-Turn Arrow 31">
            <a:extLst>
              <a:ext uri="{FF2B5EF4-FFF2-40B4-BE49-F238E27FC236}">
                <a16:creationId xmlns:a16="http://schemas.microsoft.com/office/drawing/2014/main" id="{DF4AE59D-A7B1-32D6-4E8A-7AEBF94C8999}"/>
              </a:ext>
            </a:extLst>
          </p:cNvPr>
          <p:cNvSpPr/>
          <p:nvPr/>
        </p:nvSpPr>
        <p:spPr bwMode="auto">
          <a:xfrm rot="5400000">
            <a:off x="6729336" y="5180416"/>
            <a:ext cx="483326" cy="381667"/>
          </a:xfrm>
          <a:prstGeom prst="uturnArrow">
            <a:avLst/>
          </a:prstGeom>
          <a:solidFill>
            <a:schemeClr val="tx1"/>
          </a:solidFill>
          <a:ln w="9525" cap="flat" cmpd="sng" algn="ctr">
            <a:no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ahoma" charset="0"/>
            </a:endParaRPr>
          </a:p>
        </p:txBody>
      </p:sp>
      <p:sp>
        <p:nvSpPr>
          <p:cNvPr id="33" name="TextBox 32">
            <a:extLst>
              <a:ext uri="{FF2B5EF4-FFF2-40B4-BE49-F238E27FC236}">
                <a16:creationId xmlns:a16="http://schemas.microsoft.com/office/drawing/2014/main" id="{877901D6-E615-AFC4-B949-DF13AC570D25}"/>
              </a:ext>
            </a:extLst>
          </p:cNvPr>
          <p:cNvSpPr txBox="1"/>
          <p:nvPr/>
        </p:nvSpPr>
        <p:spPr>
          <a:xfrm>
            <a:off x="7225212" y="5060662"/>
            <a:ext cx="736484" cy="523220"/>
          </a:xfrm>
          <a:prstGeom prst="rect">
            <a:avLst/>
          </a:prstGeom>
          <a:noFill/>
        </p:spPr>
        <p:txBody>
          <a:bodyPr wrap="none" rtlCol="0">
            <a:spAutoFit/>
          </a:bodyPr>
          <a:lstStyle/>
          <a:p>
            <a:r>
              <a:rPr lang="en-US" sz="1400" dirty="0"/>
              <a:t>Quality</a:t>
            </a:r>
          </a:p>
          <a:p>
            <a:r>
              <a:rPr lang="en-US" sz="1400" dirty="0"/>
              <a:t>Rules</a:t>
            </a:r>
          </a:p>
        </p:txBody>
      </p:sp>
      <p:sp>
        <p:nvSpPr>
          <p:cNvPr id="34" name="Text Box 4">
            <a:extLst>
              <a:ext uri="{FF2B5EF4-FFF2-40B4-BE49-F238E27FC236}">
                <a16:creationId xmlns:a16="http://schemas.microsoft.com/office/drawing/2014/main" id="{1D3074CC-8AE9-D0CB-076B-BD9F91C77F6E}"/>
              </a:ext>
            </a:extLst>
          </p:cNvPr>
          <p:cNvSpPr txBox="1">
            <a:spLocks noChangeArrowheads="1"/>
          </p:cNvSpPr>
          <p:nvPr/>
        </p:nvSpPr>
        <p:spPr bwMode="auto">
          <a:xfrm>
            <a:off x="796834" y="1271519"/>
            <a:ext cx="9731829" cy="646331"/>
          </a:xfrm>
          <a:prstGeom prst="rect">
            <a:avLst/>
          </a:prstGeom>
          <a:gradFill rotWithShape="0">
            <a:gsLst>
              <a:gs pos="0">
                <a:schemeClr val="accent2"/>
              </a:gs>
              <a:gs pos="100000">
                <a:schemeClr val="bg1"/>
              </a:gs>
            </a:gsLst>
            <a:lin ang="0" scaled="1"/>
          </a:gradFill>
          <a:ln w="9525">
            <a:noFill/>
            <a:miter lim="800000"/>
            <a:headEnd/>
            <a:tailEnd/>
          </a:ln>
          <a:effectLst/>
        </p:spPr>
        <p:txBody>
          <a:bodyPr wrap="square">
            <a:prstTxWarp prst="textNoShape">
              <a:avLst/>
            </a:prstTxWarp>
            <a:spAutoFit/>
          </a:bodyPr>
          <a:lstStyle/>
          <a:p>
            <a:r>
              <a:rPr lang="en-US" dirty="0"/>
              <a:t>Much of the development process can be managed by understanding and applying the following concepts…</a:t>
            </a:r>
          </a:p>
        </p:txBody>
      </p:sp>
      <p:sp>
        <p:nvSpPr>
          <p:cNvPr id="2" name="Text Box 4">
            <a:extLst>
              <a:ext uri="{FF2B5EF4-FFF2-40B4-BE49-F238E27FC236}">
                <a16:creationId xmlns:a16="http://schemas.microsoft.com/office/drawing/2014/main" id="{178B62E3-EFF6-CE2B-E82F-296307C35FBD}"/>
              </a:ext>
            </a:extLst>
          </p:cNvPr>
          <p:cNvSpPr txBox="1">
            <a:spLocks noChangeArrowheads="1"/>
          </p:cNvSpPr>
          <p:nvPr/>
        </p:nvSpPr>
        <p:spPr bwMode="auto">
          <a:xfrm>
            <a:off x="8967651" y="1782346"/>
            <a:ext cx="3122023" cy="923330"/>
          </a:xfrm>
          <a:prstGeom prst="rect">
            <a:avLst/>
          </a:prstGeom>
          <a:gradFill rotWithShape="0">
            <a:gsLst>
              <a:gs pos="0">
                <a:schemeClr val="accent2"/>
              </a:gs>
              <a:gs pos="100000">
                <a:schemeClr val="bg1"/>
              </a:gs>
            </a:gsLst>
            <a:lin ang="0" scaled="1"/>
          </a:gradFill>
          <a:ln w="9525">
            <a:noFill/>
            <a:miter lim="800000"/>
            <a:headEnd/>
            <a:tailEnd/>
          </a:ln>
          <a:effectLst/>
        </p:spPr>
        <p:txBody>
          <a:bodyPr wrap="square">
            <a:prstTxWarp prst="textNoShape">
              <a:avLst/>
            </a:prstTxWarp>
            <a:spAutoFit/>
          </a:bodyPr>
          <a:lstStyle/>
          <a:p>
            <a:r>
              <a:rPr lang="en-US" dirty="0"/>
              <a:t>Part 1: Basic Development Items and Relationships (Judgements)</a:t>
            </a:r>
          </a:p>
        </p:txBody>
      </p:sp>
    </p:spTree>
    <p:extLst>
      <p:ext uri="{BB962C8B-B14F-4D97-AF65-F5344CB8AC3E}">
        <p14:creationId xmlns:p14="http://schemas.microsoft.com/office/powerpoint/2010/main" val="18671266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7681BB80-6397-51E3-F17E-8D28238D3CA2}"/>
              </a:ext>
            </a:extLst>
          </p:cNvPr>
          <p:cNvSpPr>
            <a:spLocks noGrp="1"/>
          </p:cNvSpPr>
          <p:nvPr>
            <p:ph type="title"/>
          </p:nvPr>
        </p:nvSpPr>
        <p:spPr/>
        <p:txBody>
          <a:bodyPr/>
          <a:lstStyle/>
          <a:p>
            <a:endParaRPr lang="en-US" sz="3200" dirty="0"/>
          </a:p>
        </p:txBody>
      </p:sp>
      <p:sp>
        <p:nvSpPr>
          <p:cNvPr id="4" name="Footer Placeholder 3">
            <a:extLst>
              <a:ext uri="{FF2B5EF4-FFF2-40B4-BE49-F238E27FC236}">
                <a16:creationId xmlns:a16="http://schemas.microsoft.com/office/drawing/2014/main" id="{33A50D14-9E33-8190-13CE-BF51426CED80}"/>
              </a:ext>
            </a:extLst>
          </p:cNvPr>
          <p:cNvSpPr>
            <a:spLocks noGrp="1"/>
          </p:cNvSpPr>
          <p:nvPr>
            <p:ph type="ftr" sz="quarter" idx="10"/>
          </p:nvPr>
        </p:nvSpPr>
        <p:spPr/>
        <p:txBody>
          <a:bodyPr/>
          <a:lstStyle/>
          <a:p>
            <a:pPr>
              <a:defRPr/>
            </a:pPr>
            <a:r>
              <a:rPr lang="en-US"/>
              <a:t>CS Agentic Development</a:t>
            </a:r>
          </a:p>
        </p:txBody>
      </p:sp>
      <p:sp>
        <p:nvSpPr>
          <p:cNvPr id="6" name="Rectangle 5">
            <a:extLst>
              <a:ext uri="{FF2B5EF4-FFF2-40B4-BE49-F238E27FC236}">
                <a16:creationId xmlns:a16="http://schemas.microsoft.com/office/drawing/2014/main" id="{D8E64424-041B-03E4-B588-01BC64D49B88}"/>
              </a:ext>
            </a:extLst>
          </p:cNvPr>
          <p:cNvSpPr/>
          <p:nvPr/>
        </p:nvSpPr>
        <p:spPr bwMode="auto">
          <a:xfrm>
            <a:off x="5156927" y="3530796"/>
            <a:ext cx="1559859" cy="882127"/>
          </a:xfrm>
          <a:prstGeom prst="rect">
            <a:avLst/>
          </a:prstGeom>
          <a:solidFill>
            <a:schemeClr val="accent5">
              <a:lumMod val="60000"/>
              <a:lumOff val="40000"/>
            </a:schemeClr>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dirty="0">
                <a:ln>
                  <a:noFill/>
                </a:ln>
                <a:solidFill>
                  <a:schemeClr val="tx1"/>
                </a:solidFill>
                <a:effectLst/>
                <a:latin typeface="Tahoma" charset="0"/>
              </a:rPr>
              <a:t>Specs</a:t>
            </a:r>
          </a:p>
        </p:txBody>
      </p:sp>
      <p:sp>
        <p:nvSpPr>
          <p:cNvPr id="8" name="Rectangle 7">
            <a:extLst>
              <a:ext uri="{FF2B5EF4-FFF2-40B4-BE49-F238E27FC236}">
                <a16:creationId xmlns:a16="http://schemas.microsoft.com/office/drawing/2014/main" id="{E08FBC14-F2F2-BB8C-42A8-D03BDB881F69}"/>
              </a:ext>
            </a:extLst>
          </p:cNvPr>
          <p:cNvSpPr/>
          <p:nvPr/>
        </p:nvSpPr>
        <p:spPr bwMode="auto">
          <a:xfrm>
            <a:off x="5156927" y="4930186"/>
            <a:ext cx="1559859" cy="882127"/>
          </a:xfrm>
          <a:prstGeom prst="rect">
            <a:avLst/>
          </a:prstGeom>
          <a:solidFill>
            <a:schemeClr val="accent5">
              <a:lumMod val="60000"/>
              <a:lumOff val="40000"/>
            </a:schemeClr>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dirty="0">
                <a:ln>
                  <a:noFill/>
                </a:ln>
                <a:solidFill>
                  <a:schemeClr val="tx1"/>
                </a:solidFill>
                <a:effectLst/>
                <a:latin typeface="Tahoma" charset="0"/>
              </a:rPr>
              <a:t>Realization</a:t>
            </a:r>
          </a:p>
        </p:txBody>
      </p:sp>
      <p:pic>
        <p:nvPicPr>
          <p:cNvPr id="10" name="Picture 9" descr="Team - Free people icons">
            <a:extLst>
              <a:ext uri="{FF2B5EF4-FFF2-40B4-BE49-F238E27FC236}">
                <a16:creationId xmlns:a16="http://schemas.microsoft.com/office/drawing/2014/main" id="{AACC8343-4F39-1497-A0F6-F04FD01BDF08}"/>
              </a:ext>
            </a:extLst>
          </p:cNvPr>
          <p:cNvPicPr>
            <a:picLocks noChangeAspect="1"/>
          </p:cNvPicPr>
          <p:nvPr/>
        </p:nvPicPr>
        <p:blipFill>
          <a:blip r:embed="rId2"/>
          <a:stretch>
            <a:fillRect/>
          </a:stretch>
        </p:blipFill>
        <p:spPr>
          <a:xfrm>
            <a:off x="3278779" y="1883886"/>
            <a:ext cx="1143000" cy="1143000"/>
          </a:xfrm>
          <a:prstGeom prst="rect">
            <a:avLst/>
          </a:prstGeom>
        </p:spPr>
      </p:pic>
      <p:sp>
        <p:nvSpPr>
          <p:cNvPr id="11" name="TextBox 10">
            <a:extLst>
              <a:ext uri="{FF2B5EF4-FFF2-40B4-BE49-F238E27FC236}">
                <a16:creationId xmlns:a16="http://schemas.microsoft.com/office/drawing/2014/main" id="{E465597C-BFA4-54CA-7B58-D4180670EC42}"/>
              </a:ext>
            </a:extLst>
          </p:cNvPr>
          <p:cNvSpPr txBox="1"/>
          <p:nvPr/>
        </p:nvSpPr>
        <p:spPr>
          <a:xfrm>
            <a:off x="3082835" y="2983997"/>
            <a:ext cx="1649362" cy="646331"/>
          </a:xfrm>
          <a:prstGeom prst="rect">
            <a:avLst/>
          </a:prstGeom>
          <a:noFill/>
        </p:spPr>
        <p:txBody>
          <a:bodyPr wrap="none" rtlCol="0">
            <a:spAutoFit/>
          </a:bodyPr>
          <a:lstStyle/>
          <a:p>
            <a:r>
              <a:rPr lang="en-US" dirty="0"/>
              <a:t>Stakeholders /</a:t>
            </a:r>
          </a:p>
          <a:p>
            <a:r>
              <a:rPr lang="en-US" dirty="0"/>
              <a:t>Human Intent</a:t>
            </a:r>
          </a:p>
        </p:txBody>
      </p:sp>
      <p:sp>
        <p:nvSpPr>
          <p:cNvPr id="13" name="TextBox 12">
            <a:extLst>
              <a:ext uri="{FF2B5EF4-FFF2-40B4-BE49-F238E27FC236}">
                <a16:creationId xmlns:a16="http://schemas.microsoft.com/office/drawing/2014/main" id="{5FFD2CC0-653E-9D93-6719-71DDDF0C54A3}"/>
              </a:ext>
            </a:extLst>
          </p:cNvPr>
          <p:cNvSpPr txBox="1"/>
          <p:nvPr/>
        </p:nvSpPr>
        <p:spPr>
          <a:xfrm>
            <a:off x="5982790" y="4525624"/>
            <a:ext cx="1059970" cy="307777"/>
          </a:xfrm>
          <a:prstGeom prst="rect">
            <a:avLst/>
          </a:prstGeom>
          <a:noFill/>
        </p:spPr>
        <p:txBody>
          <a:bodyPr wrap="none" rtlCol="0">
            <a:spAutoFit/>
          </a:bodyPr>
          <a:lstStyle/>
          <a:p>
            <a:r>
              <a:rPr lang="en-US" sz="1400" dirty="0"/>
              <a:t>Verification</a:t>
            </a:r>
          </a:p>
        </p:txBody>
      </p:sp>
      <p:cxnSp>
        <p:nvCxnSpPr>
          <p:cNvPr id="16" name="Straight Arrow Connector 15">
            <a:extLst>
              <a:ext uri="{FF2B5EF4-FFF2-40B4-BE49-F238E27FC236}">
                <a16:creationId xmlns:a16="http://schemas.microsoft.com/office/drawing/2014/main" id="{C1E9CDDD-CFE5-6732-223E-1EBBC65C9E0C}"/>
              </a:ext>
            </a:extLst>
          </p:cNvPr>
          <p:cNvCxnSpPr>
            <a:cxnSpLocks/>
          </p:cNvCxnSpPr>
          <p:nvPr/>
        </p:nvCxnSpPr>
        <p:spPr bwMode="auto">
          <a:xfrm>
            <a:off x="5923794" y="4412923"/>
            <a:ext cx="0" cy="517263"/>
          </a:xfrm>
          <a:prstGeom prst="straightConnector1">
            <a:avLst/>
          </a:prstGeom>
          <a:solidFill>
            <a:schemeClr val="accent1"/>
          </a:solidFill>
          <a:ln w="38100" cap="flat" cmpd="sng" algn="ctr">
            <a:solidFill>
              <a:schemeClr val="tx1"/>
            </a:solidFill>
            <a:prstDash val="solid"/>
            <a:miter lim="800000"/>
            <a:headEnd type="triangle"/>
            <a:tailEnd type="triangle"/>
          </a:ln>
          <a:effectLst/>
        </p:spPr>
      </p:cxnSp>
      <p:cxnSp>
        <p:nvCxnSpPr>
          <p:cNvPr id="19" name="Straight Arrow Connector 18">
            <a:extLst>
              <a:ext uri="{FF2B5EF4-FFF2-40B4-BE49-F238E27FC236}">
                <a16:creationId xmlns:a16="http://schemas.microsoft.com/office/drawing/2014/main" id="{D6EBD7D3-2863-C093-6092-4ABFF6E878B9}"/>
              </a:ext>
            </a:extLst>
          </p:cNvPr>
          <p:cNvCxnSpPr>
            <a:cxnSpLocks/>
          </p:cNvCxnSpPr>
          <p:nvPr/>
        </p:nvCxnSpPr>
        <p:spPr bwMode="auto">
          <a:xfrm>
            <a:off x="4188823" y="3986244"/>
            <a:ext cx="976812" cy="0"/>
          </a:xfrm>
          <a:prstGeom prst="straightConnector1">
            <a:avLst/>
          </a:prstGeom>
          <a:solidFill>
            <a:schemeClr val="accent1"/>
          </a:solidFill>
          <a:ln w="38100" cap="flat" cmpd="sng" algn="ctr">
            <a:solidFill>
              <a:schemeClr val="tx1"/>
            </a:solidFill>
            <a:prstDash val="solid"/>
            <a:miter lim="800000"/>
            <a:headEnd type="none" w="med" len="med"/>
            <a:tailEnd type="triangle"/>
          </a:ln>
          <a:effectLst/>
        </p:spPr>
      </p:cxnSp>
      <p:cxnSp>
        <p:nvCxnSpPr>
          <p:cNvPr id="20" name="Straight Arrow Connector 19">
            <a:extLst>
              <a:ext uri="{FF2B5EF4-FFF2-40B4-BE49-F238E27FC236}">
                <a16:creationId xmlns:a16="http://schemas.microsoft.com/office/drawing/2014/main" id="{8E5D7702-6F9F-045C-DD01-B29765992842}"/>
              </a:ext>
            </a:extLst>
          </p:cNvPr>
          <p:cNvCxnSpPr>
            <a:cxnSpLocks/>
          </p:cNvCxnSpPr>
          <p:nvPr/>
        </p:nvCxnSpPr>
        <p:spPr bwMode="auto">
          <a:xfrm flipV="1">
            <a:off x="4197531" y="3630328"/>
            <a:ext cx="0" cy="341531"/>
          </a:xfrm>
          <a:prstGeom prst="straightConnector1">
            <a:avLst/>
          </a:prstGeom>
          <a:solidFill>
            <a:schemeClr val="accent1"/>
          </a:solidFill>
          <a:ln w="38100" cap="flat" cmpd="sng" algn="ctr">
            <a:solidFill>
              <a:schemeClr val="tx1"/>
            </a:solidFill>
            <a:prstDash val="solid"/>
            <a:miter lim="800000"/>
            <a:headEnd type="none" w="med" len="med"/>
            <a:tailEnd type="triangle"/>
          </a:ln>
          <a:effectLst/>
        </p:spPr>
      </p:cxnSp>
      <p:cxnSp>
        <p:nvCxnSpPr>
          <p:cNvPr id="26" name="Straight Arrow Connector 25">
            <a:extLst>
              <a:ext uri="{FF2B5EF4-FFF2-40B4-BE49-F238E27FC236}">
                <a16:creationId xmlns:a16="http://schemas.microsoft.com/office/drawing/2014/main" id="{763AD5B7-D347-51B1-D6D0-453853D490D0}"/>
              </a:ext>
            </a:extLst>
          </p:cNvPr>
          <p:cNvCxnSpPr>
            <a:cxnSpLocks/>
          </p:cNvCxnSpPr>
          <p:nvPr/>
        </p:nvCxnSpPr>
        <p:spPr bwMode="auto">
          <a:xfrm>
            <a:off x="4180115" y="5372665"/>
            <a:ext cx="976812" cy="0"/>
          </a:xfrm>
          <a:prstGeom prst="straightConnector1">
            <a:avLst/>
          </a:prstGeom>
          <a:solidFill>
            <a:schemeClr val="accent1"/>
          </a:solidFill>
          <a:ln w="38100" cap="flat" cmpd="sng" algn="ctr">
            <a:solidFill>
              <a:schemeClr val="tx1"/>
            </a:solidFill>
            <a:prstDash val="solid"/>
            <a:miter lim="800000"/>
            <a:headEnd type="none" w="med" len="med"/>
            <a:tailEnd type="triangle"/>
          </a:ln>
          <a:effectLst/>
        </p:spPr>
      </p:cxnSp>
      <p:cxnSp>
        <p:nvCxnSpPr>
          <p:cNvPr id="28" name="Straight Connector 27">
            <a:extLst>
              <a:ext uri="{FF2B5EF4-FFF2-40B4-BE49-F238E27FC236}">
                <a16:creationId xmlns:a16="http://schemas.microsoft.com/office/drawing/2014/main" id="{97449A94-0ADE-207E-EB05-364D03288805}"/>
              </a:ext>
            </a:extLst>
          </p:cNvPr>
          <p:cNvCxnSpPr/>
          <p:nvPr/>
        </p:nvCxnSpPr>
        <p:spPr bwMode="auto">
          <a:xfrm>
            <a:off x="4197531" y="3971859"/>
            <a:ext cx="0" cy="1377370"/>
          </a:xfrm>
          <a:prstGeom prst="line">
            <a:avLst/>
          </a:prstGeom>
          <a:solidFill>
            <a:schemeClr val="accent1"/>
          </a:solidFill>
          <a:ln w="38100" cap="flat" cmpd="sng" algn="ctr">
            <a:solidFill>
              <a:schemeClr val="tx1"/>
            </a:solidFill>
            <a:prstDash val="solid"/>
            <a:miter lim="800000"/>
            <a:headEnd type="none" w="med" len="med"/>
            <a:tailEnd type="none" w="med" len="med"/>
          </a:ln>
          <a:effectLst/>
        </p:spPr>
      </p:cxnSp>
      <p:sp>
        <p:nvSpPr>
          <p:cNvPr id="29" name="TextBox 28">
            <a:extLst>
              <a:ext uri="{FF2B5EF4-FFF2-40B4-BE49-F238E27FC236}">
                <a16:creationId xmlns:a16="http://schemas.microsoft.com/office/drawing/2014/main" id="{5C988B22-84E9-BAFD-1FFE-CDA5C8BA27BB}"/>
              </a:ext>
            </a:extLst>
          </p:cNvPr>
          <p:cNvSpPr txBox="1"/>
          <p:nvPr/>
        </p:nvSpPr>
        <p:spPr>
          <a:xfrm>
            <a:off x="4180115" y="4045749"/>
            <a:ext cx="954044" cy="307777"/>
          </a:xfrm>
          <a:prstGeom prst="rect">
            <a:avLst/>
          </a:prstGeom>
          <a:noFill/>
        </p:spPr>
        <p:txBody>
          <a:bodyPr wrap="none" rtlCol="0">
            <a:spAutoFit/>
          </a:bodyPr>
          <a:lstStyle/>
          <a:p>
            <a:r>
              <a:rPr lang="en-US" sz="1400" dirty="0"/>
              <a:t>Validation</a:t>
            </a:r>
          </a:p>
        </p:txBody>
      </p:sp>
      <p:sp>
        <p:nvSpPr>
          <p:cNvPr id="30" name="U-Turn Arrow 29">
            <a:extLst>
              <a:ext uri="{FF2B5EF4-FFF2-40B4-BE49-F238E27FC236}">
                <a16:creationId xmlns:a16="http://schemas.microsoft.com/office/drawing/2014/main" id="{B6FE6B6F-4087-F665-D331-E80F7885B788}"/>
              </a:ext>
            </a:extLst>
          </p:cNvPr>
          <p:cNvSpPr/>
          <p:nvPr/>
        </p:nvSpPr>
        <p:spPr bwMode="auto">
          <a:xfrm rot="5400000">
            <a:off x="6703210" y="3854916"/>
            <a:ext cx="483326" cy="381667"/>
          </a:xfrm>
          <a:prstGeom prst="uturnArrow">
            <a:avLst/>
          </a:prstGeom>
          <a:solidFill>
            <a:schemeClr val="tx1"/>
          </a:solidFill>
          <a:ln w="9525" cap="flat" cmpd="sng" algn="ctr">
            <a:no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ahoma" charset="0"/>
            </a:endParaRPr>
          </a:p>
        </p:txBody>
      </p:sp>
      <p:sp>
        <p:nvSpPr>
          <p:cNvPr id="31" name="TextBox 30">
            <a:extLst>
              <a:ext uri="{FF2B5EF4-FFF2-40B4-BE49-F238E27FC236}">
                <a16:creationId xmlns:a16="http://schemas.microsoft.com/office/drawing/2014/main" id="{ABA3ACDE-D7E4-FF62-847D-F79B5C8839F6}"/>
              </a:ext>
            </a:extLst>
          </p:cNvPr>
          <p:cNvSpPr txBox="1"/>
          <p:nvPr/>
        </p:nvSpPr>
        <p:spPr>
          <a:xfrm>
            <a:off x="7135707" y="3565875"/>
            <a:ext cx="736484" cy="523220"/>
          </a:xfrm>
          <a:prstGeom prst="rect">
            <a:avLst/>
          </a:prstGeom>
          <a:noFill/>
        </p:spPr>
        <p:txBody>
          <a:bodyPr wrap="none" rtlCol="0">
            <a:spAutoFit/>
          </a:bodyPr>
          <a:lstStyle/>
          <a:p>
            <a:r>
              <a:rPr lang="en-US" sz="1400" dirty="0"/>
              <a:t>Quality</a:t>
            </a:r>
          </a:p>
          <a:p>
            <a:r>
              <a:rPr lang="en-US" sz="1400" dirty="0"/>
              <a:t>Rules</a:t>
            </a:r>
          </a:p>
        </p:txBody>
      </p:sp>
      <p:sp>
        <p:nvSpPr>
          <p:cNvPr id="32" name="U-Turn Arrow 31">
            <a:extLst>
              <a:ext uri="{FF2B5EF4-FFF2-40B4-BE49-F238E27FC236}">
                <a16:creationId xmlns:a16="http://schemas.microsoft.com/office/drawing/2014/main" id="{2D482AD6-311B-CD0C-4AF2-F5F1D3802077}"/>
              </a:ext>
            </a:extLst>
          </p:cNvPr>
          <p:cNvSpPr/>
          <p:nvPr/>
        </p:nvSpPr>
        <p:spPr bwMode="auto">
          <a:xfrm rot="5400000">
            <a:off x="6729336" y="5180416"/>
            <a:ext cx="483326" cy="381667"/>
          </a:xfrm>
          <a:prstGeom prst="uturnArrow">
            <a:avLst/>
          </a:prstGeom>
          <a:solidFill>
            <a:schemeClr val="tx1"/>
          </a:solidFill>
          <a:ln w="9525" cap="flat" cmpd="sng" algn="ctr">
            <a:no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ahoma" charset="0"/>
            </a:endParaRPr>
          </a:p>
        </p:txBody>
      </p:sp>
      <p:sp>
        <p:nvSpPr>
          <p:cNvPr id="33" name="TextBox 32">
            <a:extLst>
              <a:ext uri="{FF2B5EF4-FFF2-40B4-BE49-F238E27FC236}">
                <a16:creationId xmlns:a16="http://schemas.microsoft.com/office/drawing/2014/main" id="{E8168140-0A69-D268-A031-DE795ED706F5}"/>
              </a:ext>
            </a:extLst>
          </p:cNvPr>
          <p:cNvSpPr txBox="1"/>
          <p:nvPr/>
        </p:nvSpPr>
        <p:spPr>
          <a:xfrm>
            <a:off x="7225212" y="5060662"/>
            <a:ext cx="736484" cy="523220"/>
          </a:xfrm>
          <a:prstGeom prst="rect">
            <a:avLst/>
          </a:prstGeom>
          <a:noFill/>
        </p:spPr>
        <p:txBody>
          <a:bodyPr wrap="none" rtlCol="0">
            <a:spAutoFit/>
          </a:bodyPr>
          <a:lstStyle/>
          <a:p>
            <a:r>
              <a:rPr lang="en-US" sz="1400" dirty="0"/>
              <a:t>Quality</a:t>
            </a:r>
          </a:p>
          <a:p>
            <a:r>
              <a:rPr lang="en-US" sz="1400" dirty="0"/>
              <a:t>Rules</a:t>
            </a:r>
          </a:p>
        </p:txBody>
      </p:sp>
      <p:grpSp>
        <p:nvGrpSpPr>
          <p:cNvPr id="49" name="Group 48">
            <a:extLst>
              <a:ext uri="{FF2B5EF4-FFF2-40B4-BE49-F238E27FC236}">
                <a16:creationId xmlns:a16="http://schemas.microsoft.com/office/drawing/2014/main" id="{FB4133BB-C11D-26D5-2130-E703FC1D3646}"/>
              </a:ext>
            </a:extLst>
          </p:cNvPr>
          <p:cNvGrpSpPr/>
          <p:nvPr/>
        </p:nvGrpSpPr>
        <p:grpSpPr>
          <a:xfrm>
            <a:off x="4990525" y="1764001"/>
            <a:ext cx="3070144" cy="1962238"/>
            <a:chOff x="4990525" y="1764001"/>
            <a:chExt cx="3070144" cy="1962238"/>
          </a:xfrm>
        </p:grpSpPr>
        <p:sp>
          <p:nvSpPr>
            <p:cNvPr id="36" name="Text Box 12">
              <a:extLst>
                <a:ext uri="{FF2B5EF4-FFF2-40B4-BE49-F238E27FC236}">
                  <a16:creationId xmlns:a16="http://schemas.microsoft.com/office/drawing/2014/main" id="{79E698EB-96E9-68C7-29D7-382FD8FECB97}"/>
                </a:ext>
              </a:extLst>
            </p:cNvPr>
            <p:cNvSpPr txBox="1">
              <a:spLocks noChangeArrowheads="1"/>
            </p:cNvSpPr>
            <p:nvPr/>
          </p:nvSpPr>
          <p:spPr bwMode="auto">
            <a:xfrm>
              <a:off x="4990525" y="1764001"/>
              <a:ext cx="3070144" cy="1600438"/>
            </a:xfrm>
            <a:prstGeom prst="rect">
              <a:avLst/>
            </a:prstGeom>
            <a:solidFill>
              <a:schemeClr val="accent2"/>
            </a:solidFill>
            <a:ln w="12700">
              <a:solidFill>
                <a:schemeClr val="tx1"/>
              </a:solidFill>
              <a:miter lim="800000"/>
              <a:headEnd/>
              <a:tailEnd/>
            </a:ln>
            <a:effectLst>
              <a:outerShdw blurRad="63500" dist="35921" dir="2700000" algn="ctr" rotWithShape="0">
                <a:schemeClr val="bg2"/>
              </a:outerShdw>
            </a:effectLst>
          </p:spPr>
          <p:txBody>
            <a:bodyPr wrap="square" anchor="ctr">
              <a:prstTxWarp prst="textNoShape">
                <a:avLst/>
              </a:prstTxWarp>
              <a:spAutoFit/>
            </a:bodyPr>
            <a:lstStyle/>
            <a:p>
              <a:pPr marL="285750" indent="-285750">
                <a:buFont typeface="Arial" panose="020B0604020202020204" pitchFamily="34" charset="0"/>
                <a:buChar char="•"/>
              </a:pPr>
              <a:r>
                <a:rPr lang="en-US" sz="1400" i="1" dirty="0"/>
                <a:t>System purpose/scope</a:t>
              </a:r>
            </a:p>
            <a:p>
              <a:pPr marL="285750" indent="-285750">
                <a:buFont typeface="Arial" panose="020B0604020202020204" pitchFamily="34" charset="0"/>
                <a:buChar char="•"/>
              </a:pPr>
              <a:r>
                <a:rPr lang="en-US" sz="1400" i="1" dirty="0"/>
                <a:t>Glossary </a:t>
              </a:r>
            </a:p>
            <a:p>
              <a:pPr marL="285750" indent="-285750">
                <a:buFont typeface="Arial" panose="020B0604020202020204" pitchFamily="34" charset="0"/>
                <a:buChar char="•"/>
              </a:pPr>
              <a:r>
                <a:rPr lang="en-US" sz="1400" i="1" dirty="0"/>
                <a:t>User stories</a:t>
              </a:r>
            </a:p>
            <a:p>
              <a:pPr marL="285750" indent="-285750">
                <a:buFont typeface="Arial" panose="020B0604020202020204" pitchFamily="34" charset="0"/>
                <a:buChar char="•"/>
              </a:pPr>
              <a:r>
                <a:rPr lang="en-US" sz="1400" i="1" dirty="0"/>
                <a:t>Requirements</a:t>
              </a:r>
            </a:p>
            <a:p>
              <a:pPr marL="285750" indent="-285750">
                <a:buFont typeface="Arial" panose="020B0604020202020204" pitchFamily="34" charset="0"/>
                <a:buChar char="•"/>
              </a:pPr>
              <a:r>
                <a:rPr lang="en-US" sz="1400" i="1" dirty="0"/>
                <a:t>Architecture descriptions</a:t>
              </a:r>
            </a:p>
            <a:p>
              <a:pPr marL="285750" indent="-285750">
                <a:buFont typeface="Arial" panose="020B0604020202020204" pitchFamily="34" charset="0"/>
                <a:buChar char="•"/>
              </a:pPr>
              <a:r>
                <a:rPr lang="en-US" sz="1400" i="1" dirty="0"/>
                <a:t>Data description</a:t>
              </a:r>
            </a:p>
            <a:p>
              <a:pPr marL="285750" indent="-285750">
                <a:buFont typeface="Arial" panose="020B0604020202020204" pitchFamily="34" charset="0"/>
                <a:buChar char="•"/>
              </a:pPr>
              <a:r>
                <a:rPr lang="en-US" sz="1400" i="1" dirty="0"/>
                <a:t>Sequence charts, etc., etc.</a:t>
              </a:r>
            </a:p>
          </p:txBody>
        </p:sp>
        <p:cxnSp>
          <p:nvCxnSpPr>
            <p:cNvPr id="38" name="Straight Connector 37">
              <a:extLst>
                <a:ext uri="{FF2B5EF4-FFF2-40B4-BE49-F238E27FC236}">
                  <a16:creationId xmlns:a16="http://schemas.microsoft.com/office/drawing/2014/main" id="{064C6A91-07FB-4B8D-82CB-A386F7F5574E}"/>
                </a:ext>
              </a:extLst>
            </p:cNvPr>
            <p:cNvCxnSpPr>
              <a:cxnSpLocks/>
            </p:cNvCxnSpPr>
            <p:nvPr/>
          </p:nvCxnSpPr>
          <p:spPr bwMode="auto">
            <a:xfrm flipV="1">
              <a:off x="6406260" y="3364439"/>
              <a:ext cx="729447" cy="361800"/>
            </a:xfrm>
            <a:prstGeom prst="line">
              <a:avLst/>
            </a:prstGeom>
            <a:solidFill>
              <a:schemeClr val="accent1"/>
            </a:solidFill>
            <a:ln w="38100" cap="flat" cmpd="sng" algn="ctr">
              <a:solidFill>
                <a:srgbClr val="FF0000"/>
              </a:solidFill>
              <a:prstDash val="sysDash"/>
              <a:miter lim="800000"/>
              <a:headEnd type="none" w="med" len="med"/>
              <a:tailEnd type="none" w="med" len="med"/>
            </a:ln>
            <a:effectLst/>
          </p:spPr>
        </p:cxnSp>
      </p:grpSp>
      <p:grpSp>
        <p:nvGrpSpPr>
          <p:cNvPr id="51" name="Group 50">
            <a:extLst>
              <a:ext uri="{FF2B5EF4-FFF2-40B4-BE49-F238E27FC236}">
                <a16:creationId xmlns:a16="http://schemas.microsoft.com/office/drawing/2014/main" id="{452EFAD8-63FA-64F6-BDBA-7C759113ECC8}"/>
              </a:ext>
            </a:extLst>
          </p:cNvPr>
          <p:cNvGrpSpPr/>
          <p:nvPr/>
        </p:nvGrpSpPr>
        <p:grpSpPr>
          <a:xfrm>
            <a:off x="7767700" y="3429000"/>
            <a:ext cx="3578614" cy="954107"/>
            <a:chOff x="7767700" y="3429000"/>
            <a:chExt cx="3578614" cy="954107"/>
          </a:xfrm>
        </p:grpSpPr>
        <p:cxnSp>
          <p:nvCxnSpPr>
            <p:cNvPr id="40" name="Straight Connector 39">
              <a:extLst>
                <a:ext uri="{FF2B5EF4-FFF2-40B4-BE49-F238E27FC236}">
                  <a16:creationId xmlns:a16="http://schemas.microsoft.com/office/drawing/2014/main" id="{1C02B7E6-3938-8DA2-29E1-70554CC07E71}"/>
                </a:ext>
              </a:extLst>
            </p:cNvPr>
            <p:cNvCxnSpPr>
              <a:cxnSpLocks/>
            </p:cNvCxnSpPr>
            <p:nvPr/>
          </p:nvCxnSpPr>
          <p:spPr bwMode="auto">
            <a:xfrm flipV="1">
              <a:off x="7767700" y="3801093"/>
              <a:ext cx="1042070" cy="126582"/>
            </a:xfrm>
            <a:prstGeom prst="line">
              <a:avLst/>
            </a:prstGeom>
            <a:solidFill>
              <a:schemeClr val="accent1"/>
            </a:solidFill>
            <a:ln w="38100" cap="flat" cmpd="sng" algn="ctr">
              <a:solidFill>
                <a:srgbClr val="FF0000"/>
              </a:solidFill>
              <a:prstDash val="sysDash"/>
              <a:miter lim="800000"/>
              <a:headEnd type="none" w="med" len="med"/>
              <a:tailEnd type="none" w="med" len="med"/>
            </a:ln>
            <a:effectLst/>
          </p:spPr>
        </p:cxnSp>
        <p:sp>
          <p:nvSpPr>
            <p:cNvPr id="42" name="Text Box 12">
              <a:extLst>
                <a:ext uri="{FF2B5EF4-FFF2-40B4-BE49-F238E27FC236}">
                  <a16:creationId xmlns:a16="http://schemas.microsoft.com/office/drawing/2014/main" id="{C13AD602-3F23-BEE2-6381-46CEE13AAA25}"/>
                </a:ext>
              </a:extLst>
            </p:cNvPr>
            <p:cNvSpPr txBox="1">
              <a:spLocks noChangeArrowheads="1"/>
            </p:cNvSpPr>
            <p:nvPr/>
          </p:nvSpPr>
          <p:spPr bwMode="auto">
            <a:xfrm>
              <a:off x="8809770" y="3429000"/>
              <a:ext cx="2536544" cy="954107"/>
            </a:xfrm>
            <a:prstGeom prst="rect">
              <a:avLst/>
            </a:prstGeom>
            <a:solidFill>
              <a:schemeClr val="accent2"/>
            </a:solidFill>
            <a:ln w="12700">
              <a:solidFill>
                <a:schemeClr val="tx1"/>
              </a:solidFill>
              <a:miter lim="800000"/>
              <a:headEnd/>
              <a:tailEnd/>
            </a:ln>
            <a:effectLst>
              <a:outerShdw blurRad="63500" dist="35921" dir="2700000" algn="ctr" rotWithShape="0">
                <a:schemeClr val="bg2"/>
              </a:outerShdw>
            </a:effectLst>
          </p:spPr>
          <p:txBody>
            <a:bodyPr wrap="square" anchor="ctr">
              <a:prstTxWarp prst="textNoShape">
                <a:avLst/>
              </a:prstTxWarp>
              <a:spAutoFit/>
            </a:bodyPr>
            <a:lstStyle/>
            <a:p>
              <a:pPr marL="285750" indent="-285750">
                <a:buFont typeface="Arial" panose="020B0604020202020204" pitchFamily="34" charset="0"/>
                <a:buChar char="•"/>
              </a:pPr>
              <a:r>
                <a:rPr lang="en-US" sz="1400" i="1" dirty="0"/>
                <a:t>Unambiguous</a:t>
              </a:r>
            </a:p>
            <a:p>
              <a:pPr marL="285750" indent="-285750">
                <a:buFont typeface="Arial" panose="020B0604020202020204" pitchFamily="34" charset="0"/>
                <a:buChar char="•"/>
              </a:pPr>
              <a:r>
                <a:rPr lang="en-US" sz="1400" i="1" dirty="0"/>
                <a:t>Consistency</a:t>
              </a:r>
            </a:p>
            <a:p>
              <a:pPr marL="285750" indent="-285750">
                <a:buFont typeface="Arial" panose="020B0604020202020204" pitchFamily="34" charset="0"/>
                <a:buChar char="•"/>
              </a:pPr>
              <a:r>
                <a:rPr lang="en-US" sz="1400" i="1" dirty="0"/>
                <a:t>Completeness</a:t>
              </a:r>
            </a:p>
            <a:p>
              <a:pPr marL="285750" indent="-285750">
                <a:buFont typeface="Arial" panose="020B0604020202020204" pitchFamily="34" charset="0"/>
                <a:buChar char="•"/>
              </a:pPr>
              <a:r>
                <a:rPr lang="en-US" sz="1400" i="1" dirty="0"/>
                <a:t>Formatted for traceability</a:t>
              </a:r>
            </a:p>
          </p:txBody>
        </p:sp>
      </p:grpSp>
      <p:grpSp>
        <p:nvGrpSpPr>
          <p:cNvPr id="50" name="Group 49">
            <a:extLst>
              <a:ext uri="{FF2B5EF4-FFF2-40B4-BE49-F238E27FC236}">
                <a16:creationId xmlns:a16="http://schemas.microsoft.com/office/drawing/2014/main" id="{F3719B1C-A00B-5058-D6C7-4D9CB5202B2F}"/>
              </a:ext>
            </a:extLst>
          </p:cNvPr>
          <p:cNvGrpSpPr/>
          <p:nvPr/>
        </p:nvGrpSpPr>
        <p:grpSpPr>
          <a:xfrm>
            <a:off x="657121" y="3628885"/>
            <a:ext cx="4192437" cy="1204516"/>
            <a:chOff x="657121" y="3628885"/>
            <a:chExt cx="4192437" cy="1204516"/>
          </a:xfrm>
        </p:grpSpPr>
        <p:sp>
          <p:nvSpPr>
            <p:cNvPr id="44" name="Text Box 12">
              <a:extLst>
                <a:ext uri="{FF2B5EF4-FFF2-40B4-BE49-F238E27FC236}">
                  <a16:creationId xmlns:a16="http://schemas.microsoft.com/office/drawing/2014/main" id="{D5F2057D-18FE-7DBB-BADF-D3850F33CEC6}"/>
                </a:ext>
              </a:extLst>
            </p:cNvPr>
            <p:cNvSpPr txBox="1">
              <a:spLocks noChangeArrowheads="1"/>
            </p:cNvSpPr>
            <p:nvPr/>
          </p:nvSpPr>
          <p:spPr bwMode="auto">
            <a:xfrm>
              <a:off x="657121" y="3879294"/>
              <a:ext cx="2621658" cy="954107"/>
            </a:xfrm>
            <a:prstGeom prst="rect">
              <a:avLst/>
            </a:prstGeom>
            <a:solidFill>
              <a:schemeClr val="accent2"/>
            </a:solidFill>
            <a:ln w="12700">
              <a:solidFill>
                <a:schemeClr val="tx1"/>
              </a:solidFill>
              <a:miter lim="800000"/>
              <a:headEnd/>
              <a:tailEnd/>
            </a:ln>
            <a:effectLst>
              <a:outerShdw blurRad="63500" dist="35921" dir="2700000" algn="ctr" rotWithShape="0">
                <a:schemeClr val="bg2"/>
              </a:outerShdw>
            </a:effectLst>
          </p:spPr>
          <p:txBody>
            <a:bodyPr wrap="square" anchor="ctr">
              <a:prstTxWarp prst="textNoShape">
                <a:avLst/>
              </a:prstTxWarp>
              <a:spAutoFit/>
            </a:bodyPr>
            <a:lstStyle/>
            <a:p>
              <a:pPr marL="285750" indent="-285750">
                <a:buFont typeface="Arial" panose="020B0604020202020204" pitchFamily="34" charset="0"/>
                <a:buChar char="•"/>
              </a:pPr>
              <a:r>
                <a:rPr lang="en-US" sz="1400" i="1" dirty="0"/>
                <a:t>Elicitation / Interviews</a:t>
              </a:r>
            </a:p>
            <a:p>
              <a:pPr marL="285750" indent="-285750">
                <a:buFont typeface="Arial" panose="020B0604020202020204" pitchFamily="34" charset="0"/>
                <a:buChar char="•"/>
              </a:pPr>
              <a:r>
                <a:rPr lang="en-US" sz="1400" i="1" dirty="0"/>
                <a:t>Examples and counter-examples</a:t>
              </a:r>
            </a:p>
            <a:p>
              <a:pPr marL="285750" indent="-285750">
                <a:buFont typeface="Arial" panose="020B0604020202020204" pitchFamily="34" charset="0"/>
                <a:buChar char="•"/>
              </a:pPr>
              <a:r>
                <a:rPr lang="en-US" sz="1400" i="1" dirty="0"/>
                <a:t>Illustrations / simulations</a:t>
              </a:r>
            </a:p>
          </p:txBody>
        </p:sp>
        <p:cxnSp>
          <p:nvCxnSpPr>
            <p:cNvPr id="45" name="Straight Connector 44">
              <a:extLst>
                <a:ext uri="{FF2B5EF4-FFF2-40B4-BE49-F238E27FC236}">
                  <a16:creationId xmlns:a16="http://schemas.microsoft.com/office/drawing/2014/main" id="{5FD18E26-D55B-1D74-B57B-1DBEB9F85FD1}"/>
                </a:ext>
              </a:extLst>
            </p:cNvPr>
            <p:cNvCxnSpPr>
              <a:cxnSpLocks/>
            </p:cNvCxnSpPr>
            <p:nvPr/>
          </p:nvCxnSpPr>
          <p:spPr bwMode="auto">
            <a:xfrm flipV="1">
              <a:off x="3332976" y="3628885"/>
              <a:ext cx="1516582" cy="488604"/>
            </a:xfrm>
            <a:prstGeom prst="line">
              <a:avLst/>
            </a:prstGeom>
            <a:solidFill>
              <a:schemeClr val="accent1"/>
            </a:solidFill>
            <a:ln w="38100" cap="flat" cmpd="sng" algn="ctr">
              <a:solidFill>
                <a:srgbClr val="FF0000"/>
              </a:solidFill>
              <a:prstDash val="sysDash"/>
              <a:miter lim="800000"/>
              <a:headEnd type="none" w="med" len="med"/>
              <a:tailEnd type="none" w="med" len="med"/>
            </a:ln>
            <a:effectLst/>
          </p:spPr>
        </p:cxnSp>
      </p:grpSp>
      <p:sp>
        <p:nvSpPr>
          <p:cNvPr id="47" name="Bent Arrow 46">
            <a:extLst>
              <a:ext uri="{FF2B5EF4-FFF2-40B4-BE49-F238E27FC236}">
                <a16:creationId xmlns:a16="http://schemas.microsoft.com/office/drawing/2014/main" id="{9AEF1835-1283-490F-D2C0-FA320F746554}"/>
              </a:ext>
            </a:extLst>
          </p:cNvPr>
          <p:cNvSpPr/>
          <p:nvPr/>
        </p:nvSpPr>
        <p:spPr bwMode="auto">
          <a:xfrm rot="9589139" flipH="1">
            <a:off x="4755742" y="3156405"/>
            <a:ext cx="509451" cy="682727"/>
          </a:xfrm>
          <a:prstGeom prst="bentArrow">
            <a:avLst/>
          </a:prstGeom>
          <a:solidFill>
            <a:schemeClr val="accent5">
              <a:lumMod val="75000"/>
            </a:schemeClr>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ahoma" charset="0"/>
            </a:endParaRPr>
          </a:p>
        </p:txBody>
      </p:sp>
      <p:sp>
        <p:nvSpPr>
          <p:cNvPr id="35" name="Text Box 12">
            <a:extLst>
              <a:ext uri="{FF2B5EF4-FFF2-40B4-BE49-F238E27FC236}">
                <a16:creationId xmlns:a16="http://schemas.microsoft.com/office/drawing/2014/main" id="{639814B1-1382-E00A-37DB-D5CDA1B51A88}"/>
              </a:ext>
            </a:extLst>
          </p:cNvPr>
          <p:cNvSpPr txBox="1">
            <a:spLocks noChangeArrowheads="1"/>
          </p:cNvSpPr>
          <p:nvPr/>
        </p:nvSpPr>
        <p:spPr bwMode="auto">
          <a:xfrm>
            <a:off x="7752757" y="1856306"/>
            <a:ext cx="3363734" cy="1384995"/>
          </a:xfrm>
          <a:prstGeom prst="rect">
            <a:avLst/>
          </a:prstGeom>
          <a:solidFill>
            <a:schemeClr val="accent2"/>
          </a:solidFill>
          <a:ln w="12700">
            <a:solidFill>
              <a:schemeClr val="tx1"/>
            </a:solidFill>
            <a:miter lim="800000"/>
            <a:headEnd/>
            <a:tailEnd/>
          </a:ln>
          <a:effectLst>
            <a:outerShdw blurRad="63500" dist="35921" dir="2700000" algn="ctr" rotWithShape="0">
              <a:schemeClr val="bg2"/>
            </a:outerShdw>
          </a:effectLst>
        </p:spPr>
        <p:txBody>
          <a:bodyPr wrap="square" anchor="ctr">
            <a:prstTxWarp prst="textNoShape">
              <a:avLst/>
            </a:prstTxWarp>
            <a:spAutoFit/>
          </a:bodyPr>
          <a:lstStyle/>
          <a:p>
            <a:pPr marL="285750" indent="-285750">
              <a:buFont typeface="Arial" panose="020B0604020202020204" pitchFamily="34" charset="0"/>
              <a:buChar char="•"/>
            </a:pPr>
            <a:r>
              <a:rPr lang="en-US" sz="1400" i="1" dirty="0"/>
              <a:t>Captures human intent </a:t>
            </a:r>
            <a:br>
              <a:rPr lang="en-US" sz="1400" i="1" dirty="0"/>
            </a:br>
            <a:r>
              <a:rPr lang="en-US" sz="1400" i="1" dirty="0"/>
              <a:t>  (should </a:t>
            </a:r>
            <a:r>
              <a:rPr lang="en-US" sz="1400" b="1" i="1" dirty="0"/>
              <a:t>conform</a:t>
            </a:r>
            <a:r>
              <a:rPr lang="en-US" sz="1400" i="1" dirty="0"/>
              <a:t> to intent)</a:t>
            </a:r>
          </a:p>
          <a:p>
            <a:pPr marL="285750" indent="-285750">
              <a:buFont typeface="Arial" panose="020B0604020202020204" pitchFamily="34" charset="0"/>
              <a:buChar char="•"/>
            </a:pPr>
            <a:r>
              <a:rPr lang="en-US" sz="1400" i="1" dirty="0"/>
              <a:t>Directs development</a:t>
            </a:r>
          </a:p>
          <a:p>
            <a:pPr marL="285750" indent="-285750">
              <a:buFont typeface="Arial" panose="020B0604020202020204" pitchFamily="34" charset="0"/>
              <a:buChar char="•"/>
            </a:pPr>
            <a:r>
              <a:rPr lang="en-US" sz="1400" i="1" dirty="0"/>
              <a:t>Summarizes (for understanding) the system</a:t>
            </a:r>
          </a:p>
          <a:p>
            <a:pPr marL="285750" indent="-285750">
              <a:buFont typeface="Arial" panose="020B0604020202020204" pitchFamily="34" charset="0"/>
              <a:buChar char="•"/>
            </a:pPr>
            <a:r>
              <a:rPr lang="en-US" sz="1400" b="1" i="1" dirty="0"/>
              <a:t>Abstractions </a:t>
            </a:r>
            <a:r>
              <a:rPr lang="en-US" sz="1400" i="1" dirty="0"/>
              <a:t>of the realization</a:t>
            </a:r>
            <a:endParaRPr lang="en-US" sz="1400" b="1" i="1" dirty="0"/>
          </a:p>
        </p:txBody>
      </p:sp>
    </p:spTree>
    <p:extLst>
      <p:ext uri="{BB962C8B-B14F-4D97-AF65-F5344CB8AC3E}">
        <p14:creationId xmlns:p14="http://schemas.microsoft.com/office/powerpoint/2010/main" val="26282609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56B509-DA0F-046D-8AC8-F1205988716D}"/>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18743566-EE26-B5FF-A7B0-14B46F01561D}"/>
              </a:ext>
            </a:extLst>
          </p:cNvPr>
          <p:cNvSpPr>
            <a:spLocks noGrp="1"/>
          </p:cNvSpPr>
          <p:nvPr>
            <p:ph type="title"/>
          </p:nvPr>
        </p:nvSpPr>
        <p:spPr/>
        <p:txBody>
          <a:bodyPr/>
          <a:lstStyle/>
          <a:p>
            <a:endParaRPr lang="en-US" sz="3200" dirty="0"/>
          </a:p>
        </p:txBody>
      </p:sp>
      <p:sp>
        <p:nvSpPr>
          <p:cNvPr id="4" name="Footer Placeholder 3">
            <a:extLst>
              <a:ext uri="{FF2B5EF4-FFF2-40B4-BE49-F238E27FC236}">
                <a16:creationId xmlns:a16="http://schemas.microsoft.com/office/drawing/2014/main" id="{CF67015B-F5B3-E82B-D7EE-DB47C93BCDE1}"/>
              </a:ext>
            </a:extLst>
          </p:cNvPr>
          <p:cNvSpPr>
            <a:spLocks noGrp="1"/>
          </p:cNvSpPr>
          <p:nvPr>
            <p:ph type="ftr" sz="quarter" idx="10"/>
          </p:nvPr>
        </p:nvSpPr>
        <p:spPr/>
        <p:txBody>
          <a:bodyPr/>
          <a:lstStyle/>
          <a:p>
            <a:pPr>
              <a:defRPr/>
            </a:pPr>
            <a:r>
              <a:rPr lang="en-US"/>
              <a:t>CS Agentic Development</a:t>
            </a:r>
          </a:p>
        </p:txBody>
      </p:sp>
      <p:sp>
        <p:nvSpPr>
          <p:cNvPr id="6" name="Rectangle 5">
            <a:extLst>
              <a:ext uri="{FF2B5EF4-FFF2-40B4-BE49-F238E27FC236}">
                <a16:creationId xmlns:a16="http://schemas.microsoft.com/office/drawing/2014/main" id="{4EB9FB52-C13B-81A9-5F32-3D62895157EA}"/>
              </a:ext>
            </a:extLst>
          </p:cNvPr>
          <p:cNvSpPr/>
          <p:nvPr/>
        </p:nvSpPr>
        <p:spPr bwMode="auto">
          <a:xfrm>
            <a:off x="5156927" y="3530796"/>
            <a:ext cx="1559859" cy="882127"/>
          </a:xfrm>
          <a:prstGeom prst="rect">
            <a:avLst/>
          </a:prstGeom>
          <a:solidFill>
            <a:schemeClr val="accent5">
              <a:lumMod val="60000"/>
              <a:lumOff val="40000"/>
            </a:schemeClr>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dirty="0">
                <a:ln>
                  <a:noFill/>
                </a:ln>
                <a:solidFill>
                  <a:schemeClr val="tx1"/>
                </a:solidFill>
                <a:effectLst/>
                <a:latin typeface="Tahoma" charset="0"/>
              </a:rPr>
              <a:t>Specs</a:t>
            </a:r>
          </a:p>
        </p:txBody>
      </p:sp>
      <p:sp>
        <p:nvSpPr>
          <p:cNvPr id="8" name="Rectangle 7">
            <a:extLst>
              <a:ext uri="{FF2B5EF4-FFF2-40B4-BE49-F238E27FC236}">
                <a16:creationId xmlns:a16="http://schemas.microsoft.com/office/drawing/2014/main" id="{FF55FF8E-EAD0-0562-6E26-CB253204BB9E}"/>
              </a:ext>
            </a:extLst>
          </p:cNvPr>
          <p:cNvSpPr/>
          <p:nvPr/>
        </p:nvSpPr>
        <p:spPr bwMode="auto">
          <a:xfrm>
            <a:off x="5156927" y="4930186"/>
            <a:ext cx="1559859" cy="882127"/>
          </a:xfrm>
          <a:prstGeom prst="rect">
            <a:avLst/>
          </a:prstGeom>
          <a:solidFill>
            <a:schemeClr val="accent5">
              <a:lumMod val="60000"/>
              <a:lumOff val="40000"/>
            </a:schemeClr>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dirty="0">
                <a:ln>
                  <a:noFill/>
                </a:ln>
                <a:solidFill>
                  <a:schemeClr val="tx1"/>
                </a:solidFill>
                <a:effectLst/>
                <a:latin typeface="Tahoma" charset="0"/>
              </a:rPr>
              <a:t>Realization</a:t>
            </a:r>
          </a:p>
        </p:txBody>
      </p:sp>
      <p:pic>
        <p:nvPicPr>
          <p:cNvPr id="10" name="Picture 9" descr="Team - Free people icons">
            <a:extLst>
              <a:ext uri="{FF2B5EF4-FFF2-40B4-BE49-F238E27FC236}">
                <a16:creationId xmlns:a16="http://schemas.microsoft.com/office/drawing/2014/main" id="{EF6919C2-8C4D-B2DB-E4C5-742847F61310}"/>
              </a:ext>
            </a:extLst>
          </p:cNvPr>
          <p:cNvPicPr>
            <a:picLocks noChangeAspect="1"/>
          </p:cNvPicPr>
          <p:nvPr/>
        </p:nvPicPr>
        <p:blipFill>
          <a:blip r:embed="rId2"/>
          <a:stretch>
            <a:fillRect/>
          </a:stretch>
        </p:blipFill>
        <p:spPr>
          <a:xfrm>
            <a:off x="3278779" y="1883886"/>
            <a:ext cx="1143000" cy="1143000"/>
          </a:xfrm>
          <a:prstGeom prst="rect">
            <a:avLst/>
          </a:prstGeom>
        </p:spPr>
      </p:pic>
      <p:sp>
        <p:nvSpPr>
          <p:cNvPr id="11" name="TextBox 10">
            <a:extLst>
              <a:ext uri="{FF2B5EF4-FFF2-40B4-BE49-F238E27FC236}">
                <a16:creationId xmlns:a16="http://schemas.microsoft.com/office/drawing/2014/main" id="{80772CA8-F0DA-F931-14A1-A935B0E88D4B}"/>
              </a:ext>
            </a:extLst>
          </p:cNvPr>
          <p:cNvSpPr txBox="1"/>
          <p:nvPr/>
        </p:nvSpPr>
        <p:spPr>
          <a:xfrm>
            <a:off x="3082835" y="2983997"/>
            <a:ext cx="1649362" cy="646331"/>
          </a:xfrm>
          <a:prstGeom prst="rect">
            <a:avLst/>
          </a:prstGeom>
          <a:noFill/>
        </p:spPr>
        <p:txBody>
          <a:bodyPr wrap="none" rtlCol="0">
            <a:spAutoFit/>
          </a:bodyPr>
          <a:lstStyle/>
          <a:p>
            <a:r>
              <a:rPr lang="en-US" dirty="0"/>
              <a:t>Stakeholders /</a:t>
            </a:r>
          </a:p>
          <a:p>
            <a:r>
              <a:rPr lang="en-US" dirty="0"/>
              <a:t>Human Intent</a:t>
            </a:r>
          </a:p>
        </p:txBody>
      </p:sp>
      <p:sp>
        <p:nvSpPr>
          <p:cNvPr id="13" name="TextBox 12">
            <a:extLst>
              <a:ext uri="{FF2B5EF4-FFF2-40B4-BE49-F238E27FC236}">
                <a16:creationId xmlns:a16="http://schemas.microsoft.com/office/drawing/2014/main" id="{28A6D553-5F6E-7E72-9CD2-E6FEE063B87F}"/>
              </a:ext>
            </a:extLst>
          </p:cNvPr>
          <p:cNvSpPr txBox="1"/>
          <p:nvPr/>
        </p:nvSpPr>
        <p:spPr>
          <a:xfrm>
            <a:off x="5982790" y="4525624"/>
            <a:ext cx="1059970" cy="307777"/>
          </a:xfrm>
          <a:prstGeom prst="rect">
            <a:avLst/>
          </a:prstGeom>
          <a:noFill/>
        </p:spPr>
        <p:txBody>
          <a:bodyPr wrap="none" rtlCol="0">
            <a:spAutoFit/>
          </a:bodyPr>
          <a:lstStyle/>
          <a:p>
            <a:r>
              <a:rPr lang="en-US" sz="1400" dirty="0"/>
              <a:t>Verification</a:t>
            </a:r>
          </a:p>
        </p:txBody>
      </p:sp>
      <p:cxnSp>
        <p:nvCxnSpPr>
          <p:cNvPr id="16" name="Straight Arrow Connector 15">
            <a:extLst>
              <a:ext uri="{FF2B5EF4-FFF2-40B4-BE49-F238E27FC236}">
                <a16:creationId xmlns:a16="http://schemas.microsoft.com/office/drawing/2014/main" id="{A100B6D3-A581-1026-21F8-18CD7ECBF3A2}"/>
              </a:ext>
            </a:extLst>
          </p:cNvPr>
          <p:cNvCxnSpPr>
            <a:cxnSpLocks/>
          </p:cNvCxnSpPr>
          <p:nvPr/>
        </p:nvCxnSpPr>
        <p:spPr bwMode="auto">
          <a:xfrm>
            <a:off x="5923794" y="4412923"/>
            <a:ext cx="0" cy="517263"/>
          </a:xfrm>
          <a:prstGeom prst="straightConnector1">
            <a:avLst/>
          </a:prstGeom>
          <a:solidFill>
            <a:schemeClr val="accent1"/>
          </a:solidFill>
          <a:ln w="38100" cap="flat" cmpd="sng" algn="ctr">
            <a:solidFill>
              <a:schemeClr val="tx1"/>
            </a:solidFill>
            <a:prstDash val="solid"/>
            <a:miter lim="800000"/>
            <a:headEnd type="triangle"/>
            <a:tailEnd type="triangle"/>
          </a:ln>
          <a:effectLst/>
        </p:spPr>
      </p:cxnSp>
      <p:cxnSp>
        <p:nvCxnSpPr>
          <p:cNvPr id="19" name="Straight Arrow Connector 18">
            <a:extLst>
              <a:ext uri="{FF2B5EF4-FFF2-40B4-BE49-F238E27FC236}">
                <a16:creationId xmlns:a16="http://schemas.microsoft.com/office/drawing/2014/main" id="{07BB621C-9E70-DC4A-D294-3486C4A1E248}"/>
              </a:ext>
            </a:extLst>
          </p:cNvPr>
          <p:cNvCxnSpPr>
            <a:cxnSpLocks/>
          </p:cNvCxnSpPr>
          <p:nvPr/>
        </p:nvCxnSpPr>
        <p:spPr bwMode="auto">
          <a:xfrm>
            <a:off x="4188823" y="3986244"/>
            <a:ext cx="976812" cy="0"/>
          </a:xfrm>
          <a:prstGeom prst="straightConnector1">
            <a:avLst/>
          </a:prstGeom>
          <a:solidFill>
            <a:schemeClr val="accent1"/>
          </a:solidFill>
          <a:ln w="38100" cap="flat" cmpd="sng" algn="ctr">
            <a:solidFill>
              <a:schemeClr val="tx1"/>
            </a:solidFill>
            <a:prstDash val="solid"/>
            <a:miter lim="800000"/>
            <a:headEnd type="none" w="med" len="med"/>
            <a:tailEnd type="triangle"/>
          </a:ln>
          <a:effectLst/>
        </p:spPr>
      </p:cxnSp>
      <p:cxnSp>
        <p:nvCxnSpPr>
          <p:cNvPr id="20" name="Straight Arrow Connector 19">
            <a:extLst>
              <a:ext uri="{FF2B5EF4-FFF2-40B4-BE49-F238E27FC236}">
                <a16:creationId xmlns:a16="http://schemas.microsoft.com/office/drawing/2014/main" id="{17734A86-F8E4-A47A-7B24-9CAAB0F4247C}"/>
              </a:ext>
            </a:extLst>
          </p:cNvPr>
          <p:cNvCxnSpPr>
            <a:cxnSpLocks/>
          </p:cNvCxnSpPr>
          <p:nvPr/>
        </p:nvCxnSpPr>
        <p:spPr bwMode="auto">
          <a:xfrm flipV="1">
            <a:off x="4197531" y="3630328"/>
            <a:ext cx="0" cy="341531"/>
          </a:xfrm>
          <a:prstGeom prst="straightConnector1">
            <a:avLst/>
          </a:prstGeom>
          <a:solidFill>
            <a:schemeClr val="accent1"/>
          </a:solidFill>
          <a:ln w="38100" cap="flat" cmpd="sng" algn="ctr">
            <a:solidFill>
              <a:schemeClr val="tx1"/>
            </a:solidFill>
            <a:prstDash val="solid"/>
            <a:miter lim="800000"/>
            <a:headEnd type="none" w="med" len="med"/>
            <a:tailEnd type="triangle"/>
          </a:ln>
          <a:effectLst/>
        </p:spPr>
      </p:cxnSp>
      <p:cxnSp>
        <p:nvCxnSpPr>
          <p:cNvPr id="26" name="Straight Arrow Connector 25">
            <a:extLst>
              <a:ext uri="{FF2B5EF4-FFF2-40B4-BE49-F238E27FC236}">
                <a16:creationId xmlns:a16="http://schemas.microsoft.com/office/drawing/2014/main" id="{4EEDB056-67FC-3284-5154-FDA19DC598FE}"/>
              </a:ext>
            </a:extLst>
          </p:cNvPr>
          <p:cNvCxnSpPr>
            <a:cxnSpLocks/>
          </p:cNvCxnSpPr>
          <p:nvPr/>
        </p:nvCxnSpPr>
        <p:spPr bwMode="auto">
          <a:xfrm>
            <a:off x="4180115" y="5372665"/>
            <a:ext cx="976812" cy="0"/>
          </a:xfrm>
          <a:prstGeom prst="straightConnector1">
            <a:avLst/>
          </a:prstGeom>
          <a:solidFill>
            <a:schemeClr val="accent1"/>
          </a:solidFill>
          <a:ln w="38100" cap="flat" cmpd="sng" algn="ctr">
            <a:solidFill>
              <a:schemeClr val="tx1"/>
            </a:solidFill>
            <a:prstDash val="solid"/>
            <a:miter lim="800000"/>
            <a:headEnd type="none" w="med" len="med"/>
            <a:tailEnd type="triangle"/>
          </a:ln>
          <a:effectLst/>
        </p:spPr>
      </p:cxnSp>
      <p:cxnSp>
        <p:nvCxnSpPr>
          <p:cNvPr id="28" name="Straight Connector 27">
            <a:extLst>
              <a:ext uri="{FF2B5EF4-FFF2-40B4-BE49-F238E27FC236}">
                <a16:creationId xmlns:a16="http://schemas.microsoft.com/office/drawing/2014/main" id="{FF8FD87A-E3BA-9C91-027C-9EB74C52E56B}"/>
              </a:ext>
            </a:extLst>
          </p:cNvPr>
          <p:cNvCxnSpPr/>
          <p:nvPr/>
        </p:nvCxnSpPr>
        <p:spPr bwMode="auto">
          <a:xfrm>
            <a:off x="4197531" y="3971859"/>
            <a:ext cx="0" cy="1377370"/>
          </a:xfrm>
          <a:prstGeom prst="line">
            <a:avLst/>
          </a:prstGeom>
          <a:solidFill>
            <a:schemeClr val="accent1"/>
          </a:solidFill>
          <a:ln w="38100" cap="flat" cmpd="sng" algn="ctr">
            <a:solidFill>
              <a:schemeClr val="tx1"/>
            </a:solidFill>
            <a:prstDash val="solid"/>
            <a:miter lim="800000"/>
            <a:headEnd type="none" w="med" len="med"/>
            <a:tailEnd type="none" w="med" len="med"/>
          </a:ln>
          <a:effectLst/>
        </p:spPr>
      </p:cxnSp>
      <p:sp>
        <p:nvSpPr>
          <p:cNvPr id="29" name="TextBox 28">
            <a:extLst>
              <a:ext uri="{FF2B5EF4-FFF2-40B4-BE49-F238E27FC236}">
                <a16:creationId xmlns:a16="http://schemas.microsoft.com/office/drawing/2014/main" id="{5C21A365-2DD0-0E2D-87AA-EC394F1EE46C}"/>
              </a:ext>
            </a:extLst>
          </p:cNvPr>
          <p:cNvSpPr txBox="1"/>
          <p:nvPr/>
        </p:nvSpPr>
        <p:spPr>
          <a:xfrm>
            <a:off x="4180115" y="4045749"/>
            <a:ext cx="954044" cy="307777"/>
          </a:xfrm>
          <a:prstGeom prst="rect">
            <a:avLst/>
          </a:prstGeom>
          <a:noFill/>
        </p:spPr>
        <p:txBody>
          <a:bodyPr wrap="none" rtlCol="0">
            <a:spAutoFit/>
          </a:bodyPr>
          <a:lstStyle/>
          <a:p>
            <a:r>
              <a:rPr lang="en-US" sz="1400" dirty="0"/>
              <a:t>Validation</a:t>
            </a:r>
          </a:p>
        </p:txBody>
      </p:sp>
      <p:sp>
        <p:nvSpPr>
          <p:cNvPr id="30" name="U-Turn Arrow 29">
            <a:extLst>
              <a:ext uri="{FF2B5EF4-FFF2-40B4-BE49-F238E27FC236}">
                <a16:creationId xmlns:a16="http://schemas.microsoft.com/office/drawing/2014/main" id="{BBE71968-1593-6177-AC6D-42671187667C}"/>
              </a:ext>
            </a:extLst>
          </p:cNvPr>
          <p:cNvSpPr/>
          <p:nvPr/>
        </p:nvSpPr>
        <p:spPr bwMode="auto">
          <a:xfrm rot="5400000">
            <a:off x="6703210" y="3854916"/>
            <a:ext cx="483326" cy="381667"/>
          </a:xfrm>
          <a:prstGeom prst="uturnArrow">
            <a:avLst/>
          </a:prstGeom>
          <a:solidFill>
            <a:schemeClr val="tx1"/>
          </a:solidFill>
          <a:ln w="9525" cap="flat" cmpd="sng" algn="ctr">
            <a:no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ahoma" charset="0"/>
            </a:endParaRPr>
          </a:p>
        </p:txBody>
      </p:sp>
      <p:sp>
        <p:nvSpPr>
          <p:cNvPr id="31" name="TextBox 30">
            <a:extLst>
              <a:ext uri="{FF2B5EF4-FFF2-40B4-BE49-F238E27FC236}">
                <a16:creationId xmlns:a16="http://schemas.microsoft.com/office/drawing/2014/main" id="{B41483A4-2918-20D4-BA76-34D315940D70}"/>
              </a:ext>
            </a:extLst>
          </p:cNvPr>
          <p:cNvSpPr txBox="1"/>
          <p:nvPr/>
        </p:nvSpPr>
        <p:spPr>
          <a:xfrm>
            <a:off x="7135707" y="3565875"/>
            <a:ext cx="736484" cy="523220"/>
          </a:xfrm>
          <a:prstGeom prst="rect">
            <a:avLst/>
          </a:prstGeom>
          <a:noFill/>
        </p:spPr>
        <p:txBody>
          <a:bodyPr wrap="none" rtlCol="0">
            <a:spAutoFit/>
          </a:bodyPr>
          <a:lstStyle/>
          <a:p>
            <a:r>
              <a:rPr lang="en-US" sz="1400" dirty="0"/>
              <a:t>Quality</a:t>
            </a:r>
          </a:p>
          <a:p>
            <a:r>
              <a:rPr lang="en-US" sz="1400" dirty="0"/>
              <a:t>Rules</a:t>
            </a:r>
          </a:p>
        </p:txBody>
      </p:sp>
      <p:sp>
        <p:nvSpPr>
          <p:cNvPr id="32" name="U-Turn Arrow 31">
            <a:extLst>
              <a:ext uri="{FF2B5EF4-FFF2-40B4-BE49-F238E27FC236}">
                <a16:creationId xmlns:a16="http://schemas.microsoft.com/office/drawing/2014/main" id="{E09F7109-BBA8-8260-309A-688F5D315A5A}"/>
              </a:ext>
            </a:extLst>
          </p:cNvPr>
          <p:cNvSpPr/>
          <p:nvPr/>
        </p:nvSpPr>
        <p:spPr bwMode="auto">
          <a:xfrm rot="5400000">
            <a:off x="6729336" y="5180416"/>
            <a:ext cx="483326" cy="381667"/>
          </a:xfrm>
          <a:prstGeom prst="uturnArrow">
            <a:avLst/>
          </a:prstGeom>
          <a:solidFill>
            <a:schemeClr val="tx1"/>
          </a:solidFill>
          <a:ln w="9525" cap="flat" cmpd="sng" algn="ctr">
            <a:no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ahoma" charset="0"/>
            </a:endParaRPr>
          </a:p>
        </p:txBody>
      </p:sp>
      <p:sp>
        <p:nvSpPr>
          <p:cNvPr id="33" name="TextBox 32">
            <a:extLst>
              <a:ext uri="{FF2B5EF4-FFF2-40B4-BE49-F238E27FC236}">
                <a16:creationId xmlns:a16="http://schemas.microsoft.com/office/drawing/2014/main" id="{9813D4D4-D992-E75D-ED76-DFBA03569FF3}"/>
              </a:ext>
            </a:extLst>
          </p:cNvPr>
          <p:cNvSpPr txBox="1"/>
          <p:nvPr/>
        </p:nvSpPr>
        <p:spPr>
          <a:xfrm>
            <a:off x="7225212" y="5060662"/>
            <a:ext cx="736484" cy="523220"/>
          </a:xfrm>
          <a:prstGeom prst="rect">
            <a:avLst/>
          </a:prstGeom>
          <a:noFill/>
        </p:spPr>
        <p:txBody>
          <a:bodyPr wrap="none" rtlCol="0">
            <a:spAutoFit/>
          </a:bodyPr>
          <a:lstStyle/>
          <a:p>
            <a:r>
              <a:rPr lang="en-US" sz="1400" dirty="0"/>
              <a:t>Quality</a:t>
            </a:r>
          </a:p>
          <a:p>
            <a:r>
              <a:rPr lang="en-US" sz="1400" dirty="0"/>
              <a:t>Rules</a:t>
            </a:r>
          </a:p>
        </p:txBody>
      </p:sp>
      <p:sp>
        <p:nvSpPr>
          <p:cNvPr id="34" name="Text Box 4">
            <a:extLst>
              <a:ext uri="{FF2B5EF4-FFF2-40B4-BE49-F238E27FC236}">
                <a16:creationId xmlns:a16="http://schemas.microsoft.com/office/drawing/2014/main" id="{DD500F4F-0877-EB76-E211-4D0A3399D632}"/>
              </a:ext>
            </a:extLst>
          </p:cNvPr>
          <p:cNvSpPr txBox="1">
            <a:spLocks noChangeArrowheads="1"/>
          </p:cNvSpPr>
          <p:nvPr/>
        </p:nvSpPr>
        <p:spPr bwMode="auto">
          <a:xfrm>
            <a:off x="796834" y="1271519"/>
            <a:ext cx="9731829" cy="369332"/>
          </a:xfrm>
          <a:prstGeom prst="rect">
            <a:avLst/>
          </a:prstGeom>
          <a:gradFill rotWithShape="0">
            <a:gsLst>
              <a:gs pos="0">
                <a:schemeClr val="accent2"/>
              </a:gs>
              <a:gs pos="100000">
                <a:schemeClr val="bg1"/>
              </a:gs>
            </a:gsLst>
            <a:lin ang="0" scaled="1"/>
          </a:gradFill>
          <a:ln w="9525">
            <a:noFill/>
            <a:miter lim="800000"/>
            <a:headEnd/>
            <a:tailEnd/>
          </a:ln>
          <a:effectLst/>
        </p:spPr>
        <p:txBody>
          <a:bodyPr wrap="square">
            <a:prstTxWarp prst="textNoShape">
              <a:avLst/>
            </a:prstTxWarp>
            <a:spAutoFit/>
          </a:bodyPr>
          <a:lstStyle/>
          <a:p>
            <a:endParaRPr lang="en-US" dirty="0"/>
          </a:p>
        </p:txBody>
      </p:sp>
      <p:cxnSp>
        <p:nvCxnSpPr>
          <p:cNvPr id="40" name="Straight Connector 39">
            <a:extLst>
              <a:ext uri="{FF2B5EF4-FFF2-40B4-BE49-F238E27FC236}">
                <a16:creationId xmlns:a16="http://schemas.microsoft.com/office/drawing/2014/main" id="{711151F1-B967-7FBA-444C-3A5A5915FFE1}"/>
              </a:ext>
            </a:extLst>
          </p:cNvPr>
          <p:cNvCxnSpPr>
            <a:cxnSpLocks/>
          </p:cNvCxnSpPr>
          <p:nvPr/>
        </p:nvCxnSpPr>
        <p:spPr bwMode="auto">
          <a:xfrm flipV="1">
            <a:off x="7905433" y="5195690"/>
            <a:ext cx="1042070" cy="126582"/>
          </a:xfrm>
          <a:prstGeom prst="line">
            <a:avLst/>
          </a:prstGeom>
          <a:solidFill>
            <a:schemeClr val="accent1"/>
          </a:solidFill>
          <a:ln w="38100" cap="flat" cmpd="sng" algn="ctr">
            <a:solidFill>
              <a:srgbClr val="FF0000"/>
            </a:solidFill>
            <a:prstDash val="sysDash"/>
            <a:miter lim="800000"/>
            <a:headEnd type="none" w="med" len="med"/>
            <a:tailEnd type="none" w="med" len="med"/>
          </a:ln>
          <a:effectLst/>
        </p:spPr>
      </p:cxnSp>
      <p:sp>
        <p:nvSpPr>
          <p:cNvPr id="42" name="Text Box 12">
            <a:extLst>
              <a:ext uri="{FF2B5EF4-FFF2-40B4-BE49-F238E27FC236}">
                <a16:creationId xmlns:a16="http://schemas.microsoft.com/office/drawing/2014/main" id="{1272CB4F-BA69-D091-D5DE-750ECE3A9AEF}"/>
              </a:ext>
            </a:extLst>
          </p:cNvPr>
          <p:cNvSpPr txBox="1">
            <a:spLocks noChangeArrowheads="1"/>
          </p:cNvSpPr>
          <p:nvPr/>
        </p:nvSpPr>
        <p:spPr bwMode="auto">
          <a:xfrm>
            <a:off x="8579947" y="4725679"/>
            <a:ext cx="2536544" cy="1169551"/>
          </a:xfrm>
          <a:prstGeom prst="rect">
            <a:avLst/>
          </a:prstGeom>
          <a:solidFill>
            <a:schemeClr val="accent2"/>
          </a:solidFill>
          <a:ln w="12700">
            <a:solidFill>
              <a:schemeClr val="tx1"/>
            </a:solidFill>
            <a:miter lim="800000"/>
            <a:headEnd/>
            <a:tailEnd/>
          </a:ln>
          <a:effectLst>
            <a:outerShdw blurRad="63500" dist="35921" dir="2700000" algn="ctr" rotWithShape="0">
              <a:schemeClr val="bg2"/>
            </a:outerShdw>
          </a:effectLst>
        </p:spPr>
        <p:txBody>
          <a:bodyPr wrap="square" anchor="ctr">
            <a:prstTxWarp prst="textNoShape">
              <a:avLst/>
            </a:prstTxWarp>
            <a:spAutoFit/>
          </a:bodyPr>
          <a:lstStyle/>
          <a:p>
            <a:pPr marL="285750" indent="-285750">
              <a:buFont typeface="Arial" panose="020B0604020202020204" pitchFamily="34" charset="0"/>
              <a:buChar char="•"/>
            </a:pPr>
            <a:r>
              <a:rPr lang="en-US" sz="1400" i="1" dirty="0"/>
              <a:t>Linting</a:t>
            </a:r>
          </a:p>
          <a:p>
            <a:pPr marL="285750" indent="-285750">
              <a:buFont typeface="Arial" panose="020B0604020202020204" pitchFamily="34" charset="0"/>
              <a:buChar char="•"/>
            </a:pPr>
            <a:r>
              <a:rPr lang="en-US" sz="1400" i="1" dirty="0"/>
              <a:t>Complexity measures</a:t>
            </a:r>
          </a:p>
          <a:p>
            <a:pPr marL="285750" indent="-285750">
              <a:buFont typeface="Arial" panose="020B0604020202020204" pitchFamily="34" charset="0"/>
              <a:buChar char="•"/>
            </a:pPr>
            <a:r>
              <a:rPr lang="en-US" sz="1400" i="1" dirty="0"/>
              <a:t>Appropriate code-level abstractions</a:t>
            </a:r>
          </a:p>
          <a:p>
            <a:pPr marL="285750" indent="-285750">
              <a:buFont typeface="Arial" panose="020B0604020202020204" pitchFamily="34" charset="0"/>
              <a:buChar char="•"/>
            </a:pPr>
            <a:r>
              <a:rPr lang="en-US" sz="1400" i="1" dirty="0"/>
              <a:t>Technical debt reduced</a:t>
            </a:r>
          </a:p>
        </p:txBody>
      </p:sp>
      <p:sp>
        <p:nvSpPr>
          <p:cNvPr id="47" name="Bent Arrow 46">
            <a:extLst>
              <a:ext uri="{FF2B5EF4-FFF2-40B4-BE49-F238E27FC236}">
                <a16:creationId xmlns:a16="http://schemas.microsoft.com/office/drawing/2014/main" id="{3139C142-DC33-AFBD-5A86-0C281002C53F}"/>
              </a:ext>
            </a:extLst>
          </p:cNvPr>
          <p:cNvSpPr/>
          <p:nvPr/>
        </p:nvSpPr>
        <p:spPr bwMode="auto">
          <a:xfrm rot="9589139" flipH="1">
            <a:off x="4755742" y="3156405"/>
            <a:ext cx="509451" cy="682727"/>
          </a:xfrm>
          <a:prstGeom prst="bentArrow">
            <a:avLst/>
          </a:prstGeom>
          <a:solidFill>
            <a:schemeClr val="accent5">
              <a:lumMod val="75000"/>
            </a:schemeClr>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ahoma" charset="0"/>
            </a:endParaRPr>
          </a:p>
        </p:txBody>
      </p:sp>
    </p:spTree>
    <p:extLst>
      <p:ext uri="{BB962C8B-B14F-4D97-AF65-F5344CB8AC3E}">
        <p14:creationId xmlns:p14="http://schemas.microsoft.com/office/powerpoint/2010/main" val="35917536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8724A3-BC74-B85B-FC63-C3A586E6F4EB}"/>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EB717D4B-270E-E4B1-6B91-21A2A3D76079}"/>
              </a:ext>
            </a:extLst>
          </p:cNvPr>
          <p:cNvSpPr>
            <a:spLocks noGrp="1"/>
          </p:cNvSpPr>
          <p:nvPr>
            <p:ph type="title"/>
          </p:nvPr>
        </p:nvSpPr>
        <p:spPr/>
        <p:txBody>
          <a:bodyPr/>
          <a:lstStyle/>
          <a:p>
            <a:endParaRPr lang="en-US" sz="3200" dirty="0"/>
          </a:p>
        </p:txBody>
      </p:sp>
      <p:sp>
        <p:nvSpPr>
          <p:cNvPr id="4" name="Footer Placeholder 3">
            <a:extLst>
              <a:ext uri="{FF2B5EF4-FFF2-40B4-BE49-F238E27FC236}">
                <a16:creationId xmlns:a16="http://schemas.microsoft.com/office/drawing/2014/main" id="{613EE443-6D88-13B2-104E-7A6A18B48A4D}"/>
              </a:ext>
            </a:extLst>
          </p:cNvPr>
          <p:cNvSpPr>
            <a:spLocks noGrp="1"/>
          </p:cNvSpPr>
          <p:nvPr>
            <p:ph type="ftr" sz="quarter" idx="10"/>
          </p:nvPr>
        </p:nvSpPr>
        <p:spPr/>
        <p:txBody>
          <a:bodyPr/>
          <a:lstStyle/>
          <a:p>
            <a:pPr>
              <a:defRPr/>
            </a:pPr>
            <a:r>
              <a:rPr lang="en-US"/>
              <a:t>CS Agentic Development</a:t>
            </a:r>
          </a:p>
        </p:txBody>
      </p:sp>
      <p:sp>
        <p:nvSpPr>
          <p:cNvPr id="6" name="Rectangle 5">
            <a:extLst>
              <a:ext uri="{FF2B5EF4-FFF2-40B4-BE49-F238E27FC236}">
                <a16:creationId xmlns:a16="http://schemas.microsoft.com/office/drawing/2014/main" id="{50F0D2B4-3544-3E80-B79B-0EEC6EA8E434}"/>
              </a:ext>
            </a:extLst>
          </p:cNvPr>
          <p:cNvSpPr/>
          <p:nvPr/>
        </p:nvSpPr>
        <p:spPr bwMode="auto">
          <a:xfrm>
            <a:off x="5156927" y="3530796"/>
            <a:ext cx="1559859" cy="882127"/>
          </a:xfrm>
          <a:prstGeom prst="rect">
            <a:avLst/>
          </a:prstGeom>
          <a:solidFill>
            <a:schemeClr val="accent5">
              <a:lumMod val="60000"/>
              <a:lumOff val="40000"/>
            </a:schemeClr>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dirty="0">
                <a:ln>
                  <a:noFill/>
                </a:ln>
                <a:solidFill>
                  <a:schemeClr val="tx1"/>
                </a:solidFill>
                <a:effectLst/>
                <a:latin typeface="Tahoma" charset="0"/>
              </a:rPr>
              <a:t>Specs</a:t>
            </a:r>
          </a:p>
        </p:txBody>
      </p:sp>
      <p:sp>
        <p:nvSpPr>
          <p:cNvPr id="8" name="Rectangle 7">
            <a:extLst>
              <a:ext uri="{FF2B5EF4-FFF2-40B4-BE49-F238E27FC236}">
                <a16:creationId xmlns:a16="http://schemas.microsoft.com/office/drawing/2014/main" id="{64036F52-4B0F-5195-1CD4-846F8E23F831}"/>
              </a:ext>
            </a:extLst>
          </p:cNvPr>
          <p:cNvSpPr/>
          <p:nvPr/>
        </p:nvSpPr>
        <p:spPr bwMode="auto">
          <a:xfrm>
            <a:off x="5156927" y="4930186"/>
            <a:ext cx="1559859" cy="882127"/>
          </a:xfrm>
          <a:prstGeom prst="rect">
            <a:avLst/>
          </a:prstGeom>
          <a:solidFill>
            <a:schemeClr val="accent5">
              <a:lumMod val="60000"/>
              <a:lumOff val="40000"/>
            </a:schemeClr>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dirty="0">
                <a:ln>
                  <a:noFill/>
                </a:ln>
                <a:solidFill>
                  <a:schemeClr val="tx1"/>
                </a:solidFill>
                <a:effectLst/>
                <a:latin typeface="Tahoma" charset="0"/>
              </a:rPr>
              <a:t>Realization</a:t>
            </a:r>
          </a:p>
        </p:txBody>
      </p:sp>
      <p:pic>
        <p:nvPicPr>
          <p:cNvPr id="10" name="Picture 9" descr="Team - Free people icons">
            <a:extLst>
              <a:ext uri="{FF2B5EF4-FFF2-40B4-BE49-F238E27FC236}">
                <a16:creationId xmlns:a16="http://schemas.microsoft.com/office/drawing/2014/main" id="{E5E15B14-52CB-988E-348E-003366279D39}"/>
              </a:ext>
            </a:extLst>
          </p:cNvPr>
          <p:cNvPicPr>
            <a:picLocks noChangeAspect="1"/>
          </p:cNvPicPr>
          <p:nvPr/>
        </p:nvPicPr>
        <p:blipFill>
          <a:blip r:embed="rId2"/>
          <a:stretch>
            <a:fillRect/>
          </a:stretch>
        </p:blipFill>
        <p:spPr>
          <a:xfrm>
            <a:off x="3278779" y="1883886"/>
            <a:ext cx="1143000" cy="1143000"/>
          </a:xfrm>
          <a:prstGeom prst="rect">
            <a:avLst/>
          </a:prstGeom>
        </p:spPr>
      </p:pic>
      <p:sp>
        <p:nvSpPr>
          <p:cNvPr id="11" name="TextBox 10">
            <a:extLst>
              <a:ext uri="{FF2B5EF4-FFF2-40B4-BE49-F238E27FC236}">
                <a16:creationId xmlns:a16="http://schemas.microsoft.com/office/drawing/2014/main" id="{135A71E8-81B6-EE52-E983-66DAD0FDC518}"/>
              </a:ext>
            </a:extLst>
          </p:cNvPr>
          <p:cNvSpPr txBox="1"/>
          <p:nvPr/>
        </p:nvSpPr>
        <p:spPr>
          <a:xfrm>
            <a:off x="3082835" y="2983997"/>
            <a:ext cx="1649362" cy="646331"/>
          </a:xfrm>
          <a:prstGeom prst="rect">
            <a:avLst/>
          </a:prstGeom>
          <a:noFill/>
        </p:spPr>
        <p:txBody>
          <a:bodyPr wrap="none" rtlCol="0">
            <a:spAutoFit/>
          </a:bodyPr>
          <a:lstStyle/>
          <a:p>
            <a:r>
              <a:rPr lang="en-US" dirty="0"/>
              <a:t>Stakeholders /</a:t>
            </a:r>
          </a:p>
          <a:p>
            <a:r>
              <a:rPr lang="en-US" dirty="0"/>
              <a:t>Human Intent</a:t>
            </a:r>
          </a:p>
        </p:txBody>
      </p:sp>
      <p:sp>
        <p:nvSpPr>
          <p:cNvPr id="13" name="TextBox 12">
            <a:extLst>
              <a:ext uri="{FF2B5EF4-FFF2-40B4-BE49-F238E27FC236}">
                <a16:creationId xmlns:a16="http://schemas.microsoft.com/office/drawing/2014/main" id="{32E77CBC-EEDA-8CD9-FC1D-1C699B9882C8}"/>
              </a:ext>
            </a:extLst>
          </p:cNvPr>
          <p:cNvSpPr txBox="1"/>
          <p:nvPr/>
        </p:nvSpPr>
        <p:spPr>
          <a:xfrm>
            <a:off x="5982790" y="4525624"/>
            <a:ext cx="1059970" cy="307777"/>
          </a:xfrm>
          <a:prstGeom prst="rect">
            <a:avLst/>
          </a:prstGeom>
          <a:noFill/>
        </p:spPr>
        <p:txBody>
          <a:bodyPr wrap="none" rtlCol="0">
            <a:spAutoFit/>
          </a:bodyPr>
          <a:lstStyle/>
          <a:p>
            <a:r>
              <a:rPr lang="en-US" sz="1400" dirty="0"/>
              <a:t>Verification</a:t>
            </a:r>
          </a:p>
        </p:txBody>
      </p:sp>
      <p:cxnSp>
        <p:nvCxnSpPr>
          <p:cNvPr id="16" name="Straight Arrow Connector 15">
            <a:extLst>
              <a:ext uri="{FF2B5EF4-FFF2-40B4-BE49-F238E27FC236}">
                <a16:creationId xmlns:a16="http://schemas.microsoft.com/office/drawing/2014/main" id="{C1E1447D-8AFF-D873-43EF-8E438274AE6A}"/>
              </a:ext>
            </a:extLst>
          </p:cNvPr>
          <p:cNvCxnSpPr>
            <a:cxnSpLocks/>
          </p:cNvCxnSpPr>
          <p:nvPr/>
        </p:nvCxnSpPr>
        <p:spPr bwMode="auto">
          <a:xfrm>
            <a:off x="5923794" y="4412923"/>
            <a:ext cx="0" cy="517263"/>
          </a:xfrm>
          <a:prstGeom prst="straightConnector1">
            <a:avLst/>
          </a:prstGeom>
          <a:solidFill>
            <a:schemeClr val="accent1"/>
          </a:solidFill>
          <a:ln w="38100" cap="flat" cmpd="sng" algn="ctr">
            <a:solidFill>
              <a:schemeClr val="tx1"/>
            </a:solidFill>
            <a:prstDash val="solid"/>
            <a:miter lim="800000"/>
            <a:headEnd type="triangle"/>
            <a:tailEnd type="triangle"/>
          </a:ln>
          <a:effectLst/>
        </p:spPr>
      </p:cxnSp>
      <p:cxnSp>
        <p:nvCxnSpPr>
          <p:cNvPr id="19" name="Straight Arrow Connector 18">
            <a:extLst>
              <a:ext uri="{FF2B5EF4-FFF2-40B4-BE49-F238E27FC236}">
                <a16:creationId xmlns:a16="http://schemas.microsoft.com/office/drawing/2014/main" id="{45E40FE5-E3A1-6697-05BF-C79D1BC04E7B}"/>
              </a:ext>
            </a:extLst>
          </p:cNvPr>
          <p:cNvCxnSpPr>
            <a:cxnSpLocks/>
          </p:cNvCxnSpPr>
          <p:nvPr/>
        </p:nvCxnSpPr>
        <p:spPr bwMode="auto">
          <a:xfrm>
            <a:off x="4188823" y="3986244"/>
            <a:ext cx="976812" cy="0"/>
          </a:xfrm>
          <a:prstGeom prst="straightConnector1">
            <a:avLst/>
          </a:prstGeom>
          <a:solidFill>
            <a:schemeClr val="accent1"/>
          </a:solidFill>
          <a:ln w="38100" cap="flat" cmpd="sng" algn="ctr">
            <a:solidFill>
              <a:schemeClr val="tx1"/>
            </a:solidFill>
            <a:prstDash val="solid"/>
            <a:miter lim="800000"/>
            <a:headEnd type="none" w="med" len="med"/>
            <a:tailEnd type="triangle"/>
          </a:ln>
          <a:effectLst/>
        </p:spPr>
      </p:cxnSp>
      <p:cxnSp>
        <p:nvCxnSpPr>
          <p:cNvPr id="20" name="Straight Arrow Connector 19">
            <a:extLst>
              <a:ext uri="{FF2B5EF4-FFF2-40B4-BE49-F238E27FC236}">
                <a16:creationId xmlns:a16="http://schemas.microsoft.com/office/drawing/2014/main" id="{5BCC6286-318F-D4E6-8F32-2F92287121A7}"/>
              </a:ext>
            </a:extLst>
          </p:cNvPr>
          <p:cNvCxnSpPr>
            <a:cxnSpLocks/>
          </p:cNvCxnSpPr>
          <p:nvPr/>
        </p:nvCxnSpPr>
        <p:spPr bwMode="auto">
          <a:xfrm flipV="1">
            <a:off x="4197531" y="3630328"/>
            <a:ext cx="0" cy="341531"/>
          </a:xfrm>
          <a:prstGeom prst="straightConnector1">
            <a:avLst/>
          </a:prstGeom>
          <a:solidFill>
            <a:schemeClr val="accent1"/>
          </a:solidFill>
          <a:ln w="38100" cap="flat" cmpd="sng" algn="ctr">
            <a:solidFill>
              <a:schemeClr val="tx1"/>
            </a:solidFill>
            <a:prstDash val="solid"/>
            <a:miter lim="800000"/>
            <a:headEnd type="none" w="med" len="med"/>
            <a:tailEnd type="triangle"/>
          </a:ln>
          <a:effectLst/>
        </p:spPr>
      </p:cxnSp>
      <p:cxnSp>
        <p:nvCxnSpPr>
          <p:cNvPr id="26" name="Straight Arrow Connector 25">
            <a:extLst>
              <a:ext uri="{FF2B5EF4-FFF2-40B4-BE49-F238E27FC236}">
                <a16:creationId xmlns:a16="http://schemas.microsoft.com/office/drawing/2014/main" id="{9C277117-A1F8-85FF-21A5-C59776656CA6}"/>
              </a:ext>
            </a:extLst>
          </p:cNvPr>
          <p:cNvCxnSpPr>
            <a:cxnSpLocks/>
          </p:cNvCxnSpPr>
          <p:nvPr/>
        </p:nvCxnSpPr>
        <p:spPr bwMode="auto">
          <a:xfrm>
            <a:off x="4180115" y="5372665"/>
            <a:ext cx="976812" cy="0"/>
          </a:xfrm>
          <a:prstGeom prst="straightConnector1">
            <a:avLst/>
          </a:prstGeom>
          <a:solidFill>
            <a:schemeClr val="accent1"/>
          </a:solidFill>
          <a:ln w="38100" cap="flat" cmpd="sng" algn="ctr">
            <a:solidFill>
              <a:schemeClr val="tx1"/>
            </a:solidFill>
            <a:prstDash val="solid"/>
            <a:miter lim="800000"/>
            <a:headEnd type="none" w="med" len="med"/>
            <a:tailEnd type="triangle"/>
          </a:ln>
          <a:effectLst/>
        </p:spPr>
      </p:cxnSp>
      <p:cxnSp>
        <p:nvCxnSpPr>
          <p:cNvPr id="28" name="Straight Connector 27">
            <a:extLst>
              <a:ext uri="{FF2B5EF4-FFF2-40B4-BE49-F238E27FC236}">
                <a16:creationId xmlns:a16="http://schemas.microsoft.com/office/drawing/2014/main" id="{5D24A4F9-C060-1FAA-6405-7A4DA2B92A89}"/>
              </a:ext>
            </a:extLst>
          </p:cNvPr>
          <p:cNvCxnSpPr/>
          <p:nvPr/>
        </p:nvCxnSpPr>
        <p:spPr bwMode="auto">
          <a:xfrm>
            <a:off x="4197531" y="3971859"/>
            <a:ext cx="0" cy="1377370"/>
          </a:xfrm>
          <a:prstGeom prst="line">
            <a:avLst/>
          </a:prstGeom>
          <a:solidFill>
            <a:schemeClr val="accent1"/>
          </a:solidFill>
          <a:ln w="38100" cap="flat" cmpd="sng" algn="ctr">
            <a:solidFill>
              <a:schemeClr val="tx1"/>
            </a:solidFill>
            <a:prstDash val="solid"/>
            <a:miter lim="800000"/>
            <a:headEnd type="none" w="med" len="med"/>
            <a:tailEnd type="none" w="med" len="med"/>
          </a:ln>
          <a:effectLst/>
        </p:spPr>
      </p:cxnSp>
      <p:sp>
        <p:nvSpPr>
          <p:cNvPr id="29" name="TextBox 28">
            <a:extLst>
              <a:ext uri="{FF2B5EF4-FFF2-40B4-BE49-F238E27FC236}">
                <a16:creationId xmlns:a16="http://schemas.microsoft.com/office/drawing/2014/main" id="{F386084D-AFE9-AE02-25A7-391BECC5390E}"/>
              </a:ext>
            </a:extLst>
          </p:cNvPr>
          <p:cNvSpPr txBox="1"/>
          <p:nvPr/>
        </p:nvSpPr>
        <p:spPr>
          <a:xfrm>
            <a:off x="4180115" y="4045749"/>
            <a:ext cx="954044" cy="307777"/>
          </a:xfrm>
          <a:prstGeom prst="rect">
            <a:avLst/>
          </a:prstGeom>
          <a:noFill/>
        </p:spPr>
        <p:txBody>
          <a:bodyPr wrap="none" rtlCol="0">
            <a:spAutoFit/>
          </a:bodyPr>
          <a:lstStyle/>
          <a:p>
            <a:r>
              <a:rPr lang="en-US" sz="1400" dirty="0"/>
              <a:t>Validation</a:t>
            </a:r>
          </a:p>
        </p:txBody>
      </p:sp>
      <p:sp>
        <p:nvSpPr>
          <p:cNvPr id="30" name="U-Turn Arrow 29">
            <a:extLst>
              <a:ext uri="{FF2B5EF4-FFF2-40B4-BE49-F238E27FC236}">
                <a16:creationId xmlns:a16="http://schemas.microsoft.com/office/drawing/2014/main" id="{A3D2584A-BE92-1816-D921-A995710AC6B9}"/>
              </a:ext>
            </a:extLst>
          </p:cNvPr>
          <p:cNvSpPr/>
          <p:nvPr/>
        </p:nvSpPr>
        <p:spPr bwMode="auto">
          <a:xfrm rot="5400000">
            <a:off x="6703210" y="3854916"/>
            <a:ext cx="483326" cy="381667"/>
          </a:xfrm>
          <a:prstGeom prst="uturnArrow">
            <a:avLst/>
          </a:prstGeom>
          <a:solidFill>
            <a:schemeClr val="tx1"/>
          </a:solidFill>
          <a:ln w="9525" cap="flat" cmpd="sng" algn="ctr">
            <a:no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ahoma" charset="0"/>
            </a:endParaRPr>
          </a:p>
        </p:txBody>
      </p:sp>
      <p:sp>
        <p:nvSpPr>
          <p:cNvPr id="31" name="TextBox 30">
            <a:extLst>
              <a:ext uri="{FF2B5EF4-FFF2-40B4-BE49-F238E27FC236}">
                <a16:creationId xmlns:a16="http://schemas.microsoft.com/office/drawing/2014/main" id="{74FA5475-B628-B2B3-737B-8C90166FD05B}"/>
              </a:ext>
            </a:extLst>
          </p:cNvPr>
          <p:cNvSpPr txBox="1"/>
          <p:nvPr/>
        </p:nvSpPr>
        <p:spPr>
          <a:xfrm>
            <a:off x="7135707" y="3565875"/>
            <a:ext cx="736484" cy="523220"/>
          </a:xfrm>
          <a:prstGeom prst="rect">
            <a:avLst/>
          </a:prstGeom>
          <a:noFill/>
        </p:spPr>
        <p:txBody>
          <a:bodyPr wrap="none" rtlCol="0">
            <a:spAutoFit/>
          </a:bodyPr>
          <a:lstStyle/>
          <a:p>
            <a:r>
              <a:rPr lang="en-US" sz="1400" dirty="0"/>
              <a:t>Quality</a:t>
            </a:r>
          </a:p>
          <a:p>
            <a:r>
              <a:rPr lang="en-US" sz="1400" dirty="0"/>
              <a:t>Rules</a:t>
            </a:r>
          </a:p>
        </p:txBody>
      </p:sp>
      <p:sp>
        <p:nvSpPr>
          <p:cNvPr id="32" name="U-Turn Arrow 31">
            <a:extLst>
              <a:ext uri="{FF2B5EF4-FFF2-40B4-BE49-F238E27FC236}">
                <a16:creationId xmlns:a16="http://schemas.microsoft.com/office/drawing/2014/main" id="{81C0FC8B-CD8B-E1C9-DD92-79C2A622FCA2}"/>
              </a:ext>
            </a:extLst>
          </p:cNvPr>
          <p:cNvSpPr/>
          <p:nvPr/>
        </p:nvSpPr>
        <p:spPr bwMode="auto">
          <a:xfrm rot="5400000">
            <a:off x="6729336" y="5180416"/>
            <a:ext cx="483326" cy="381667"/>
          </a:xfrm>
          <a:prstGeom prst="uturnArrow">
            <a:avLst/>
          </a:prstGeom>
          <a:solidFill>
            <a:schemeClr val="tx1"/>
          </a:solidFill>
          <a:ln w="9525" cap="flat" cmpd="sng" algn="ctr">
            <a:no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ahoma" charset="0"/>
            </a:endParaRPr>
          </a:p>
        </p:txBody>
      </p:sp>
      <p:sp>
        <p:nvSpPr>
          <p:cNvPr id="33" name="TextBox 32">
            <a:extLst>
              <a:ext uri="{FF2B5EF4-FFF2-40B4-BE49-F238E27FC236}">
                <a16:creationId xmlns:a16="http://schemas.microsoft.com/office/drawing/2014/main" id="{17236D7B-A7E7-1C12-25A4-E11289DA4F63}"/>
              </a:ext>
            </a:extLst>
          </p:cNvPr>
          <p:cNvSpPr txBox="1"/>
          <p:nvPr/>
        </p:nvSpPr>
        <p:spPr>
          <a:xfrm>
            <a:off x="7225212" y="5060662"/>
            <a:ext cx="736484" cy="523220"/>
          </a:xfrm>
          <a:prstGeom prst="rect">
            <a:avLst/>
          </a:prstGeom>
          <a:noFill/>
        </p:spPr>
        <p:txBody>
          <a:bodyPr wrap="none" rtlCol="0">
            <a:spAutoFit/>
          </a:bodyPr>
          <a:lstStyle/>
          <a:p>
            <a:r>
              <a:rPr lang="en-US" sz="1400" dirty="0"/>
              <a:t>Quality</a:t>
            </a:r>
          </a:p>
          <a:p>
            <a:r>
              <a:rPr lang="en-US" sz="1400" dirty="0"/>
              <a:t>Rules</a:t>
            </a:r>
          </a:p>
        </p:txBody>
      </p:sp>
      <p:sp>
        <p:nvSpPr>
          <p:cNvPr id="34" name="Text Box 4">
            <a:extLst>
              <a:ext uri="{FF2B5EF4-FFF2-40B4-BE49-F238E27FC236}">
                <a16:creationId xmlns:a16="http://schemas.microsoft.com/office/drawing/2014/main" id="{A6142A20-C9AF-5F57-9855-691093DC8B3B}"/>
              </a:ext>
            </a:extLst>
          </p:cNvPr>
          <p:cNvSpPr txBox="1">
            <a:spLocks noChangeArrowheads="1"/>
          </p:cNvSpPr>
          <p:nvPr/>
        </p:nvSpPr>
        <p:spPr bwMode="auto">
          <a:xfrm>
            <a:off x="796834" y="1271519"/>
            <a:ext cx="9731829" cy="369332"/>
          </a:xfrm>
          <a:prstGeom prst="rect">
            <a:avLst/>
          </a:prstGeom>
          <a:gradFill rotWithShape="0">
            <a:gsLst>
              <a:gs pos="0">
                <a:schemeClr val="accent2"/>
              </a:gs>
              <a:gs pos="100000">
                <a:schemeClr val="bg1"/>
              </a:gs>
            </a:gsLst>
            <a:lin ang="0" scaled="1"/>
          </a:gradFill>
          <a:ln w="9525">
            <a:noFill/>
            <a:miter lim="800000"/>
            <a:headEnd/>
            <a:tailEnd/>
          </a:ln>
          <a:effectLst/>
        </p:spPr>
        <p:txBody>
          <a:bodyPr wrap="square">
            <a:prstTxWarp prst="textNoShape">
              <a:avLst/>
            </a:prstTxWarp>
            <a:spAutoFit/>
          </a:bodyPr>
          <a:lstStyle/>
          <a:p>
            <a:endParaRPr lang="en-US" dirty="0"/>
          </a:p>
        </p:txBody>
      </p:sp>
      <p:cxnSp>
        <p:nvCxnSpPr>
          <p:cNvPr id="40" name="Straight Connector 39">
            <a:extLst>
              <a:ext uri="{FF2B5EF4-FFF2-40B4-BE49-F238E27FC236}">
                <a16:creationId xmlns:a16="http://schemas.microsoft.com/office/drawing/2014/main" id="{9E410F13-69E4-CA7C-43D5-A925684FF43C}"/>
              </a:ext>
            </a:extLst>
          </p:cNvPr>
          <p:cNvCxnSpPr>
            <a:cxnSpLocks/>
            <a:stCxn id="13" idx="3"/>
          </p:cNvCxnSpPr>
          <p:nvPr/>
        </p:nvCxnSpPr>
        <p:spPr bwMode="auto">
          <a:xfrm flipV="1">
            <a:off x="7042760" y="3628885"/>
            <a:ext cx="1400288" cy="1050628"/>
          </a:xfrm>
          <a:prstGeom prst="line">
            <a:avLst/>
          </a:prstGeom>
          <a:solidFill>
            <a:schemeClr val="accent1"/>
          </a:solidFill>
          <a:ln w="38100" cap="flat" cmpd="sng" algn="ctr">
            <a:solidFill>
              <a:srgbClr val="FF0000"/>
            </a:solidFill>
            <a:prstDash val="sysDash"/>
            <a:miter lim="800000"/>
            <a:headEnd type="none" w="med" len="med"/>
            <a:tailEnd type="none" w="med" len="med"/>
          </a:ln>
          <a:effectLst/>
        </p:spPr>
      </p:cxnSp>
      <p:sp>
        <p:nvSpPr>
          <p:cNvPr id="42" name="Text Box 12">
            <a:extLst>
              <a:ext uri="{FF2B5EF4-FFF2-40B4-BE49-F238E27FC236}">
                <a16:creationId xmlns:a16="http://schemas.microsoft.com/office/drawing/2014/main" id="{E3DC792C-545D-7861-A68B-EDF97FB56360}"/>
              </a:ext>
            </a:extLst>
          </p:cNvPr>
          <p:cNvSpPr txBox="1">
            <a:spLocks noChangeArrowheads="1"/>
          </p:cNvSpPr>
          <p:nvPr/>
        </p:nvSpPr>
        <p:spPr bwMode="auto">
          <a:xfrm>
            <a:off x="8421873" y="2090428"/>
            <a:ext cx="3363727" cy="1815882"/>
          </a:xfrm>
          <a:prstGeom prst="rect">
            <a:avLst/>
          </a:prstGeom>
          <a:solidFill>
            <a:schemeClr val="accent2"/>
          </a:solidFill>
          <a:ln w="12700">
            <a:solidFill>
              <a:schemeClr val="tx1"/>
            </a:solidFill>
            <a:miter lim="800000"/>
            <a:headEnd/>
            <a:tailEnd/>
          </a:ln>
          <a:effectLst>
            <a:outerShdw blurRad="63500" dist="35921" dir="2700000" algn="ctr" rotWithShape="0">
              <a:schemeClr val="bg2"/>
            </a:outerShdw>
          </a:effectLst>
        </p:spPr>
        <p:txBody>
          <a:bodyPr wrap="square" anchor="ctr">
            <a:prstTxWarp prst="textNoShape">
              <a:avLst/>
            </a:prstTxWarp>
            <a:spAutoFit/>
          </a:bodyPr>
          <a:lstStyle/>
          <a:p>
            <a:pPr marL="285750" indent="-285750">
              <a:buFont typeface="Arial" panose="020B0604020202020204" pitchFamily="34" charset="0"/>
              <a:buChar char="•"/>
            </a:pPr>
            <a:r>
              <a:rPr lang="en-US" sz="1400" i="1" dirty="0"/>
              <a:t>Does the realization conform to the specification?</a:t>
            </a:r>
          </a:p>
          <a:p>
            <a:pPr marL="285750" indent="-285750">
              <a:buFont typeface="Arial" panose="020B0604020202020204" pitchFamily="34" charset="0"/>
              <a:buChar char="•"/>
            </a:pPr>
            <a:r>
              <a:rPr lang="en-US" sz="1400" i="1" dirty="0"/>
              <a:t>Strategies</a:t>
            </a:r>
          </a:p>
          <a:p>
            <a:pPr marL="742950" lvl="1" indent="-285750">
              <a:buFont typeface="Arial" panose="020B0604020202020204" pitchFamily="34" charset="0"/>
              <a:buChar char="•"/>
            </a:pPr>
            <a:r>
              <a:rPr lang="en-US" sz="1400" i="1" dirty="0"/>
              <a:t>Mechanical (deterministic)</a:t>
            </a:r>
          </a:p>
          <a:p>
            <a:pPr marL="1200150" lvl="2" indent="-285750">
              <a:buFont typeface="Arial" panose="020B0604020202020204" pitchFamily="34" charset="0"/>
              <a:buChar char="•"/>
            </a:pPr>
            <a:r>
              <a:rPr lang="en-US" sz="1400" i="1" dirty="0"/>
              <a:t>Testing (coverage!)</a:t>
            </a:r>
          </a:p>
          <a:p>
            <a:pPr marL="1200150" lvl="2" indent="-285750">
              <a:buFont typeface="Arial" panose="020B0604020202020204" pitchFamily="34" charset="0"/>
              <a:buChar char="•"/>
            </a:pPr>
            <a:r>
              <a:rPr lang="en-US" sz="1400" i="1" dirty="0"/>
              <a:t>Formal verification</a:t>
            </a:r>
          </a:p>
          <a:p>
            <a:pPr marL="742950" lvl="1" indent="-285750">
              <a:buFont typeface="Arial" panose="020B0604020202020204" pitchFamily="34" charset="0"/>
              <a:buChar char="•"/>
            </a:pPr>
            <a:r>
              <a:rPr lang="en-US" sz="1400" i="1" dirty="0"/>
              <a:t>Audit (Agent)</a:t>
            </a:r>
          </a:p>
          <a:p>
            <a:pPr marL="742950" lvl="1" indent="-285750">
              <a:buFont typeface="Arial" panose="020B0604020202020204" pitchFamily="34" charset="0"/>
              <a:buChar char="•"/>
            </a:pPr>
            <a:r>
              <a:rPr lang="en-US" sz="1400" i="1" dirty="0"/>
              <a:t>Audit (Human)</a:t>
            </a:r>
          </a:p>
        </p:txBody>
      </p:sp>
      <p:sp>
        <p:nvSpPr>
          <p:cNvPr id="9" name="Text Box 12">
            <a:extLst>
              <a:ext uri="{FF2B5EF4-FFF2-40B4-BE49-F238E27FC236}">
                <a16:creationId xmlns:a16="http://schemas.microsoft.com/office/drawing/2014/main" id="{0E459036-370F-D17D-2D8F-265077C60D96}"/>
              </a:ext>
            </a:extLst>
          </p:cNvPr>
          <p:cNvSpPr txBox="1">
            <a:spLocks noChangeArrowheads="1"/>
          </p:cNvSpPr>
          <p:nvPr/>
        </p:nvSpPr>
        <p:spPr bwMode="auto">
          <a:xfrm>
            <a:off x="8978347" y="3873187"/>
            <a:ext cx="3091822" cy="738664"/>
          </a:xfrm>
          <a:prstGeom prst="rect">
            <a:avLst/>
          </a:prstGeom>
          <a:solidFill>
            <a:schemeClr val="accent2"/>
          </a:solidFill>
          <a:ln w="12700">
            <a:solidFill>
              <a:schemeClr val="tx1"/>
            </a:solidFill>
            <a:miter lim="800000"/>
            <a:headEnd/>
            <a:tailEnd/>
          </a:ln>
          <a:effectLst>
            <a:outerShdw blurRad="63500" dist="35921" dir="2700000" algn="ctr" rotWithShape="0">
              <a:schemeClr val="bg2"/>
            </a:outerShdw>
          </a:effectLst>
        </p:spPr>
        <p:txBody>
          <a:bodyPr wrap="square" anchor="ctr">
            <a:prstTxWarp prst="textNoShape">
              <a:avLst/>
            </a:prstTxWarp>
            <a:spAutoFit/>
          </a:bodyPr>
          <a:lstStyle/>
          <a:p>
            <a:pPr marL="285750" indent="-285750">
              <a:buFont typeface="Arial" panose="020B0604020202020204" pitchFamily="34" charset="0"/>
              <a:buChar char="•"/>
            </a:pPr>
            <a:r>
              <a:rPr lang="en-US" sz="1400" i="1" dirty="0"/>
              <a:t>Traceability!!</a:t>
            </a:r>
          </a:p>
          <a:p>
            <a:pPr marL="285750" indent="-285750">
              <a:buFont typeface="Arial" panose="020B0604020202020204" pitchFamily="34" charset="0"/>
              <a:buChar char="•"/>
            </a:pPr>
            <a:r>
              <a:rPr lang="en-US" sz="1400" i="1" dirty="0"/>
              <a:t>Coverage / Completeness</a:t>
            </a:r>
          </a:p>
          <a:p>
            <a:pPr marL="285750" indent="-285750">
              <a:buFont typeface="Arial" panose="020B0604020202020204" pitchFamily="34" charset="0"/>
              <a:buChar char="•"/>
            </a:pPr>
            <a:r>
              <a:rPr lang="en-US" sz="1400" i="1" dirty="0"/>
              <a:t>Trustworthiness of the strategy</a:t>
            </a:r>
          </a:p>
        </p:txBody>
      </p:sp>
    </p:spTree>
    <p:extLst>
      <p:ext uri="{BB962C8B-B14F-4D97-AF65-F5344CB8AC3E}">
        <p14:creationId xmlns:p14="http://schemas.microsoft.com/office/powerpoint/2010/main" val="3882803316"/>
      </p:ext>
    </p:extLst>
  </p:cSld>
  <p:clrMapOvr>
    <a:masterClrMapping/>
  </p:clrMapOvr>
</p:sld>
</file>

<file path=ppt/theme/theme1.xml><?xml version="1.0" encoding="utf-8"?>
<a:theme xmlns:a="http://schemas.openxmlformats.org/drawingml/2006/main" name="Collins Masters: Covers">
  <a:themeElements>
    <a:clrScheme name="1: RTX PRIMARY PALETTE">
      <a:dk1>
        <a:sysClr val="windowText" lastClr="000000"/>
      </a:dk1>
      <a:lt1>
        <a:sysClr val="window" lastClr="FFFFFF"/>
      </a:lt1>
      <a:dk2>
        <a:srgbClr val="CE1126"/>
      </a:dk2>
      <a:lt2>
        <a:srgbClr val="FFFFFF"/>
      </a:lt2>
      <a:accent1>
        <a:srgbClr val="000000"/>
      </a:accent1>
      <a:accent2>
        <a:srgbClr val="63666A"/>
      </a:accent2>
      <a:accent3>
        <a:srgbClr val="B1B3B3"/>
      </a:accent3>
      <a:accent4>
        <a:srgbClr val="D9D9D6"/>
      </a:accent4>
      <a:accent5>
        <a:srgbClr val="F7F7F7"/>
      </a:accent5>
      <a:accent6>
        <a:srgbClr val="FFFFFF"/>
      </a:accent6>
      <a:hlink>
        <a:srgbClr val="CE1126"/>
      </a:hlink>
      <a:folHlink>
        <a:srgbClr val="000000"/>
      </a:folHlink>
    </a:clrScheme>
    <a:fontScheme name="RTX 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New_Collins_PPT_Non_tech_data_16x9_internal" id="{B82BE9C0-C93E-B342-83A7-9B688A9500D2}" vid="{3BB40FCB-6667-1E47-BE2D-5EA748AB28C3}"/>
    </a:ext>
  </a:extLst>
</a:theme>
</file>

<file path=ppt/theme/theme2.xml><?xml version="1.0" encoding="utf-8"?>
<a:theme xmlns:a="http://schemas.openxmlformats.org/drawingml/2006/main" name="Collins Masters: Content">
  <a:themeElements>
    <a:clrScheme name="Collins Color Pallet">
      <a:dk1>
        <a:srgbClr val="000000"/>
      </a:dk1>
      <a:lt1>
        <a:srgbClr val="FFFFFF"/>
      </a:lt1>
      <a:dk2>
        <a:srgbClr val="CE1126"/>
      </a:dk2>
      <a:lt2>
        <a:srgbClr val="D9D9D6"/>
      </a:lt2>
      <a:accent1>
        <a:srgbClr val="63666A"/>
      </a:accent1>
      <a:accent2>
        <a:srgbClr val="B7A99A"/>
      </a:accent2>
      <a:accent3>
        <a:srgbClr val="7BA7BC"/>
      </a:accent3>
      <a:accent4>
        <a:srgbClr val="EFB661"/>
      </a:accent4>
      <a:accent5>
        <a:srgbClr val="908CC2"/>
      </a:accent5>
      <a:accent6>
        <a:srgbClr val="9ABEC0"/>
      </a:accent6>
      <a:hlink>
        <a:srgbClr val="CE1126"/>
      </a:hlink>
      <a:folHlink>
        <a:srgbClr val="000000"/>
      </a:folHlink>
    </a:clrScheme>
    <a:fontScheme name="RTX 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New_Collins_PPT_Non_tech_data_16x9_internal" id="{B82BE9C0-C93E-B342-83A7-9B688A9500D2}" vid="{736E1B27-418E-A544-8BD2-C60B214F16BB}"/>
    </a:ext>
  </a:extLst>
</a:theme>
</file>

<file path=ppt/theme/theme3.xml><?xml version="1.0" encoding="utf-8"?>
<a:theme xmlns:a="http://schemas.openxmlformats.org/drawingml/2006/main" name="Collins Masters: Section Breakers">
  <a:themeElements>
    <a:clrScheme name="RTX GRAYSCALE">
      <a:dk1>
        <a:sysClr val="windowText" lastClr="000000"/>
      </a:dk1>
      <a:lt1>
        <a:sysClr val="window" lastClr="FFFFFF"/>
      </a:lt1>
      <a:dk2>
        <a:srgbClr val="CE1126"/>
      </a:dk2>
      <a:lt2>
        <a:srgbClr val="FFFFFF"/>
      </a:lt2>
      <a:accent1>
        <a:srgbClr val="000000"/>
      </a:accent1>
      <a:accent2>
        <a:srgbClr val="63666A"/>
      </a:accent2>
      <a:accent3>
        <a:srgbClr val="B1B3B3"/>
      </a:accent3>
      <a:accent4>
        <a:srgbClr val="D9D9D6"/>
      </a:accent4>
      <a:accent5>
        <a:srgbClr val="F7F7F7"/>
      </a:accent5>
      <a:accent6>
        <a:srgbClr val="FFFFFF"/>
      </a:accent6>
      <a:hlink>
        <a:srgbClr val="CE1126"/>
      </a:hlink>
      <a:folHlink>
        <a:srgbClr val="000000"/>
      </a:folHlink>
    </a:clrScheme>
    <a:fontScheme name="RTX 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New_Collins_PPT_Non_tech_data_16x9_internal" id="{B82BE9C0-C93E-B342-83A7-9B688A9500D2}" vid="{C72CEE75-4C1B-8C4B-913A-B0BE5F6E8D95}"/>
    </a:ext>
  </a:extLst>
</a:theme>
</file>

<file path=ppt/theme/theme4.xml><?xml version="1.0" encoding="utf-8"?>
<a:theme xmlns:a="http://schemas.openxmlformats.org/drawingml/2006/main" name="1_Collins Masters: Content">
  <a:themeElements>
    <a:clrScheme name="Collins Color Pallet">
      <a:dk1>
        <a:srgbClr val="000000"/>
      </a:dk1>
      <a:lt1>
        <a:srgbClr val="FFFFFF"/>
      </a:lt1>
      <a:dk2>
        <a:srgbClr val="CE1126"/>
      </a:dk2>
      <a:lt2>
        <a:srgbClr val="D9D9D6"/>
      </a:lt2>
      <a:accent1>
        <a:srgbClr val="63666A"/>
      </a:accent1>
      <a:accent2>
        <a:srgbClr val="B7A99A"/>
      </a:accent2>
      <a:accent3>
        <a:srgbClr val="7BA7BC"/>
      </a:accent3>
      <a:accent4>
        <a:srgbClr val="EFB661"/>
      </a:accent4>
      <a:accent5>
        <a:srgbClr val="908CC2"/>
      </a:accent5>
      <a:accent6>
        <a:srgbClr val="9ABEC0"/>
      </a:accent6>
      <a:hlink>
        <a:srgbClr val="CE1126"/>
      </a:hlink>
      <a:folHlink>
        <a:srgbClr val="000000"/>
      </a:folHlink>
    </a:clrScheme>
    <a:fontScheme name="RTX 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New_Collins_PPT_Tech_data_16x9_internal" id="{8F0AF81E-B78C-C04D-979F-911A24804F48}" vid="{86826571-DB51-C640-9513-34BF835E703D}"/>
    </a:ext>
  </a:extLst>
</a:theme>
</file>

<file path=ppt/theme/theme5.xml><?xml version="1.0" encoding="utf-8"?>
<a:theme xmlns:a="http://schemas.openxmlformats.org/drawingml/2006/main" name="2_Collins Masters: Content">
  <a:themeElements>
    <a:clrScheme name="Collins Color Pallet">
      <a:dk1>
        <a:srgbClr val="000000"/>
      </a:dk1>
      <a:lt1>
        <a:srgbClr val="FFFFFF"/>
      </a:lt1>
      <a:dk2>
        <a:srgbClr val="CE1126"/>
      </a:dk2>
      <a:lt2>
        <a:srgbClr val="D9D9D6"/>
      </a:lt2>
      <a:accent1>
        <a:srgbClr val="63666A"/>
      </a:accent1>
      <a:accent2>
        <a:srgbClr val="B7A99A"/>
      </a:accent2>
      <a:accent3>
        <a:srgbClr val="7BA7BC"/>
      </a:accent3>
      <a:accent4>
        <a:srgbClr val="EFB661"/>
      </a:accent4>
      <a:accent5>
        <a:srgbClr val="908CC2"/>
      </a:accent5>
      <a:accent6>
        <a:srgbClr val="9ABEC0"/>
      </a:accent6>
      <a:hlink>
        <a:srgbClr val="CE1126"/>
      </a:hlink>
      <a:folHlink>
        <a:srgbClr val="000000"/>
      </a:folHlink>
    </a:clrScheme>
    <a:fontScheme name="RTX 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ollins_PowerPoint_Non_technical_data_16x9" id="{04AC40E2-E9DB-0F46-B120-0BFF326BB9DF}" vid="{5DA8CED0-9152-C94E-8366-8C419A48CA47}"/>
    </a:ext>
  </a:extLst>
</a:theme>
</file>

<file path=ppt/theme/theme6.xml><?xml version="1.0" encoding="utf-8"?>
<a:theme xmlns:a="http://schemas.openxmlformats.org/drawingml/2006/main" name="Collins Aerospace 16x9">
  <a:themeElements>
    <a:clrScheme name="Collins">
      <a:dk1>
        <a:srgbClr val="000000"/>
      </a:dk1>
      <a:lt1>
        <a:srgbClr val="FFFFFF"/>
      </a:lt1>
      <a:dk2>
        <a:srgbClr val="333333"/>
      </a:dk2>
      <a:lt2>
        <a:srgbClr val="DCDCDC"/>
      </a:lt2>
      <a:accent1>
        <a:srgbClr val="E4551F"/>
      </a:accent1>
      <a:accent2>
        <a:srgbClr val="00AB8E"/>
      </a:accent2>
      <a:accent3>
        <a:srgbClr val="F2A900"/>
      </a:accent3>
      <a:accent4>
        <a:srgbClr val="555555"/>
      </a:accent4>
      <a:accent5>
        <a:srgbClr val="898989"/>
      </a:accent5>
      <a:accent6>
        <a:srgbClr val="BBBBBB"/>
      </a:accent6>
      <a:hlink>
        <a:srgbClr val="CF4520"/>
      </a:hlink>
      <a:folHlink>
        <a:srgbClr val="F2A90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2"/>
        </a:solidFill>
        <a:ln>
          <a:noFill/>
        </a:ln>
        <a:effectLst/>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noFill/>
      </a:spPr>
      <a:bodyPr wrap="square" rtlCol="0">
        <a:spAutoFit/>
      </a:bodyPr>
      <a:lstStyle>
        <a:defPPr algn="l">
          <a:defRPr sz="1600" dirty="0" smtClean="0">
            <a:latin typeface="Arial" panose="020B0604020202020204" pitchFamily="34" charset="0"/>
            <a:cs typeface="Arial" panose="020B0604020202020204" pitchFamily="34" charset="0"/>
          </a:defRPr>
        </a:defPPr>
      </a:lstStyle>
    </a:txDef>
  </a:objectDefaults>
  <a:extraClrSchemeLst/>
  <a:extLst>
    <a:ext uri="{05A4C25C-085E-4340-85A3-A5531E510DB2}">
      <thm15:themeFamily xmlns:thm15="http://schemas.microsoft.com/office/thememl/2012/main" name="Collins_PPT_Template_ITC_UTAS_2018_16x9_bam.potx" id="{CABE2381-47F5-4C44-A521-07CCECE79B99}" vid="{C6ADA71E-084B-4DBB-BAA5-4A2080023A84}"/>
    </a:ext>
  </a:extLst>
</a:theme>
</file>

<file path=ppt/theme/theme7.xml><?xml version="1.0" encoding="utf-8"?>
<a:theme xmlns:a="http://schemas.openxmlformats.org/drawingml/2006/main" name="Blends">
  <a:themeElements>
    <a:clrScheme name="">
      <a:dk1>
        <a:srgbClr val="000000"/>
      </a:dk1>
      <a:lt1>
        <a:srgbClr val="FFFFFF"/>
      </a:lt1>
      <a:dk2>
        <a:srgbClr val="990099"/>
      </a:dk2>
      <a:lt2>
        <a:srgbClr val="1C1C1C"/>
      </a:lt2>
      <a:accent1>
        <a:srgbClr val="6E1EC6"/>
      </a:accent1>
      <a:accent2>
        <a:srgbClr val="FFCF01"/>
      </a:accent2>
      <a:accent3>
        <a:srgbClr val="FFFFFF"/>
      </a:accent3>
      <a:accent4>
        <a:srgbClr val="000000"/>
      </a:accent4>
      <a:accent5>
        <a:srgbClr val="BAABDF"/>
      </a:accent5>
      <a:accent6>
        <a:srgbClr val="E7BB01"/>
      </a:accent6>
      <a:hlink>
        <a:srgbClr val="00CC00"/>
      </a:hlink>
      <a:folHlink>
        <a:srgbClr val="990099"/>
      </a:folHlink>
    </a:clrScheme>
    <a:fontScheme name="Blends">
      <a:majorFont>
        <a:latin typeface="Microsoft Sans Serif"/>
        <a:ea typeface=""/>
        <a:cs typeface=""/>
      </a:majorFont>
      <a:minorFont>
        <a:latin typeface="Tahom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2400" b="0" i="0" u="none" strike="noStrike" cap="none" normalizeH="0" baseline="0">
            <a:ln>
              <a:noFill/>
            </a:ln>
            <a:solidFill>
              <a:schemeClr val="tx1"/>
            </a:solidFill>
            <a:effectLst/>
            <a:latin typeface="Tahoma"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2400" b="0" i="0" u="none" strike="noStrike" cap="none" normalizeH="0" baseline="0">
            <a:ln>
              <a:noFill/>
            </a:ln>
            <a:solidFill>
              <a:schemeClr val="tx1"/>
            </a:solidFill>
            <a:effectLst/>
            <a:latin typeface="Tahoma" charset="0"/>
          </a:defRPr>
        </a:defPPr>
      </a:lstStyle>
    </a:ln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3">
        <a:dk1>
          <a:srgbClr val="000000"/>
        </a:dk1>
        <a:lt1>
          <a:srgbClr val="FFFFFF"/>
        </a:lt1>
        <a:dk2>
          <a:srgbClr val="000000"/>
        </a:dk2>
        <a:lt2>
          <a:srgbClr val="5F5F5F"/>
        </a:lt2>
        <a:accent1>
          <a:srgbClr val="EAEAEA"/>
        </a:accent1>
        <a:accent2>
          <a:srgbClr val="808080"/>
        </a:accent2>
        <a:accent3>
          <a:srgbClr val="FFFFFF"/>
        </a:accent3>
        <a:accent4>
          <a:srgbClr val="000000"/>
        </a:accent4>
        <a:accent5>
          <a:srgbClr val="F3F3F3"/>
        </a:accent5>
        <a:accent6>
          <a:srgbClr val="737373"/>
        </a:accent6>
        <a:hlink>
          <a:srgbClr val="4D4D4D"/>
        </a:hlink>
        <a:folHlink>
          <a:srgbClr val="C0C0C0"/>
        </a:folHlink>
      </a:clrScheme>
      <a:clrMap bg1="lt1" tx1="dk1" bg2="lt2" tx2="dk2" accent1="accent1" accent2="accent2" accent3="accent3" accent4="accent4" accent5="accent5" accent6="accent6" hlink="hlink" folHlink="folHlink"/>
    </a:extraClrScheme>
    <a:extraClrScheme>
      <a:clrScheme name="Blends 4">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
      <a:clrScheme name="Blends 7">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Lst>
</a:theme>
</file>

<file path=ppt/theme/theme8.xml><?xml version="1.0" encoding="utf-8"?>
<a:theme xmlns:a="http://schemas.openxmlformats.org/drawingml/2006/main" name="1_Collins Aerospace 16x9">
  <a:themeElements>
    <a:clrScheme name="Collins">
      <a:dk1>
        <a:srgbClr val="000000"/>
      </a:dk1>
      <a:lt1>
        <a:srgbClr val="FFFFFF"/>
      </a:lt1>
      <a:dk2>
        <a:srgbClr val="333333"/>
      </a:dk2>
      <a:lt2>
        <a:srgbClr val="DCDCDC"/>
      </a:lt2>
      <a:accent1>
        <a:srgbClr val="E4551F"/>
      </a:accent1>
      <a:accent2>
        <a:srgbClr val="00AB8E"/>
      </a:accent2>
      <a:accent3>
        <a:srgbClr val="F2A900"/>
      </a:accent3>
      <a:accent4>
        <a:srgbClr val="555555"/>
      </a:accent4>
      <a:accent5>
        <a:srgbClr val="898989"/>
      </a:accent5>
      <a:accent6>
        <a:srgbClr val="BBBBBB"/>
      </a:accent6>
      <a:hlink>
        <a:srgbClr val="CF4520"/>
      </a:hlink>
      <a:folHlink>
        <a:srgbClr val="F2A90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2"/>
        </a:solidFill>
        <a:ln>
          <a:noFill/>
        </a:ln>
        <a:effectLst/>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noFill/>
      </a:spPr>
      <a:bodyPr wrap="square" rtlCol="0">
        <a:spAutoFit/>
      </a:bodyPr>
      <a:lstStyle>
        <a:defPPr algn="l">
          <a:defRPr sz="1600" dirty="0" smtClean="0">
            <a:latin typeface="Arial" panose="020B0604020202020204" pitchFamily="34" charset="0"/>
            <a:cs typeface="Arial" panose="020B0604020202020204" pitchFamily="34" charset="0"/>
          </a:defRPr>
        </a:defPPr>
      </a:lstStyle>
    </a:txDef>
  </a:objectDefaults>
  <a:extraClrSchemeLst/>
  <a:extLst>
    <a:ext uri="{05A4C25C-085E-4340-85A3-A5531E510DB2}">
      <thm15:themeFamily xmlns:thm15="http://schemas.microsoft.com/office/thememl/2012/main" name="Collins_PPT_Template_ITC_UTAS_2018_16x9_bam.potx" id="{CABE2381-47F5-4C44-A521-07CCECE79B99}" vid="{C6ADA71E-084B-4DBB-BAA5-4A2080023A84}"/>
    </a:ext>
  </a:extLst>
</a:theme>
</file>

<file path=ppt/theme/theme9.xml><?xml version="1.0" encoding="utf-8"?>
<a:theme xmlns:a="http://schemas.openxmlformats.org/drawingml/2006/main" name="2_Collins Aerospace 16x9">
  <a:themeElements>
    <a:clrScheme name="Collins">
      <a:dk1>
        <a:srgbClr val="000000"/>
      </a:dk1>
      <a:lt1>
        <a:srgbClr val="FFFFFF"/>
      </a:lt1>
      <a:dk2>
        <a:srgbClr val="333333"/>
      </a:dk2>
      <a:lt2>
        <a:srgbClr val="DCDCDC"/>
      </a:lt2>
      <a:accent1>
        <a:srgbClr val="E4551F"/>
      </a:accent1>
      <a:accent2>
        <a:srgbClr val="00AB8E"/>
      </a:accent2>
      <a:accent3>
        <a:srgbClr val="F2A900"/>
      </a:accent3>
      <a:accent4>
        <a:srgbClr val="555555"/>
      </a:accent4>
      <a:accent5>
        <a:srgbClr val="898989"/>
      </a:accent5>
      <a:accent6>
        <a:srgbClr val="BBBBBB"/>
      </a:accent6>
      <a:hlink>
        <a:srgbClr val="CF4520"/>
      </a:hlink>
      <a:folHlink>
        <a:srgbClr val="F2A90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2"/>
        </a:solidFill>
        <a:ln>
          <a:noFill/>
        </a:ln>
        <a:effectLst/>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noFill/>
      </a:spPr>
      <a:bodyPr wrap="square" rtlCol="0">
        <a:spAutoFit/>
      </a:bodyPr>
      <a:lstStyle>
        <a:defPPr algn="l">
          <a:defRPr sz="1600" dirty="0" smtClean="0">
            <a:latin typeface="Arial" panose="020B0604020202020204" pitchFamily="34" charset="0"/>
            <a:cs typeface="Arial" panose="020B0604020202020204" pitchFamily="34" charset="0"/>
          </a:defRPr>
        </a:defPPr>
      </a:lstStyle>
    </a:txDef>
  </a:objectDefaults>
  <a:extraClrSchemeLst/>
  <a:extLst>
    <a:ext uri="{05A4C25C-085E-4340-85A3-A5531E510DB2}">
      <thm15:themeFamily xmlns:thm15="http://schemas.microsoft.com/office/thememl/2012/main" name="1_Collins_No_Tech_Data_16x9_optimized.potx" id="{C4DE086A-5793-4AD5-8BC8-CB0FDF0381BD}" vid="{8F2E3E36-8C40-4A9B-97D0-E9E59C039DB6}"/>
    </a:ext>
  </a:extLst>
</a:theme>
</file>

<file path=ppt/theme/theme10.xml><?xml version="1.0" encoding="utf-8"?>
<a:theme xmlns:a="http://schemas.openxmlformats.org/drawingml/2006/main" name="3_Collins Aerospace 16x9">
  <a:themeElements>
    <a:clrScheme name="Collins">
      <a:dk1>
        <a:srgbClr val="000000"/>
      </a:dk1>
      <a:lt1>
        <a:srgbClr val="FFFFFF"/>
      </a:lt1>
      <a:dk2>
        <a:srgbClr val="333333"/>
      </a:dk2>
      <a:lt2>
        <a:srgbClr val="DCDCDC"/>
      </a:lt2>
      <a:accent1>
        <a:srgbClr val="E4551F"/>
      </a:accent1>
      <a:accent2>
        <a:srgbClr val="00AB8E"/>
      </a:accent2>
      <a:accent3>
        <a:srgbClr val="F2A900"/>
      </a:accent3>
      <a:accent4>
        <a:srgbClr val="555555"/>
      </a:accent4>
      <a:accent5>
        <a:srgbClr val="898989"/>
      </a:accent5>
      <a:accent6>
        <a:srgbClr val="BBBBBB"/>
      </a:accent6>
      <a:hlink>
        <a:srgbClr val="CF4520"/>
      </a:hlink>
      <a:folHlink>
        <a:srgbClr val="F2A90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2"/>
        </a:solidFill>
        <a:ln>
          <a:noFill/>
        </a:ln>
        <a:effectLst/>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noFill/>
      </a:spPr>
      <a:bodyPr wrap="square" rtlCol="0">
        <a:spAutoFit/>
      </a:bodyPr>
      <a:lstStyle>
        <a:defPPr algn="l">
          <a:defRPr sz="1600" dirty="0" smtClean="0">
            <a:latin typeface="Arial" panose="020B0604020202020204" pitchFamily="34" charset="0"/>
            <a:cs typeface="Arial" panose="020B0604020202020204" pitchFamily="34" charset="0"/>
          </a:defRPr>
        </a:defPPr>
      </a:lstStyle>
    </a:txDef>
  </a:objectDefaults>
  <a:extraClrSchemeLst/>
  <a:extLst>
    <a:ext uri="{05A4C25C-085E-4340-85A3-A5531E510DB2}">
      <thm15:themeFamily xmlns:thm15="http://schemas.microsoft.com/office/thememl/2012/main" name="1_Collins_No_Tech_Data_16x9_optimized.potx" id="{C4DE086A-5793-4AD5-8BC8-CB0FDF0381BD}" vid="{8F2E3E36-8C40-4A9B-97D0-E9E59C039DB6}"/>
    </a:ext>
  </a:extLst>
</a:theme>
</file>

<file path=ppt/theme/theme11.xml><?xml version="1.0" encoding="utf-8"?>
<a:theme xmlns:a="http://schemas.openxmlformats.org/drawingml/2006/main" name="Office Theme">
  <a:themeElements>
    <a:clrScheme name="RTX Colors">
      <a:dk1>
        <a:sysClr val="windowText" lastClr="000000"/>
      </a:dk1>
      <a:lt1>
        <a:sysClr val="window" lastClr="FFFFFF"/>
      </a:lt1>
      <a:dk2>
        <a:srgbClr val="CE1126"/>
      </a:dk2>
      <a:lt2>
        <a:srgbClr val="FFFFFF"/>
      </a:lt2>
      <a:accent1>
        <a:srgbClr val="000000"/>
      </a:accent1>
      <a:accent2>
        <a:srgbClr val="464648"/>
      </a:accent2>
      <a:accent3>
        <a:srgbClr val="6B6B6D"/>
      </a:accent3>
      <a:accent4>
        <a:srgbClr val="89898A"/>
      </a:accent4>
      <a:accent5>
        <a:srgbClr val="B8B8B9"/>
      </a:accent5>
      <a:accent6>
        <a:srgbClr val="D4D4D5"/>
      </a:accent6>
      <a:hlink>
        <a:srgbClr val="CE1126"/>
      </a:hlink>
      <a:folHlink>
        <a:srgbClr val="000000"/>
      </a:folHlink>
    </a:clrScheme>
    <a:fontScheme name="RTX 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2.xml><?xml version="1.0" encoding="utf-8"?>
<a:theme xmlns:a="http://schemas.openxmlformats.org/drawingml/2006/main" name="Office Theme">
  <a:themeElements>
    <a:clrScheme name="RTX Colors">
      <a:dk1>
        <a:sysClr val="windowText" lastClr="000000"/>
      </a:dk1>
      <a:lt1>
        <a:sysClr val="window" lastClr="FFFFFF"/>
      </a:lt1>
      <a:dk2>
        <a:srgbClr val="CE1126"/>
      </a:dk2>
      <a:lt2>
        <a:srgbClr val="FFFFFF"/>
      </a:lt2>
      <a:accent1>
        <a:srgbClr val="000000"/>
      </a:accent1>
      <a:accent2>
        <a:srgbClr val="464648"/>
      </a:accent2>
      <a:accent3>
        <a:srgbClr val="6B6B6D"/>
      </a:accent3>
      <a:accent4>
        <a:srgbClr val="89898A"/>
      </a:accent4>
      <a:accent5>
        <a:srgbClr val="B8B8B9"/>
      </a:accent5>
      <a:accent6>
        <a:srgbClr val="D4D4D5"/>
      </a:accent6>
      <a:hlink>
        <a:srgbClr val="CE1126"/>
      </a:hlink>
      <a:folHlink>
        <a:srgbClr val="000000"/>
      </a:folHlink>
    </a:clrScheme>
    <a:fontScheme name="RTX 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E7012FDC1D4354E98E11BE167F4924F" ma:contentTypeVersion="15" ma:contentTypeDescription="Create a new document." ma:contentTypeScope="" ma:versionID="ee7bbbec8c70d8a105990da3d4a313c8">
  <xsd:schema xmlns:xsd="http://www.w3.org/2001/XMLSchema" xmlns:xs="http://www.w3.org/2001/XMLSchema" xmlns:p="http://schemas.microsoft.com/office/2006/metadata/properties" xmlns:ns1="http://schemas.microsoft.com/sharepoint/v3" xmlns:ns2="753e5dbd-8faa-4cd2-a40a-88c25858900e" xmlns:ns3="2b0f7bea-0413-45a1-baf2-d1833301f0a3" targetNamespace="http://schemas.microsoft.com/office/2006/metadata/properties" ma:root="true" ma:fieldsID="26901830fb53b027f9814912c0dd6b18" ns1:_="" ns2:_="" ns3:_="">
    <xsd:import namespace="http://schemas.microsoft.com/sharepoint/v3"/>
    <xsd:import namespace="753e5dbd-8faa-4cd2-a40a-88c25858900e"/>
    <xsd:import namespace="2b0f7bea-0413-45a1-baf2-d1833301f0a3"/>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1:_ip_UnifiedCompliancePolicyProperties" minOccurs="0"/>
                <xsd:element ref="ns1:_ip_UnifiedCompliancePolicyUIAction"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VIOLATION"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2" nillable="true" ma:displayName="Unified Compliance Policy Properties" ma:hidden="true" ma:internalName="_ip_UnifiedCompliancePolicyProperties">
      <xsd:simpleType>
        <xsd:restriction base="dms:Note"/>
      </xsd:simpleType>
    </xsd:element>
    <xsd:element name="_ip_UnifiedCompliancePolicyUIAction" ma:index="13"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53e5dbd-8faa-4cd2-a40a-88c25858900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lcf76f155ced4ddcb4097134ff3c332f" ma:index="15" nillable="true" ma:taxonomy="true" ma:internalName="lcf76f155ced4ddcb4097134ff3c332f" ma:taxonomyFieldName="MediaServiceImageTags" ma:displayName="Image Tags" ma:readOnly="false" ma:fieldId="{5cf76f15-5ced-4ddc-b409-7134ff3c332f}" ma:taxonomyMulti="true" ma:sspId="a5da18db-0dbb-493a-8358-0ebfa2dc996a" ma:termSetId="09814cd3-568e-fe90-9814-8d621ff8fb84" ma:anchorId="fba54fb3-c3e1-fe81-a776-ca4b69148c4d" ma:open="true" ma:isKeyword="false">
      <xsd:complexType>
        <xsd:sequence>
          <xsd:element ref="pc:Terms" minOccurs="0" maxOccurs="1"/>
        </xsd:sequence>
      </xsd:complex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VIOLATION" ma:index="20" nillable="true" ma:displayName="VIOLATION" ma:internalName="VIOLATION">
      <xsd:simpleType>
        <xsd:restriction base="dms:Text"/>
      </xsd:simpleType>
    </xsd:element>
    <xsd:element name="MediaServiceObjectDetectorVersions" ma:index="21" nillable="true" ma:displayName="MediaServiceObjectDetectorVersions" ma:hidden="true" ma:indexed="true" ma:internalName="MediaServiceObjectDetectorVersions" ma:readOnly="true">
      <xsd:simpleType>
        <xsd:restriction base="dms:Text"/>
      </xsd:simpleType>
    </xsd:element>
    <xsd:element name="MediaServiceSearchProperties" ma:index="22"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b0f7bea-0413-45a1-baf2-d1833301f0a3"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TaxCatchAll" ma:index="16" nillable="true" ma:displayName="Taxonomy Catch All Column" ma:hidden="true" ma:list="{18818af6-7cc3-44cc-bda2-686339767069}" ma:internalName="TaxCatchAll" ma:showField="CatchAllData" ma:web="2b0f7bea-0413-45a1-baf2-d1833301f0a3">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VIOLATION xmlns="753e5dbd-8faa-4cd2-a40a-88c25858900e">FALSE</VIOLATION>
    <SharedWithUsers xmlns="2b0f7bea-0413-45a1-baf2-d1833301f0a3">
      <UserInfo>
        <DisplayName>Tahat, Amer                            Collins</DisplayName>
        <AccountId>34</AccountId>
        <AccountType/>
      </UserInfo>
      <UserInfo>
        <DisplayName>Kramer, Sara                            Collins</DisplayName>
        <AccountId>41</AccountId>
        <AccountType/>
      </UserInfo>
      <UserInfo>
        <DisplayName>Wijesekara, Yeshani D                            Collins</DisplayName>
        <AccountId>44</AccountId>
        <AccountType/>
      </UserInfo>
      <UserInfo>
        <DisplayName>Carcangiu, Simone                           Export License Required - US Collins</DisplayName>
        <AccountId>55</AccountId>
        <AccountType/>
      </UserInfo>
      <UserInfo>
        <DisplayName>Sofronis, Christos                           Export License Required - US Collins</DisplayName>
        <AccountId>56</AccountId>
        <AccountType/>
      </UserInfo>
    </SharedWithUsers>
    <lcf76f155ced4ddcb4097134ff3c332f xmlns="753e5dbd-8faa-4cd2-a40a-88c25858900e">
      <Terms xmlns="http://schemas.microsoft.com/office/infopath/2007/PartnerControls"/>
    </lcf76f155ced4ddcb4097134ff3c332f>
    <TaxCatchAll xmlns="2b0f7bea-0413-45a1-baf2-d1833301f0a3" xsi:nil="true"/>
  </documentManagement>
</p:properties>
</file>

<file path=customXml/item3.xml><?xml version="1.0" encoding="utf-8"?>
<sisl xmlns:xsi="http://www.w3.org/2001/XMLSchema-instance" xmlns:xsd="http://www.w3.org/2001/XMLSchema" xmlns="http://www.boldonjames.com/2008/01/sie/internal/label" sislVersion="0" policy="cde53ac1-bf5f-4aae-9cf1-07509e23a4b0" origin="defaultValue">
  <element uid="bba94c65-ac3d-4f34-b2e1-8de11ef6f01c" value=""/>
</sisl>
</file>

<file path=customXml/item4.xml><?xml version="1.0" encoding="utf-8"?>
<WrappedLabelHistory xmlns:xsi="http://www.w3.org/2001/XMLSchema-instance" xmlns:xsd="http://www.w3.org/2001/XMLSchema" xmlns="http://www.boldonjames.com/2016/02/Classifier/internal/wrappedLabelHistory">
  <Value>PD94bWwgdmVyc2lvbj0iMS4wIiBlbmNvZGluZz0idXMtYXNjaWkiPz48bGFiZWxIaXN0b3J5IHhtbG5zOnhzaT0iaHR0cDovL3d3dy53My5vcmcvMjAwMS9YTUxTY2hlbWEtaW5zdGFuY2UiIHhtbG5zOnhzZD0iaHR0cDovL3d3dy53My5vcmcvMjAwMS9YTUxTY2hlbWEiIHhtbG5zPSJodHRwOi8vd3d3LmJvbGRvbmphbWVzLmNvbS8yMDE2LzAyL0NsYXNzaWZpZXIvaW50ZXJuYWwvbGFiZWxIaXN0b3J5Ij48aXRlbT48c2lzbCBzaXNsVmVyc2lvbj0iMCIgcG9saWN5PSJjZGU1M2FjMS1iZjVmLTRhYWUtOWNmMS0wNzUwOWUyM2E0YjAiIG9yaWdpbj0iZGVmYXVsdFZhbHVlIj48ZWxlbWVudCB1aWQ9ImJiYTk0YzY1LWFjM2QtNGYzNC1iMmUxLThkZTExZWY2ZjAxYyIgdmFsdWU9IiIgeG1sbnM9Imh0dHA6Ly93d3cuYm9sZG9uamFtZXMuY29tLzIwMDgvMDEvc2llL2ludGVybmFsL2xhYmVsIiAvPjwvc2lzbD48VXNlck5hbWU+VVNcbnJwMDI0MTU4MjwvVXNlck5hbWU+PERhdGVUaW1lPjIvMTIvMjAyMCAyOjQ5OjE3IFBNPC9EYXRlVGltZT48TGFiZWxTdHJpbmc+T3JpZ2luIEp1cmlzZGljdGlvbjogVVMgPC9MYWJlbFN0cmluZz48L2l0ZW0+PGl0ZW0+PHNpc2wgc2lzbFZlcnNpb249IjAiIHBvbGljeT0iY2RlNTNhYzEtYmY1Zi00YWFlLTljZjEtMDc1MDllMjNhNGIwIiBvcmlnaW49InVzZXJTZWxlY3RlZCI+PGVsZW1lbnQgdWlkPSJiYmE5NGM2NS1hYzNkLTRmMzQtYjJlMS04ZGUxMWVmNmYwMWMiIHZhbHVlPSIiIHhtbG5zPSJodHRwOi8vd3d3LmJvbGRvbmphbWVzLmNvbS8yMDA4LzAxL3NpZS9pbnRlcm5hbC9sYWJlbCIgLz48ZWxlbWVudCB1aWQ9IjU5OGNmYzI4LTVkZmQtNGYwNi04YzAxLWM3NTg4ZmQzOTRmMCIgdmFsdWU9IiIgeG1sbnM9Imh0dHA6Ly93d3cuYm9sZG9uamFtZXMuY29tLzIwMDgvMDEvc2llL2ludGVybmFsL2xhYmVsIiAvPjxlbGVtZW50IHVpZD0iYWFmYzlhOTUtZWU1ZC00ODdjLTljNGUtNjdhNTM4MGYyOTkxIiB2YWx1ZT0iIiB4bWxucz0iaHR0cDovL3d3dy5ib2xkb25qYW1lcy5jb20vMjAwOC8wMS9zaWUvaW50ZXJuYWwvbGFiZWwiIC8+PGVsZW1lbnQgdWlkPSJkNzU5Y2Q3YS1iNTdjLTQyZTQtOWE0OS05YjgyYTIzMzc1NzkiIHZhbHVlPSIiIHhtbG5zPSJodHRwOi8vd3d3LmJvbGRvbmphbWVzLmNvbS8yMDA4LzAxL3NpZS9pbnRlcm5hbC9sYWJlbCIgLz48ZWxlbWVudCB1aWQ9ImMyMDZkNWZhLWFlZTEtNGY2NC04OWQ5LWY4MWU0ZDdiM2FjYyIgdmFsdWU9IiIgeG1sbnM9Imh0dHA6Ly93d3cuYm9sZG9uamFtZXMuY29tLzIwMDgvMDEvc2llL2ludGVybmFsL2xhYmVsIiAvPjwvc2lzbD48VXNlck5hbWU+VVNcbnJwMDI0MTU4MjwvVXNlck5hbWU+PERhdGVUaW1lPjIvMTIvMjAyMCAzOjAzOjA5IFBNPC9EYXRlVGltZT48TGFiZWxTdHJpbmc+T3JpZ2luIEp1cmlzZGljdGlvbjogVVMgIHwgUmF5dGhlb24gQ29tcGV0aXRpb24gU2Vuc2l0aXZlIHwgUGVyIEN1cnJlbnQgUmF5dGhlb24gUG9saWN5IChSUC1PR0MtMDM1KSB8IE5vbi1FeHBvcnQgQ29udHJvbGxlZCBUZWNobmljYWwgSW5mb3JtYXRpb24gKEVYSU0gRGV0ZXJtaW5lZCBPbmx5KSB8IFBlciBDdXJyZW50IFJheXRoZW9uIFBvbGljeSAoUEktT0dDLUdUQy01MDA0KTwvTGFiZWxTdHJpbmc+PC9pdGVtPjxpdGVtPjxzaXNsIHNpc2xWZXJzaW9uPSIwIiBwb2xpY3k9ImNkZTUzYWMxLWJmNWYtNGFhZS05Y2YxLTA3NTA5ZTIzYTRiMCIgb3JpZ2luPSJ1c2VyU2VsZWN0ZWQiPjxlbGVtZW50IHVpZD0iYmJhOTRjNjUtYWMzZC00ZjM0LWIyZTEtOGRlMTFlZjZmMDFjIiB2YWx1ZT0iIiB4bWxucz0iaHR0cDovL3d3dy5ib2xkb25qYW1lcy5jb20vMjAwOC8wMS9zaWUvaW50ZXJuYWwvbGFiZWwiIC8+PGVsZW1lbnQgdWlkPSI5OTdhNzE2ZS1jMDNmLTQzYjEtYTViMC1kNmNkMDRlOWJhNDAiIHZhbHVlPSIiIHhtbG5zPSJodHRwOi8vd3d3LmJvbGRvbmphbWVzLmNvbS8yMDA4LzAxL3NpZS9pbnRlcm5hbC9sYWJlbCIgLz48ZWxlbWVudCB1aWQ9ImFhZmM5YTk1LWVlNWQtNDg3Yy05YzRlLTY3YTUzODBmMjk5MSIgdmFsdWU9IiIgeG1sbnM9Imh0dHA6Ly93d3cuYm9sZG9uamFtZXMuY29tLzIwMDgvMDEvc2llL2ludGVybmFsL2xhYmVsIiAvPjxlbGVtZW50IHVpZD0iY2FlMTFhNmItMjFiMS00OWQ4LTk5ZDgtZWQzMDY4NTEzODRhIiB2YWx1ZT0iIiB4bWxucz0iaHR0cDovL3d3dy5ib2xkb25qYW1lcy5jb20vMjAwOC8wMS9zaWUvaW50ZXJuYWwvbGFiZWwiIC8+PGVsZW1lbnQgdWlkPSJjMjA2ZDVmYS1hZWUxLTRmNjQtODlkOS1mODFlNGQ3YjNhY2MiIHZhbHVlPSIiIHhtbG5zPSJodHRwOi8vd3d3LmJvbGRvbmphbWVzLmNvbS8yMDA4LzAxL3NpZS9pbnRlcm5hbC9sYWJlbCIgLz48L3Npc2w+PFVzZXJOYW1lPlVTXG5ycDAyNDE1ODI8L1VzZXJOYW1lPjxEYXRlVGltZT4yLzEyLzIwMjAgMzoyODo1NyBQTTwvRGF0ZVRpbWU+PExhYmVsU3RyaW5nPk9yaWdpbiBKdXJpc2RpY3Rpb246IFVTICB8IFJheXRoZW9uIFByb3ByaWV0YXJ5IHwgUGVyIEN1cnJlbnQgUmF5dGhlb24gUG9saWN5IChSUC1PR0MtMDM1KSB8IFVTLUlUQVIgQ29udHJvbGxlZCB8IFBlciBDdXJyZW50IFJheXRoZW9uIFBvbGljeSAoUEktT0dDLUdUQy01MDA0KTwvTGFiZWxTdHJpbmc+PC9pdGVtPjxpdGVtPjxzaXNsIHNpc2xWZXJzaW9uPSIwIiBwb2xpY3k9ImNkZTUzYWMxLWJmNWYtNGFhZS05Y2YxLTA3NTA5ZTIzYTRiMCIgb3JpZ2luPSJ1c2VyU2VsZWN0ZWQiPjxlbGVtZW50IHVpZD0iYmJhOTRjNjUtYWMzZC00ZjM0LWIyZTEtOGRlMTFlZjZmMDFjIiB2YWx1ZT0iIiB4bWxucz0iaHR0cDovL3d3dy5ib2xkb25qYW1lcy5jb20vMjAwOC8wMS9zaWUvaW50ZXJuYWwvbGFiZWwiIC8+PGVsZW1lbnQgdWlkPSIwMTJlYjIyYy03NmNhLTRlNGYtOGFiOS1mYWJiMDU0YWUxNDAiIHZhbHVlPSIiIHhtbG5zPSJodHRwOi8vd3d3LmJvbGRvbmphbWVzLmNvbS8yMDA4LzAxL3NpZS9pbnRlcm5hbC9sYWJlbCIgLz48ZWxlbWVudCB1aWQ9ImFhZmM5YTk1LWVlNWQtNDg3Yy05YzRlLTY3YTUzODBmMjk5MSIgdmFsdWU9IiIgeG1sbnM9Imh0dHA6Ly93d3cuYm9sZG9uamFtZXMuY29tLzIwMDgvMDEvc2llL2ludGVybmFsL2xhYmVsIiAvPjxlbGVtZW50IHVpZD0iYmMyYjdjMDEtNmRiMS00ZTdkLTg4ZDEtZmM2MTY3NGY4NmZkIiB2YWx1ZT0iIiB4bWxucz0iaHR0cDovL3d3dy5ib2xkb25qYW1lcy5jb20vMjAwOC8wMS9zaWUvaW50ZXJuYWwvbGFiZWwiIC8+PGVsZW1lbnQgdWlkPSI5MmU5OTNhMy1hZjMyLTRhZmItYWExOS0zYTQ5Y2RiODJjN2EiIHZhbHVlPSIiIHhtbG5zPSJodHRwOi8vd3d3LmJvbGRvbmphbWVzLmNvbS8yMDA4LzAxL3NpZS9pbnRlcm5hbC9sYWJlbCIgLz48L3Npc2w+PFVzZXJOYW1lPlVTXG5ycDAyNDE1ODI8L1VzZXJOYW1lPjxEYXRlVGltZT4yLzE0LzIwMjAgNDo0Mjo0NCBQTTwvRGF0ZVRpbWU+PExhYmVsU3RyaW5nPk9yaWdpbiBKdXJpc2RpY3Rpb246IFVTICB8IFJheXRoZW9uIE1vc3QgUHJpdmF0ZSB8IFBlciBDdXJyZW50IFJheXRoZW9uIFBvbGljeSAoUlAtT0dDLTAzNSkgfCBPdGhlciBJbmZvcm1hdGlvbiAoTm90IFJlcXVpcmluZyBhbiBFeHBvcnQgQ29udHJvbCBNYXJraW5nKSB8IE5vIG1hcmtpbmcgYXBwbGllZCBieSB0aGUgdG9vbDwvTGFiZWxTdHJpbmc+PC9pdGVtPjxpdGVtPjxzaXNsIHNpc2xWZXJzaW9uPSIwIiBwb2xpY3k9ImNkZTUzYWMxLWJmNWYtNGFhZS05Y2YxLTA3NTA5ZTIzYTRiMCIgb3JpZ2luPSJ1c2VyU2VsZWN0ZWQiPjxlbGVtZW50IHVpZD0iYmJhOTRjNjUtYWMzZC00ZjM0LWIyZTEtOGRlMTFlZjZmMDFjIiB2YWx1ZT0iIiB4bWxucz0iaHR0cDovL3d3dy5ib2xkb25qYW1lcy5jb20vMjAwOC8wMS9zaWUvaW50ZXJuYWwvbGFiZWwiIC8+PGVsZW1lbnQgdWlkPSI5OTdhNzE2ZS1jMDNmLTQzYjEtYTViMC1kNmNkMDRlOWJhNDAiIHZhbHVlPSIiIHhtbG5zPSJodHRwOi8vd3d3LmJvbGRvbmphbWVzLmNvbS8yMDA4LzAxL3NpZS9pbnRlcm5hbC9sYWJlbCIgLz48ZWxlbWVudCB1aWQ9ImFhZmM5YTk1LWVlNWQtNDg3Yy05YzRlLTY3YTUzODBmMjk5MSIgdmFsdWU9IiIgeG1sbnM9Imh0dHA6Ly93d3cuYm9sZG9uamFtZXMuY29tLzIwMDgvMDEvc2llL2ludGVybmFsL2xhYmVsIiAvPjxlbGVtZW50IHVpZD0iZmI5OTEzMDgtYTNkZS00MGE4LTk2N2ItMDkyMjMzNDI0MWJhIiB2YWx1ZT0iIiB4bWxucz0iaHR0cDovL3d3dy5ib2xkb25qYW1lcy5jb20vMjAwOC8wMS9zaWUvaW50ZXJuYWwvbGFiZWwiIC8+PGVsZW1lbnQgdWlkPSJjMjA2ZDVmYS1hZWUxLTRmNjQtODlkOS1mODFlNGQ3YjNhY2MiIHZhbHVlPSIiIHhtbG5zPSJodHRwOi8vd3d3LmJvbGRvbmphbWVzLmNvbS8yMDA4LzAxL3NpZS9pbnRlcm5hbC9sYWJlbCIgLz48L3Npc2w+PFVzZXJOYW1lPlVTXG5ycDAyNDE1ODI8L1VzZXJOYW1lPjxEYXRlVGltZT4yLzE0LzIwMjAgNjoyOTozNCBQTTwvRGF0ZVRpbWU+PExhYmVsU3RyaW5nPk9yaWdpbiBKdXJpc2RpY3Rpb246IFVTICB8IFJheXRoZW9uIFByb3ByaWV0YXJ5IHwgUGVyIEN1cnJlbnQgUmF5dGhlb24gUG9saWN5IChSUC1PR0MtMDM1KSB8IFVTLUV4cG9ydCBDb250cm9sbGVkIEp1cmlzZGljdGlvbiBVbmRldGVybWluZWQgfCBQZXIgQ3VycmVudCBSYXl0aGVvbiBQb2xpY3kgKFBJLU9HQy1HVEMtNTAwNCk8L0xhYmVsU3RyaW5nPjwvaXRlbT48aXRlbT48c2lzbCBzaXNsVmVyc2lvbj0iMCIgcG9saWN5PSJjZGU1M2FjMS1iZjVmLTRhYWUtOWNmMS0wNzUwOWUyM2E0YjAiIG9yaWdpbj0idXNlclNlbGVjdGVkIj48ZWxlbWVudCB1aWQ9ImJiYTk0YzY1LWFjM2QtNGYzNC1iMmUxLThkZTExZWY2ZjAxYyIgdmFsdWU9IiIgeG1sbnM9Imh0dHA6Ly93d3cuYm9sZG9uamFtZXMuY29tLzIwMDgvMDEvc2llL2ludGVybmFsL2xhYmVsIiAvPjxlbGVtZW50IHVpZD0iYWNmOWVjYzMtMGY0NS00MjM0LWE5MGQtZTQzNjhmYWNkOTgxIiB2YWx1ZT0iIiB4bWxucz0iaHR0cDovL3d3dy5ib2xkb25qYW1lcy5jb20vMjAwOC8wMS9zaWUvaW50ZXJuYWwvbGFiZWwiIC8+PGVsZW1lbnQgdWlkPSJhYWZjOWE5NS1lZTVkLTQ4N2MtOWM0ZS02N2E1MzgwZjI5OTEiIHZhbHVlPSIiIHhtbG5zPSJodHRwOi8vd3d3LmJvbGRvbmphbWVzLmNvbS8yMDA4LzAxL3NpZS9pbnRlcm5hbC9sYWJlbCIgLz48ZWxlbWVudCB1aWQ9ImZiOTkxMzA4LWEzZGUtNDBhOC05NjdiLTA5MjIzMzQyNDFiYSIgdmFsdWU9IiIgeG1sbnM9Imh0dHA6Ly93d3cuYm9sZG9uamFtZXMuY29tLzIwMDgvMDEvc2llL2ludGVybmFsL2xhYmVsIiAvPjxlbGVtZW50IHVpZD0iYzIwNmQ1ZmEtYWVlMS00ZjY0LTg5ZDktZjgxZTRkN2IzYWNjIiB2YWx1ZT0iIiB4bWxucz0iaHR0cDovL3d3dy5ib2xkb25qYW1lcy5jb20vMjAwOC8wMS9zaWUvaW50ZXJuYWwvbGFiZWwiIC8+PC9zaXNsPjxVc2VyTmFtZT5VU1xucnAwMjQxNTgyPC9Vc2VyTmFtZT48RGF0ZVRpbWU+Mi8xNy8yMDIwIDg6Mjg6MzEgUE08L0RhdGVUaW1lPjxMYWJlbFN0cmluZz5PcmlnaW4gSnVyaXNkaWN0aW9uOiBVUyAgfCBJbnRlcm5hbCBVc2UgT25seSB8IFBlciBDdXJyZW50IFJheXRoZW9uIFBvbGljeSAoUlAtT0dDLTAzNSkgfCBVUy1FeHBvcnQgQ29udHJvbGxlZCBKdXJpc2RpY3Rpb24gVW5kZXRlcm1pbmVkIHwgUGVyIEN1cnJlbnQgUmF5dGhlb24gUG9saWN5IChQSS1PR0MtR1RDLTUwMDQpPC9MYWJlbFN0cmluZz48L2l0ZW0+PGl0ZW0+PHNpc2wgc2lzbFZlcnNpb249IjAiIHBvbGljeT0iY2RlNTNhYzEtYmY1Zi00YWFlLTljZjEtMDc1MDllMjNhNGIwIiBvcmlnaW49InVzZXJTZWxlY3RlZCI+PGVsZW1lbnQgdWlkPSJiYmE5NGM2NS1hYzNkLTRmMzQtYjJlMS04ZGUxMWVmNmYwMWMiIHZhbHVlPSIiIHhtbG5zPSJodHRwOi8vd3d3LmJvbGRvbmphbWVzLmNvbS8yMDA4LzAxL3NpZS9pbnRlcm5hbC9sYWJlbCIgLz48ZWxlbWVudCB1aWQ9Ijk5N2E3MTZlLWMwM2YtNDNiMS1hNWIwLWQ2Y2QwNGU5YmE0MCIgdmFsdWU9IiIgeG1sbnM9Imh0dHA6Ly93d3cuYm9sZG9uamFtZXMuY29tLzIwMDgvMDEvc2llL2ludGVybmFsL2xhYmVsIiAvPjxlbGVtZW50IHVpZD0iYWFmYzlhOTUtZWU1ZC00ODdjLTljNGUtNjdhNTM4MGYyOTkxIiB2YWx1ZT0iIiB4bWxucz0iaHR0cDovL3d3dy5ib2xkb25qYW1lcy5jb20vMjAwOC8wMS9zaWUvaW50ZXJuYWwvbGFiZWwiIC8+PGVsZW1lbnQgdWlkPSJiYzJiN2MwMS02ZGIxLTRlN2QtODhkMS1mYzYxNjc0Zjg2ZmQiIHZhbHVlPSIiIHhtbG5zPSJodHRwOi8vd3d3LmJvbGRvbmphbWVzLmNvbS8yMDA4LzAxL3NpZS9pbnRlcm5hbC9sYWJlbCIgLz48ZWxlbWVudCB1aWQ9IjkyZTk5M2EzLWFmMzItNGFmYi1hYTE5LTNhNDljZGI4MmM3YSIgdmFsdWU9IiIgeG1sbnM9Imh0dHA6Ly93d3cuYm9sZG9uamFtZXMuY29tLzIwMDgvMDEvc2llL2ludGVybmFsL2xhYmVsIiAvPjwvc2lzbD48VXNlck5hbWU+VVNcbnJwMDI0MTU4MjwvVXNlck5hbWU+PERhdGVUaW1lPjIvMTgvMjAyMCA0OjU4OjI4IFBNPC9EYXRlVGltZT48TGFiZWxTdHJpbmc+T3JpZ2luIEp1cmlzZGljdGlvbjogVVMgIHwgUmF5dGhlb24gUHJvcHJpZXRhcnkgfCBQZXIgQ3VycmVudCBSYXl0aGVvbiBQb2xpY3kgKFJQLU9HQy0wMzUpIHwgT3RoZXIgSW5mb3JtYXRpb24gKE5vdCBSZXF1aXJpbmcgYW4gRXhwb3J0IENvbnRyb2wgTWFya2luZykgfCBObyBtYXJraW5nIGFwcGxpZWQgYnkgdGhlIHRvb2w8L0xhYmVsU3RyaW5nPjwvaXRlbT48aXRlbT48c2lzbCBzaXNsVmVyc2lvbj0iMCIgcG9saWN5PSJjZGU1M2FjMS1iZjVmLTRhYWUtOWNmMS0wNzUwOWUyM2E0YjAiIG9yaWdpbj0idXNlclNlbGVjdGVkIj48ZWxlbWVudCB1aWQ9ImJiYTk0YzY1LWFjM2QtNGYzNC1iMmUxLThkZTExZWY2ZjAxYyIgdmFsdWU9IiIgeG1sbnM9Imh0dHA6Ly93d3cuYm9sZG9uamFtZXMuY29tLzIwMDgvMDEvc2llL2ludGVybmFsL2xhYmVsIiAvPjxlbGVtZW50IHVpZD0iMDEyZWIyMmMtNzZjYS00ZTRmLThhYjktZmFiYjA1NGFlMTQwIiB2YWx1ZT0iIiB4bWxucz0iaHR0cDovL3d3dy5ib2xkb25qYW1lcy5jb20vMjAwOC8wMS9zaWUvaW50ZXJuYWwvbGFiZWwiIC8+PGVsZW1lbnQgdWlkPSJhYWZjOWE5NS1lZTVkLTQ4N2MtOWM0ZS02N2E1MzgwZjI5OTEiIHZhbHVlPSIiIHhtbG5zPSJodHRwOi8vd3d3LmJvbGRvbmphbWVzLmNvbS8yMDA4LzAxL3NpZS9pbnRlcm5hbC9sYWJlbCIgLz48ZWxlbWVudCB1aWQ9ImZiOTkxMzA4LWEzZGUtNDBhOC05NjdiLTA5MjIzMzQyNDFiYSIgdmFsdWU9IiIgeG1sbnM9Imh0dHA6Ly93d3cuYm9sZG9uamFtZXMuY29tLzIwMDgvMDEvc2llL2ludGVybmFsL2xhYmVsIiAvPjxlbGVtZW50IHVpZD0iYzIwNmQ1ZmEtYWVlMS00ZjY0LTg5ZDktZjgxZTRkN2IzYWNjIiB2YWx1ZT0iIiB4bWxucz0iaHR0cDovL3d3dy5ib2xkb25qYW1lcy5jb20vMjAwOC8wMS9zaWUvaW50ZXJuYWwvbGFiZWwiIC8+PC9zaXNsPjxVc2VyTmFtZT5VU1xucnAwMjQxNTgyPC9Vc2VyTmFtZT48RGF0ZVRpbWU+Mi8xOC8yMDIwIDU6MDA6MTYgUE08L0RhdGVUaW1lPjxMYWJlbFN0cmluZz5PcmlnaW4gSnVyaXNkaWN0aW9uOiBVUyAgfCBSYXl0aGVvbiBNb3N0IFByaXZhdGUgfCBQZXIgQ3VycmVudCBSYXl0aGVvbiBQb2xpY3kgKFJQLU9HQy0wMzUpIHwgVVMtRXhwb3J0IENvbnRyb2xsZWQgSnVyaXNkaWN0aW9uIFVuZGV0ZXJtaW5lZCB8IFBlciBDdXJyZW50IFJheXRoZW9uIFBvbGljeSAoUEktT0dDLUdUQy01MDA0KTwvTGFiZWxTdHJpbmc+PC9pdGVtPjxpdGVtPjxzaXNsIHNpc2xWZXJzaW9uPSIwIiBwb2xpY3k9ImNkZTUzYWMxLWJmNWYtNGFhZS05Y2YxLTA3NTA5ZTIzYTRiMCIgb3JpZ2luPSJ1c2VyU2VsZWN0ZWQiPjxlbGVtZW50IHVpZD0iYmJhOTRjNjUtYWMzZC00ZjM0LWIyZTEtOGRlMTFlZjZmMDFjIiB2YWx1ZT0iIiB4bWxucz0iaHR0cDovL3d3dy5ib2xkb25qYW1lcy5jb20vMjAwOC8wMS9zaWUvaW50ZXJuYWwvbGFiZWwiIC8+PGVsZW1lbnQgdWlkPSJhY2Y5ZWNjMy0wZjQ1LTQyMzQtYTkwZC1lNDM2OGZhY2Q5ODEiIHZhbHVlPSIiIHhtbG5zPSJodHRwOi8vd3d3LmJvbGRvbmphbWVzLmNvbS8yMDA4LzAxL3NpZS9pbnRlcm5hbC9sYWJlbCIgLz48ZWxlbWVudCB1aWQ9ImFhZmM5YTk1LWVlNWQtNDg3Yy05YzRlLTY3YTUzODBmMjk5MSIgdmFsdWU9IiIgeG1sbnM9Imh0dHA6Ly93d3cuYm9sZG9uamFtZXMuY29tLzIwMDgvMDEvc2llL2ludGVybmFsL2xhYmVsIiAvPjxlbGVtZW50IHVpZD0iYmMyYjdjMDEtNmRiMS00ZTdkLTg4ZDEtZmM2MTY3NGY4NmZkIiB2YWx1ZT0iIiB4bWxucz0iaHR0cDovL3d3dy5ib2xkb25qYW1lcy5jb20vMjAwOC8wMS9zaWUvaW50ZXJuYWwvbGFiZWwiIC8+PGVsZW1lbnQgdWlkPSI5MmU5OTNhMy1hZjMyLTRhZmItYWExOS0zYTQ5Y2RiODJjN2EiIHZhbHVlPSIiIHhtbG5zPSJodHRwOi8vd3d3LmJvbGRvbmphbWVzLmNvbS8yMDA4LzAxL3NpZS9pbnRlcm5hbC9sYWJlbCIgLz48L3Npc2w+PFVzZXJOYW1lPlVTXG5ycDAyNDE1ODI8L1VzZXJOYW1lPjxEYXRlVGltZT4zLzcvMjAyMCA4OjIzOjM2IFBNPC9EYXRlVGltZT48TGFiZWxTdHJpbmc+T3JpZ2luIEp1cmlzZGljdGlvbjogVVMgIHwgSW50ZXJuYWwgVXNlIE9ubHkgfCBQZXIgQ3VycmVudCBSYXl0aGVvbiBQb2xpY3kgKFJQLU9HQy0wMzUpIHwgT3RoZXIgSW5mb3JtYXRpb24gKE5vdCBSZXF1aXJpbmcgYW4gRXhwb3J0IENvbnRyb2wgTWFya2luZykgfCBObyBtYXJraW5nIGFwcGxpZWQgYnkgdGhlIHRvb2w8L0xhYmVsU3RyaW5nPjwvaXRlbT48aXRlbT48c2lzbCBzaXNsVmVyc2lvbj0iMCIgcG9saWN5PSJjZGU1M2FjMS1iZjVmLTRhYWUtOWNmMS0wNzUwOWUyM2E0YjAiIG9yaWdpbj0idXNlclNlbGVjdGVkIj48ZWxlbWVudCB1aWQ9ImJiYTk0YzY1LWFjM2QtNGYzNC1iMmUxLThkZTExZWY2ZjAxYyIgdmFsdWU9IiIgeG1sbnM9Imh0dHA6Ly93d3cuYm9sZG9uamFtZXMuY29tLzIwMDgvMDEvc2llL2ludGVybmFsL2xhYmVsIiAvPjxlbGVtZW50IHVpZD0iOTk3YTcxNmUtYzAzZi00M2IxLWE1YjAtZDZjZDA0ZTliYTQwIiB2YWx1ZT0iIiB4bWxucz0iaHR0cDovL3d3dy5ib2xkb25qYW1lcy5jb20vMjAwOC8wMS9zaWUvaW50ZXJuYWwvbGFiZWwiIC8+PGVsZW1lbnQgdWlkPSJhYWZjOWE5NS1lZTVkLTQ4N2MtOWM0ZS02N2E1MzgwZjI5OTEiIHZhbHVlPSIiIHhtbG5zPSJodHRwOi8vd3d3LmJvbGRvbmphbWVzLmNvbS8yMDA4LzAxL3NpZS9pbnRlcm5hbC9sYWJlbCIgLz48ZWxlbWVudCB1aWQ9ImZiOTkxMzA4LWEzZGUtNDBhOC05NjdiLTA5MjIzMzQyNDFiYSIgdmFsdWU9IiIgeG1sbnM9Imh0dHA6Ly93d3cuYm9sZG9uamFtZXMuY29tLzIwMDgvMDEvc2llL2ludGVybmFsL2xhYmVsIiAvPjxlbGVtZW50IHVpZD0iYzIwNmQ1ZmEtYWVlMS00ZjY0LTg5ZDktZjgxZTRkN2IzYWNjIiB2YWx1ZT0iIiB4bWxucz0iaHR0cDovL3d3dy5ib2xkb25qYW1lcy5jb20vMjAwOC8wMS9zaWUvaW50ZXJuYWwvbGFiZWwiIC8+PC9zaXNsPjxVc2VyTmFtZT5VU1xucnAwMjQxNTgyPC9Vc2VyTmFtZT48RGF0ZVRpbWU+My83LzIwMjAgODoyNDo0OSBQTTwvRGF0ZVRpbWU+PExhYmVsU3RyaW5nPk9yaWdpbiBKdXJpc2RpY3Rpb246IFVTICB8IFJheXRoZW9uIFByb3ByaWV0YXJ5IHwgUGVyIEN1cnJlbnQgUmF5dGhlb24gUG9saWN5IChSUC1PR0MtMDM1KSB8IFVTLUV4cG9ydCBDb250cm9sbGVkIEp1cmlzZGljdGlvbiBVbmRldGVybWluZWQgfCBQZXIgQ3VycmVudCBSYXl0aGVvbiBQb2xpY3kgKFBJLU9HQy1HVEMtNTAwNCk8L0xhYmVsU3RyaW5nPjwvaXRlbT48aXRlbT48c2lzbCBzaXNsVmVyc2lvbj0iMCIgcG9saWN5PSJjZGU1M2FjMS1iZjVmLTRhYWUtOWNmMS0wNzUwOWUyM2E0YjAiIG9yaWdpbj0idXNlclNlbGVjdGVkIj48ZWxlbWVudCB1aWQ9ImJiYTk0YzY1LWFjM2QtNGYzNC1iMmUxLThkZTExZWY2ZjAxYyIgdmFsdWU9IiIgeG1sbnM9Imh0dHA6Ly93d3cuYm9sZG9uamFtZXMuY29tLzIwMDgvMDEvc2llL2ludGVybmFsL2xhYmVsIiAvPjxlbGVtZW50IHVpZD0iZmI5OTEzMDgtYTNkZS00MGE4LTk2N2ItMDkyMjMzNDI0MWJhIiB2YWx1ZT0iIiB4bWxucz0iaHR0cDovL3d3dy5ib2xkb25qYW1lcy5jb20vMjAwOC8wMS9zaWUvaW50ZXJuYWwvbGFiZWwiIC8+PGVsZW1lbnQgdWlkPSJjMjA2ZDVmYS1hZWUxLTRmNjQtODlkOS1mODFlNGQ3YjNhY2MiIHZhbHVlPSIiIHhtbG5zPSJodHRwOi8vd3d3LmJvbGRvbmphbWVzLmNvbS8yMDA4LzAxL3NpZS9pbnRlcm5hbC9sYWJlbCIgLz48ZWxlbWVudCB1aWQ9ImFjZjllY2MzLTBmNDUtNDIzNC1hOTBkLWU0MzY4ZmFjZDk4MSIgdmFsdWU9IiIgeG1sbnM9Imh0dHA6Ly93d3cuYm9sZG9uamFtZXMuY29tLzIwMDgvMDEvc2llL2ludGVybmFsL2xhYmVsIiAvPjxlbGVtZW50IHVpZD0iYWFmYzlhOTUtZWU1ZC00ODdjLTljNGUtNjdhNTM4MGYyOTkxIiB2YWx1ZT0iIiB4bWxucz0iaHR0cDovL3d3dy5ib2xkb25qYW1lcy5jb20vMjAwOC8wMS9zaWUvaW50ZXJuYWwvbGFiZWwiIC8+PC9zaXNsPjxVc2VyTmFtZT5VU1wxMTAzMDg1PC9Vc2VyTmFtZT48RGF0ZVRpbWU+My8xMi8yMDIwIDY6MjM6MjMgUE08L0RhdGVUaW1lPjxMYWJlbFN0cmluZz5PcmlnaW4gSnVyaXNkaWN0aW9uOiBVUyAgfCBJbnRlcm5hbCBVc2UgT25seSB8IFBlciBDdXJyZW50IFJheXRoZW9uIFBvbGljeSAoUlAtT0dDLTAzNSkgfCBVUy1FeHBvcnQgQ29udHJvbGxlZCBKdXJpc2RpY3Rpb24gVW5kZXRlcm1pbmVkIHwgUGVyIEN1cnJlbnQgUmF5dGhlb24gUG9saWN5IChQSS1PR0MtR1RDLTUwMDQpPC9MYWJlbFN0cmluZz48L2l0ZW0+PGl0ZW0+PHNpc2wgc2lzbFZlcnNpb249IjAiIHBvbGljeT0iY2RlNTNhYzEtYmY1Zi00YWFlLTljZjEtMDc1MDllMjNhNGIwIiBvcmlnaW49InVzZXJTZWxlY3RlZCIgLz48VXNlck5hbWU+VVNcMTEwMzA4NTwvVXNlck5hbWU+PERhdGVUaW1lPjMvMTMvMjAyMCAxMDowMjo0NCBQTTwvRGF0ZVRpbWU+PExhYmVsU3RyaW5nPlRoaXMgYXJ0aWZhY3QgaGFzIG5vIGNsYXNzaWZpY2F0aW9uLjwvTGFiZWxTdHJpbmc+PC9pdGVtPjxpdGVtPjxzaXNsIHNpc2xWZXJzaW9uPSIwIiBwb2xpY3k9ImNkZTUzYWMxLWJmNWYtNGFhZS05Y2YxLTA3NTA5ZTIzYTRiMCIgb3JpZ2luPSJ1c2VyU2VsZWN0ZWQiPjxlbGVtZW50IHVpZD0iMTVmZWZhMWMtYWY2Ny00ZWJmLWE3MWQtZjAxNjIxMTY4OTYyIiB2YWx1ZT0iIiB4bWxucz0iaHR0cDovL3d3dy5ib2xkb25qYW1lcy5jb20vMjAwOC8wMS9zaWUvaW50ZXJuYWwvbGFiZWwiIC8+PGVsZW1lbnQgdWlkPSJhYWZjOWE5NS1lZTVkLTQ4N2MtOWM0ZS02N2E1MzgwZjI5OTEiIHZhbHVlPSIiIHhtbG5zPSJodHRwOi8vd3d3LmJvbGRvbmphbWVzLmNvbS8yMDA4LzAxL3NpZS9pbnRlcm5hbC9sYWJlbCIgLz48ZWxlbWVudCB1aWQ9ImJiYTk0YzY1LWFjM2QtNGYzNC1iMmUxLThkZTExZWY2ZjAxYyIgdmFsdWU9IiIgeG1sbnM9Imh0dHA6Ly93d3cuYm9sZG9uamFtZXMuY29tLzIwMDgvMDEvc2llL2ludGVybmFsL2xhYmVsIiAvPjxlbGVtZW50IHVpZD0iYmMyYjdjMDEtNmRiMS00ZTdkLTg4ZDEtZmM2MTY3NGY4NmZkIiB2YWx1ZT0iIiB4bWxucz0iaHR0cDovL3d3dy5ib2xkb25qYW1lcy5jb20vMjAwOC8wMS9zaWUvaW50ZXJuYWwvbGFiZWwiIC8+PGVsZW1lbnQgdWlkPSI5MmU5OTNhMy1hZjMyLTRhZmItYWExOS0zYTQ5Y2RiODJjN2EiIHZhbHVlPSIiIHhtbG5zPSJodHRwOi8vd3d3LmJvbGRvbmphbWVzLmNvbS8yMDA4LzAxL3NpZS9pbnRlcm5hbC9sYWJlbCIgLz48L3Npc2w+PFVzZXJOYW1lPlVTXDExMDMwODU8L1VzZXJOYW1lPjxEYXRlVGltZT4zLzEzLzIwMjAgMTA6MDU6NDQgUE08L0RhdGVUaW1lPjxMYWJlbFN0cmluZz5PcmlnaW4gSnVyaXNkaWN0aW9uOiBVUyAgfCBUaGlyZCBQYXJ0eSBQcm9wcmlldGFyeSAtIE5lZWQgdG8gS25vdyB8IFBlciBDdXJyZW50IFJheXRoZW9uIFBvbGljeSAoUlAtT0dDLTAzNSkgfCBPdGhlciBJbmZvcm1hdGlvbiAoTm90IFJlcXVpcmluZyBhbiBFeHBvcnQgQ29udHJvbCBNYXJraW5nKSB8IE5vIG1hcmtpbmcgYXBwbGllZCBieSB0aGUgdG9vbDwvTGFiZWxTdHJpbmc+PC9pdGVtPjxpdGVtPjxzaXNsIHNpc2xWZXJzaW9uPSIwIiBwb2xpY3k9ImNkZTUzYWMxLWJmNWYtNGFhZS05Y2YxLTA3NTA5ZTIzYTRiMCIgb3JpZ2luPSJ1c2VyU2VsZWN0ZWQiIC8+PFVzZXJOYW1lPlVTXG5ycDAyNDE1ODI8L1VzZXJOYW1lPjxEYXRlVGltZT4zLzMwLzIwMjAgMTo1MzoxNyBQTTwvRGF0ZVRpbWU+PExhYmVsU3RyaW5nPlRoaXMgYXJ0aWZhY3QgaGFzIG5vIGNsYXNzaWZpY2F0aW9uLjwvTGFiZWxTdHJpbmc+PC9pdGVtPjxpdGVtPjxzaXNsIHNpc2xWZXJzaW9uPSIwIiBwb2xpY3k9ImNkZTUzYWMxLWJmNWYtNGFhZS05Y2YxLTA3NTA5ZTIzYTRiMCIgb3JpZ2luPSJ1c2VyU2VsZWN0ZWQiPjxlbGVtZW50IHVpZD0iMTVmZWZhMWMtYWY2Ny00ZWJmLWE3MWQtZjAxNjIxMTY4OTYyIiB2YWx1ZT0iIiB4bWxucz0iaHR0cDovL3d3dy5ib2xkb25qYW1lcy5jb20vMjAwOC8wMS9zaWUvaW50ZXJuYWwvbGFiZWwiIC8+PGVsZW1lbnQgdWlkPSJhMDZkYTRkYS1hMjYzLTQxMzYtYjRmZC1mMjhhMTdkMzAxODgiIHZhbHVlPSIiIHhtbG5zPSJodHRwOi8vd3d3LmJvbGRvbmphbWVzLmNvbS8yMDA4LzAxL3NpZS9pbnRlcm5hbC9sYWJlbCIgLz48ZWxlbWVudCB1aWQ9ImJiYTk0YzY1LWFjM2QtNGYzNC1iMmUxLThkZTExZWY2ZjAxYyIgdmFsdWU9IiIgeG1sbnM9Imh0dHA6Ly93d3cuYm9sZG9uamFtZXMuY29tLzIwMDgvMDEvc2llL2ludGVybmFsL2xhYmVsIiAvPjxlbGVtZW50IHVpZD0iYmMyYjdjMDEtNmRiMS00ZTdkLTg4ZDEtZmM2MTY3NGY4NmZkIiB2YWx1ZT0iIiB4bWxucz0iaHR0cDovL3d3dy5ib2xkb25qYW1lcy5jb20vMjAwOC8wMS9zaWUvaW50ZXJuYWwvbGFiZWwiIC8+PGVsZW1lbnQgdWlkPSI5MmU5OTNhMy1hZjMyLTRhZmItYWExOS0zYTQ5Y2RiODJjN2EiIHZhbHVlPSIiIHhtbG5zPSJodHRwOi8vd3d3LmJvbGRvbmphbWVzLmNvbS8yMDA4LzAxL3NpZS9pbnRlcm5hbC9sYWJlbCIgLz48L3Npc2w+PFVzZXJOYW1lPlVTXG5ycDAyNDE1ODI8L1VzZXJOYW1lPjxEYXRlVGltZT40LzIvMjAyMCAzOjQ5OjE3IFBNPC9EYXRlVGltZT48TGFiZWxTdHJpbmc+T3JpZ2luIEp1cmlzZGljdGlvbjogVVMgIHwgVGhpcmQgUGFydHkgUHJvcHJpZXRhcnkgLSBOZWVkIHRvIEtub3cgfCBVc2UgUHJlZXhpc3RpbmcgTWFya2luZyAobm90IGFwcGxpZWQgYnkgdGhpcyB0b29sKSB8IE90aGVyIEluZm9ybWF0aW9uIChOb3QgUmVxdWlyaW5nIGFuIEV4cG9ydCBDb250cm9sIE1hcmtpbmcpIHwgTm8gbWFya2luZyBhcHBsaWVkIGJ5IHRoZSB0b29sPC9MYWJlbFN0cmluZz48L2l0ZW0+PGl0ZW0+PHNpc2wgc2lzbFZlcnNpb249IjAiIHBvbGljeT0iY2RlNTNhYzEtYmY1Zi00YWFlLTljZjEtMDc1MDllMjNhNGIwIiBvcmlnaW49InVzZXJTZWxlY3RlZCIgLz48VXNlck5hbWU+VVNcMTEwMzA4NTwvVXNlck5hbWU+PERhdGVUaW1lPjQvMjAvMjAyMCA2OjI2OjU0IFBNPC9EYXRlVGltZT48TGFiZWxTdHJpbmc+VGhpcyBhcnRpZmFjdCBoYXMgbm8gY2xhc3NpZmljYXRpb24uPC9MYWJlbFN0cmluZz48L2l0ZW0+PGl0ZW0+PHNpc2wgc2lzbFZlcnNpb249IjAiIHBvbGljeT0iY2RlNTNhYzEtYmY1Zi00YWFlLTljZjEtMDc1MDllMjNhNGIwIiBvcmlnaW49ImRlZmF1bHRWYWx1ZSI+PGVsZW1lbnQgdWlkPSJiYmE5NGM2NS1hYzNkLTRmMzQtYjJlMS04ZGUxMWVmNmYwMWMiIHZhbHVlPSIiIHhtbG5zPSJodHRwOi8vd3d3LmJvbGRvbmphbWVzLmNvbS8yMDA4LzAxL3NpZS9pbnRlcm5hbC9sYWJlbCIgLz48L3Npc2w+PFVzZXJOYW1lPlVTXG5ycDAyNDE1ODI8L1VzZXJOYW1lPjxEYXRlVGltZT4xMC83LzIwMjAgNDowMjo0NSBQTTwvRGF0ZVRpbWU+PExhYmVsU3RyaW5nPk9yaWdpbiBKdXJpc2RpY3Rpb246IFVTIDwvTGFiZWxTdHJpbmc+PC9pdGVtPjwvbGFiZWxIaXN0b3J5Pg==</Value>
</WrappedLabelHistory>
</file>

<file path=customXml/item5.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2EE6978-602F-4E1E-86C3-E0B15D47F80B}">
  <ds:schemaRefs>
    <ds:schemaRef ds:uri="2b0f7bea-0413-45a1-baf2-d1833301f0a3"/>
    <ds:schemaRef ds:uri="753e5dbd-8faa-4cd2-a40a-88c25858900e"/>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2992B585-A4B9-4C42-9AB2-69742D208DAF}">
  <ds:schemaRefs>
    <ds:schemaRef ds:uri="2b0f7bea-0413-45a1-baf2-d1833301f0a3"/>
    <ds:schemaRef ds:uri="753e5dbd-8faa-4cd2-a40a-88c25858900e"/>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microsoft.com/sharepoint/v3"/>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5489B1DF-446C-4290-BB79-EA688A1291AC}">
  <ds:schemaRefs>
    <ds:schemaRef ds:uri="http://www.boldonjames.com/2008/01/sie/internal/label"/>
    <ds:schemaRef ds:uri="http://www.w3.org/2001/XMLSchema"/>
  </ds:schemaRefs>
</ds:datastoreItem>
</file>

<file path=customXml/itemProps4.xml><?xml version="1.0" encoding="utf-8"?>
<ds:datastoreItem xmlns:ds="http://schemas.openxmlformats.org/officeDocument/2006/customXml" ds:itemID="{45F20A76-F421-4C7E-9FA5-EB9918BB68FF}">
  <ds:schemaRefs>
    <ds:schemaRef ds:uri="http://www.boldonjames.com/2016/02/Classifier/internal/wrappedLabelHistory"/>
    <ds:schemaRef ds:uri="http://www.w3.org/2001/XMLSchema"/>
  </ds:schemaRefs>
</ds:datastoreItem>
</file>

<file path=customXml/itemProps5.xml><?xml version="1.0" encoding="utf-8"?>
<ds:datastoreItem xmlns:ds="http://schemas.openxmlformats.org/officeDocument/2006/customXml" ds:itemID="{4E5169E7-2729-4230-9755-7A49F75A3C20}">
  <ds:schemaRefs>
    <ds:schemaRef ds:uri="http://schemas.microsoft.com/sharepoint/v3/contenttype/forms"/>
  </ds:schemaRefs>
</ds:datastoreItem>
</file>

<file path=docMetadata/LabelInfo.xml><?xml version="1.0" encoding="utf-8"?>
<clbl:labelList xmlns:clbl="http://schemas.microsoft.com/office/2020/mipLabelMetadata">
  <clbl:label id="{4447dd6a-a4a1-440b-a6a3-9124ef1ee017}" enabled="1" method="Privileged" siteId="{7a18110d-ef9b-4274-acef-e62ab0fe28ed}" removed="0"/>
</clbl:labelList>
</file>

<file path=docProps/app.xml><?xml version="1.0" encoding="utf-8"?>
<Properties xmlns="http://schemas.openxmlformats.org/officeDocument/2006/extended-properties" xmlns:vt="http://schemas.openxmlformats.org/officeDocument/2006/docPropsVTypes">
  <Template>Collins_PPT_Non_tech_data_16x9_internal</Template>
  <TotalTime>28486</TotalTime>
  <Words>484</Words>
  <Application>Microsoft Macintosh PowerPoint</Application>
  <PresentationFormat>Widescreen</PresentationFormat>
  <Paragraphs>105</Paragraphs>
  <Slides>6</Slides>
  <Notes>1</Notes>
  <HiddenSlides>0</HiddenSlides>
  <MMClips>0</MMClips>
  <ScaleCrop>false</ScaleCrop>
  <HeadingPairs>
    <vt:vector size="6" baseType="variant">
      <vt:variant>
        <vt:lpstr>Fonts Used</vt:lpstr>
      </vt:variant>
      <vt:variant>
        <vt:i4>8</vt:i4>
      </vt:variant>
      <vt:variant>
        <vt:lpstr>Theme</vt:lpstr>
      </vt:variant>
      <vt:variant>
        <vt:i4>10</vt:i4>
      </vt:variant>
      <vt:variant>
        <vt:lpstr>Slide Titles</vt:lpstr>
      </vt:variant>
      <vt:variant>
        <vt:i4>6</vt:i4>
      </vt:variant>
    </vt:vector>
  </HeadingPairs>
  <TitlesOfParts>
    <vt:vector size="24" baseType="lpstr">
      <vt:lpstr>Arial</vt:lpstr>
      <vt:lpstr>Arial Regular</vt:lpstr>
      <vt:lpstr>DIN-Light</vt:lpstr>
      <vt:lpstr>Microsoft Sans Serif</vt:lpstr>
      <vt:lpstr>Noto Sans Symbols</vt:lpstr>
      <vt:lpstr>Tahoma</vt:lpstr>
      <vt:lpstr>Verdana</vt:lpstr>
      <vt:lpstr>Wingdings</vt:lpstr>
      <vt:lpstr>Collins Masters: Covers</vt:lpstr>
      <vt:lpstr>Collins Masters: Content</vt:lpstr>
      <vt:lpstr>Collins Masters: Section Breakers</vt:lpstr>
      <vt:lpstr>1_Collins Masters: Content</vt:lpstr>
      <vt:lpstr>2_Collins Masters: Content</vt:lpstr>
      <vt:lpstr>Collins Aerospace 16x9</vt:lpstr>
      <vt:lpstr>Blends</vt:lpstr>
      <vt:lpstr>1_Collins Aerospace 16x9</vt:lpstr>
      <vt:lpstr>2_Collins Aerospace 16x9</vt:lpstr>
      <vt:lpstr>3_Collins Aerospace 16x9</vt:lpstr>
      <vt:lpstr>Intent, Specifications, Realizations, and the Judgments That Connect Them</vt:lpstr>
      <vt:lpstr>Motivation</vt:lpstr>
      <vt:lpstr>ASE – Key Concepts</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Avionics CMS Gate 3 Template</dc:title>
  <dc:subject>[rtnipcontrolcode:rtnipcontrolcodenone||rtnexportcontrolcountry:usa|rtnexportcontrolcode:rtnexportcontrolcodenone||]</dc:subject>
  <dc:creator>Jaeger, Nic               Collins</dc:creator>
  <cp:keywords>AM Template</cp:keywords>
  <dc:description>AM Template;</dc:description>
  <cp:lastModifiedBy>John Hatcliff</cp:lastModifiedBy>
  <cp:revision>203</cp:revision>
  <cp:lastPrinted>2025-09-04T07:08:32Z</cp:lastPrinted>
  <dcterms:created xsi:type="dcterms:W3CDTF">2022-01-19T19:30:31Z</dcterms:created>
  <dcterms:modified xsi:type="dcterms:W3CDTF">2026-10-20T16:49:42Z</dcterms:modified>
  <cp:category>AM Template</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docIndexRef">
    <vt:lpwstr>bb64deb3-b5ac-4347-88a3-8a542b8e6f51</vt:lpwstr>
  </property>
  <property fmtid="{D5CDD505-2E9C-101B-9397-08002B2CF9AE}" pid="3" name="bjSaver">
    <vt:lpwstr>A2AB0OuaTTiL2YVHw3qxYann2Jd9uCN6</vt:lpwstr>
  </property>
  <property fmtid="{D5CDD505-2E9C-101B-9397-08002B2CF9AE}" pid="4" name="rtnipcontrolcode">
    <vt:lpwstr>rtnipcontrolcodenone</vt:lpwstr>
  </property>
  <property fmtid="{D5CDD505-2E9C-101B-9397-08002B2CF9AE}" pid="5" name="rtnexportcontrolcode">
    <vt:lpwstr>rtnexportcontrolcodenone</vt:lpwstr>
  </property>
  <property fmtid="{D5CDD505-2E9C-101B-9397-08002B2CF9AE}" pid="6" name="bjDocumentLabelXML">
    <vt:lpwstr>&lt;?xml version="1.0" encoding="us-ascii"?&gt;&lt;sisl xmlns:xsi="http://www.w3.org/2001/XMLSchema-instance" xmlns:xsd="http://www.w3.org/2001/XMLSchema" sislVersion="0" policy="cde53ac1-bf5f-4aae-9cf1-07509e23a4b0" origin="defaultValue" xmlns="http://www.boldonj</vt:lpwstr>
  </property>
  <property fmtid="{D5CDD505-2E9C-101B-9397-08002B2CF9AE}" pid="7" name="bjDocumentLabelXML-0">
    <vt:lpwstr>ames.com/2008/01/sie/internal/label"&gt;&lt;element uid="bba94c65-ac3d-4f34-b2e1-8de11ef6f01c" value="" /&gt;&lt;/sisl&gt;</vt:lpwstr>
  </property>
  <property fmtid="{D5CDD505-2E9C-101B-9397-08002B2CF9AE}" pid="8" name="bjDocumentSecurityLabel">
    <vt:lpwstr>Origin Jurisdiction: US </vt:lpwstr>
  </property>
  <property fmtid="{D5CDD505-2E9C-101B-9397-08002B2CF9AE}" pid="9" name="rtnexportcontrolcountry">
    <vt:lpwstr>usa</vt:lpwstr>
  </property>
  <property fmtid="{D5CDD505-2E9C-101B-9397-08002B2CF9AE}" pid="10" name="bjClsUserRVM">
    <vt:lpwstr>[]</vt:lpwstr>
  </property>
  <property fmtid="{D5CDD505-2E9C-101B-9397-08002B2CF9AE}" pid="11" name="bjLabelHistoryID">
    <vt:lpwstr>{45F20A76-F421-4C7E-9FA5-EB9918BB68FF}</vt:lpwstr>
  </property>
  <property fmtid="{D5CDD505-2E9C-101B-9397-08002B2CF9AE}" pid="12" name="MSIP_Label_a37ca26f-e25f-4770-9a89-55e6db4cfbd6_SetDate">
    <vt:lpwstr>2020-04-03T15:47:36.2221519Z</vt:lpwstr>
  </property>
  <property fmtid="{D5CDD505-2E9C-101B-9397-08002B2CF9AE}" pid="13" name="MSIP_Label_a37ca26f-e25f-4770-9a89-55e6db4cfbd6_Name">
    <vt:lpwstr>NO TECH DATA</vt:lpwstr>
  </property>
  <property fmtid="{D5CDD505-2E9C-101B-9397-08002B2CF9AE}" pid="14" name="CASize">
    <vt:lpwstr>W</vt:lpwstr>
  </property>
  <property fmtid="{D5CDD505-2E9C-101B-9397-08002B2CF9AE}" pid="15" name="MSIP_Label_a37ca26f-e25f-4770-9a89-55e6db4cfbd6_Application">
    <vt:lpwstr>Microsoft Azure Information Protection</vt:lpwstr>
  </property>
  <property fmtid="{D5CDD505-2E9C-101B-9397-08002B2CF9AE}" pid="16" name="UTC Classification">
    <vt:lpwstr>NO TECH DATA</vt:lpwstr>
  </property>
  <property fmtid="{D5CDD505-2E9C-101B-9397-08002B2CF9AE}" pid="17" name="MSIP_Label_a37ca26f-e25f-4770-9a89-55e6db4cfbd6_Extended_MSFT_Method">
    <vt:lpwstr>Manual</vt:lpwstr>
  </property>
  <property fmtid="{D5CDD505-2E9C-101B-9397-08002B2CF9AE}" pid="18" name="ContentTypeId">
    <vt:lpwstr>0x0101007E7012FDC1D4354E98E11BE167F4924F</vt:lpwstr>
  </property>
  <property fmtid="{D5CDD505-2E9C-101B-9397-08002B2CF9AE}" pid="19" name="MSIP_Label_a37ca26f-e25f-4770-9a89-55e6db4cfbd6_Owner">
    <vt:lpwstr>zastropw@azg.utcaus.com</vt:lpwstr>
  </property>
  <property fmtid="{D5CDD505-2E9C-101B-9397-08002B2CF9AE}" pid="20" name="MSIP_Label_a37ca26f-e25f-4770-9a89-55e6db4cfbd6_Enabled">
    <vt:lpwstr>True</vt:lpwstr>
  </property>
  <property fmtid="{D5CDD505-2E9C-101B-9397-08002B2CF9AE}" pid="21" name="MSIP_Label_a37ca26f-e25f-4770-9a89-55e6db4cfbd6_SiteId">
    <vt:lpwstr>ff460f77-8fa7-4946-ad6d-d50817a742fa</vt:lpwstr>
  </property>
  <property fmtid="{D5CDD505-2E9C-101B-9397-08002B2CF9AE}" pid="22" name="MSIP_Label_a37ca26f-e25f-4770-9a89-55e6db4cfbd6_ActionId">
    <vt:lpwstr>029ba2ca-3ec3-4a74-a9d9-492333a5ed1c</vt:lpwstr>
  </property>
  <property fmtid="{D5CDD505-2E9C-101B-9397-08002B2CF9AE}" pid="23" name="MSIP_Label_4447dd6a-a4a1-440b-a6a3-9124ef1ee017_Enabled">
    <vt:lpwstr>true</vt:lpwstr>
  </property>
  <property fmtid="{D5CDD505-2E9C-101B-9397-08002B2CF9AE}" pid="24" name="MSIP_Label_4447dd6a-a4a1-440b-a6a3-9124ef1ee017_SetDate">
    <vt:lpwstr>2022-09-22T01:10:54Z</vt:lpwstr>
  </property>
  <property fmtid="{D5CDD505-2E9C-101B-9397-08002B2CF9AE}" pid="25" name="MSIP_Label_4447dd6a-a4a1-440b-a6a3-9124ef1ee017_Method">
    <vt:lpwstr>Privileged</vt:lpwstr>
  </property>
  <property fmtid="{D5CDD505-2E9C-101B-9397-08002B2CF9AE}" pid="26" name="MSIP_Label_4447dd6a-a4a1-440b-a6a3-9124ef1ee017_Name">
    <vt:lpwstr>NO TECH DATA</vt:lpwstr>
  </property>
  <property fmtid="{D5CDD505-2E9C-101B-9397-08002B2CF9AE}" pid="27" name="MSIP_Label_4447dd6a-a4a1-440b-a6a3-9124ef1ee017_SiteId">
    <vt:lpwstr>7a18110d-ef9b-4274-acef-e62ab0fe28ed</vt:lpwstr>
  </property>
  <property fmtid="{D5CDD505-2E9C-101B-9397-08002B2CF9AE}" pid="28" name="MSIP_Label_4447dd6a-a4a1-440b-a6a3-9124ef1ee017_ActionId">
    <vt:lpwstr>2b5d91e4-2c21-4644-8d30-dadf71502cbd</vt:lpwstr>
  </property>
  <property fmtid="{D5CDD505-2E9C-101B-9397-08002B2CF9AE}" pid="29" name="MSIP_Label_4447dd6a-a4a1-440b-a6a3-9124ef1ee017_ContentBits">
    <vt:lpwstr>0</vt:lpwstr>
  </property>
  <property fmtid="{D5CDD505-2E9C-101B-9397-08002B2CF9AE}" pid="30" name="MediaServiceImageTags">
    <vt:lpwstr/>
  </property>
</Properties>
</file>